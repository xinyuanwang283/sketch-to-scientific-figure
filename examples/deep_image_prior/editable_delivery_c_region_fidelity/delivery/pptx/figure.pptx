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8484b8159f4576" /><Relationship Type="http://schemas.openxmlformats.org/officeDocument/2006/relationships/extended-properties" Target="/docProps/app.xml" Id="Rcee10fe98a244048" /><Relationship Type="http://schemas.openxmlformats.org/officeDocument/2006/relationships/officeDocument" Target="/ppt/presentation.xml" Id="R062b1a89d6f543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492f0828f64f0a"/>
  </p:sldMasterIdLst>
  <p:notesMasterIdLst>
    <p:notesMasterId xmlns:r="http://schemas.openxmlformats.org/officeDocument/2006/relationships" r:id="R9ef440ccedbd453e"/>
  </p:notesMasterIdLst>
  <p:sldIdLst>
    <p:sldId xmlns:r="http://schemas.openxmlformats.org/officeDocument/2006/relationships" id="256" r:id="Rc54645ebdeb2499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f7d30f95594a22" /><Relationship Type="http://schemas.openxmlformats.org/officeDocument/2006/relationships/slideMaster" Target="/ppt/slideMasters/slideMaster1.xml" Id="R0e492f0828f64f0a" /><Relationship Type="http://schemas.openxmlformats.org/officeDocument/2006/relationships/notesMaster" Target="/ppt/notesMasters/notesMaster1.xml" Id="R9ef440ccedbd453e" /><Relationship Type="http://schemas.openxmlformats.org/officeDocument/2006/relationships/presProps" Target="/ppt/presProps.xml" Id="Rf5fa3f838ebd465b" /><Relationship Type="http://schemas.openxmlformats.org/officeDocument/2006/relationships/tableStyles" Target="/ppt/tableStyles.xml" Id="R50105edc276548bd" /><Relationship Type="http://schemas.openxmlformats.org/officeDocument/2006/relationships/slide" Target="/ppt/slides/slide1.xml" Id="Rc54645ebdeb249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52edd50a48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bc56eda8544c04" /><Relationship Type="http://schemas.openxmlformats.org/officeDocument/2006/relationships/notesMaster" Target="/ppt/notesMasters/notesMaster1.xml" Id="R0350813adaa144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 region-first fidelity review package.</a:t>
            </a:r>
          </a:p>
          <a:p xmlns:a="http://schemas.openxmlformats.org/drawingml/2006/main">
            <a:r>
              <a:t>Canonical source: source/semantic_figure.json</a:t>
            </a:r>
          </a:p>
          <a:p xmlns:a="http://schemas.openxmlformats.org/drawingml/2006/main">
            <a:r>
              <a:t>Selected-candidate map: source/selected_candidate_map.json</a:t>
            </a:r>
          </a:p>
          <a:p xmlns:a="http://schemas.openxmlformats.org/drawingml/2006/main">
            <a:r>
              <a:t>Asset manifest: source/asset_manifest.json</a:t>
            </a:r>
          </a:p>
          <a:p xmlns:a="http://schemas.openxmlformats.org/drawingml/2006/main">
            <a:r>
              <a:t>Candidate C is not embedded as a whole-slide image. Overlay and reference crops are not embedded.</a:t>
            </a:r>
          </a:p>
          <a:p xmlns:a="http://schemas.openxmlformats.org/drawingml/2006/main">
            <a:r>
              <a:t>Two exact image atoms are independent, replaceable picture shapes; they are not pixel-editable or scientific evidence.</a:t>
            </a:r>
          </a:p>
          <a:p xmlns:a="http://schemas.openxmlformats.org/drawingml/2006/main">
            <a:r>
              <a:t>All frames, generator layers, plots, connectors, arrowheads, and labels are native PowerPoint objects.</a:t>
            </a:r>
          </a:p>
          <a:p xmlns:a="http://schemas.openxmlformats.org/drawingml/2006/main">
            <a:r>
              <a:t>Equations are locally rendered vector SVG objects whose target boxes preserve intrinsic viewBox ratios.</a:t>
            </a:r>
          </a:p>
          <a:p xmlns:a="http://schemas.openxmlformats.org/drawingml/2006/main">
            <a:r>
              <a:t>This segmented review draft does not establish final scientific approval.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source/selected_candidate_map.json — hash-bound eight-region visual direction map.</a:t>
            </a:r>
          </a:p>
          <a:p xmlns:a="http://schemas.openxmlformats.org/drawingml/2006/main">
            <a:r>
              <a:t>- source/asset_manifest.json — exact crop provenance and release policy.</a:t>
            </a:r>
          </a:p>
          <a:p xmlns:a="http://schemas.openxmlformats.org/drawingml/2006/main">
            <a:r>
              <a:t>- source/raster_atoms/noise-content.png — exact replaceable synthetic visual atom 2b9e18b06a576b43ebd3135a5732293f8a98d8bb10b217799e86b4016a5d71c2.</a:t>
            </a:r>
          </a:p>
          <a:p xmlns:a="http://schemas.openxmlformats.org/drawingml/2006/main">
            <a:r>
              <a:t>- source/raster_atoms/reconstruction-content.png — exact replaceable synthetic visual atom cedf344e8719184d921bb22a2f99dc57a70f38a71aa05c5f0c3e37d199d5d225.</a:t>
            </a:r>
          </a:p>
          <a:p xmlns:a="http://schemas.openxmlformats.org/drawingml/2006/main">
            <a:r>
              <a:t>- source/math/eq_z.svg — locally rendered vector equation.</a:t>
            </a:r>
          </a:p>
          <a:p xmlns:a="http://schemas.openxmlformats.org/drawingml/2006/main">
            <a:r>
              <a:t>- source/math/eq_generator.svg — locally rendered vector equation.</a:t>
            </a:r>
          </a:p>
          <a:p xmlns:a="http://schemas.openxmlformats.org/drawingml/2006/main">
            <a:r>
              <a:t>- source/math/eq_xhat.svg — locally rendered vector equation.</a:t>
            </a:r>
          </a:p>
          <a:p xmlns:a="http://schemas.openxmlformats.org/drawingml/2006/main">
            <a:r>
              <a:t>- source/math/eq_operator.svg — locally rendered vector equation.</a:t>
            </a:r>
          </a:p>
          <a:p xmlns:a="http://schemas.openxmlformats.org/drawingml/2006/main">
            <a:r>
              <a:t>- source/math/eq_yhat.svg — locally rendered vector equation.</a:t>
            </a:r>
          </a:p>
          <a:p xmlns:a="http://schemas.openxmlformats.org/drawingml/2006/main">
            <a:r>
              <a:t>- source/math/eq_y.svg — locally rendered vector equation.</a:t>
            </a:r>
          </a:p>
          <a:p xmlns:a="http://schemas.openxmlformats.org/drawingml/2006/main">
            <a:r>
              <a:t>- source/math/eq_loss.svg — locally rendered vector equation.</a:t>
            </a:r>
          </a:p>
          <a:p xmlns:a="http://schemas.openxmlformats.org/drawingml/2006/main">
            <a:r>
              <a:t>- source/math/eq_objective.svg — locally rendered vector equation.</a:t>
            </a:r>
          </a:p>
          <a:p xmlns:a="http://schemas.openxmlformats.org/drawingml/2006/main">
            <a:r>
              <a:t>- source/math/eq_reconstruction.svg — locally rendered vector equation.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79b2722fb41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a49c88b13e4af7" /><Relationship Type="http://schemas.openxmlformats.org/officeDocument/2006/relationships/slideLayout" Target="/ppt/slideLayouts/slideLayout1.xml" Id="R212148d2153446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2148d2153446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46c544bbc4d6c" /><Relationship Type="http://schemas.openxmlformats.org/officeDocument/2006/relationships/image" Target="/ppt/media/image.png" Id="R22cf7997122448e8" /><Relationship Type="http://schemas.openxmlformats.org/officeDocument/2006/relationships/image" Target="/ppt/media/image2.png" Id="Rb79cd20304834052" /><Relationship Type="http://schemas.openxmlformats.org/officeDocument/2006/relationships/image" Target="/ppt/media/image3.png" Id="R8073f6a2608e46f0" /><Relationship Type="http://schemas.openxmlformats.org/officeDocument/2006/relationships/image" Target="/ppt/media/image.svg" Id="R6925a03c673544a0" /><Relationship Type="http://schemas.openxmlformats.org/officeDocument/2006/relationships/image" Target="/ppt/media/image4.png" Id="R91f4f583225d4e31" /><Relationship Type="http://schemas.openxmlformats.org/officeDocument/2006/relationships/image" Target="/ppt/media/image2.svg" Id="Rf57a1ea84cf7402c" /><Relationship Type="http://schemas.openxmlformats.org/officeDocument/2006/relationships/image" Target="/ppt/media/image5.png" Id="R3547df6079c449e2" /><Relationship Type="http://schemas.openxmlformats.org/officeDocument/2006/relationships/image" Target="/ppt/media/image3.svg" Id="R28f920a251774580" /><Relationship Type="http://schemas.openxmlformats.org/officeDocument/2006/relationships/image" Target="/ppt/media/image6.png" Id="R9c8a39b9ceed45df" /><Relationship Type="http://schemas.openxmlformats.org/officeDocument/2006/relationships/image" Target="/ppt/media/image4.svg" Id="Rf77305fe30f04d58" /><Relationship Type="http://schemas.openxmlformats.org/officeDocument/2006/relationships/image" Target="/ppt/media/image7.png" Id="Rea5e87a7330844f4" /><Relationship Type="http://schemas.openxmlformats.org/officeDocument/2006/relationships/image" Target="/ppt/media/image5.svg" Id="R69fc927489394708" /><Relationship Type="http://schemas.openxmlformats.org/officeDocument/2006/relationships/image" Target="/ppt/media/image8.png" Id="R8927012575894633" /><Relationship Type="http://schemas.openxmlformats.org/officeDocument/2006/relationships/image" Target="/ppt/media/image6.svg" Id="Re4362459cca4453e" /><Relationship Type="http://schemas.openxmlformats.org/officeDocument/2006/relationships/image" Target="/ppt/media/image9.png" Id="Ra30a9ca4f6594d13" /><Relationship Type="http://schemas.openxmlformats.org/officeDocument/2006/relationships/image" Target="/ppt/media/image7.svg" Id="Reb25db99a8d84850" /><Relationship Type="http://schemas.openxmlformats.org/officeDocument/2006/relationships/image" Target="/ppt/media/image10.png" Id="Rb79399ddcc06447a" /><Relationship Type="http://schemas.openxmlformats.org/officeDocument/2006/relationships/image" Target="/ppt/media/image8.svg" Id="R9ae5113539af419a" /><Relationship Type="http://schemas.openxmlformats.org/officeDocument/2006/relationships/image" Target="/ppt/media/image11.png" Id="Rc082201d7cdb4bc4" /><Relationship Type="http://schemas.openxmlformats.org/officeDocument/2006/relationships/image" Target="/ppt/media/image9.svg" Id="R4769971e26384852" /><Relationship Type="http://schemas.openxmlformats.org/officeDocument/2006/relationships/notesSlide" Target="/ppt/notesSlides/notesSlide1.xml" Id="R87841f6638cc4d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8" name="flow-z-generator-shaft">
            <a:extLst xmlns:a="http://schemas.openxmlformats.org/drawingml/2006/main">
              <a:ext uri="{FF2B5EF4-FFF2-40B4-BE49-F238E27FC236}">
                <a16:creationId xmlns:a16="http://schemas.microsoft.com/office/drawing/2014/main" id="{4A7C729D-8D06-4F52-9EF3-40132505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695325" cy="9525"/>
          </a:xfrm>
          <a:custGeom xmlns:a="http://schemas.openxmlformats.org/drawingml/2006/main">
            <a:pathLst>
              <a:path w="695325" h="9525">
                <a:moveTo>
                  <a:pt x="0" y="0"/>
                </a:moveTo>
                <a:lnTo>
                  <a:pt x="695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2" name="flow-z-generator-arrowhead">
            <a:extLst xmlns:a="http://schemas.openxmlformats.org/drawingml/2006/main">
              <a:ext uri="{FF2B5EF4-FFF2-40B4-BE49-F238E27FC236}">
                <a16:creationId xmlns:a16="http://schemas.microsoft.com/office/drawing/2014/main" id="{A8CD20F1-A3CC-48C9-96C1-669E2698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062288"/>
            <a:ext cx="161925" cy="161925"/>
          </a:xfrm>
          <a:custGeom xmlns:a="http://schemas.openxmlformats.org/drawingml/2006/main">
            <a:pathLst>
              <a:path w="161925" h="161925">
                <a:moveTo>
                  <a:pt x="161925" y="80963"/>
                </a:move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3" name="flow-generator-reconstruction-shaft">
            <a:extLst xmlns:a="http://schemas.openxmlformats.org/drawingml/2006/main">
              <a:ext uri="{FF2B5EF4-FFF2-40B4-BE49-F238E27FC236}">
                <a16:creationId xmlns:a16="http://schemas.microsoft.com/office/drawing/2014/main" id="{77952FA4-95BC-4B4D-A555-67F4A0D9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4" name="flow-generator-reconstruction-arrowhead">
            <a:extLst xmlns:a="http://schemas.openxmlformats.org/drawingml/2006/main">
              <a:ext uri="{FF2B5EF4-FFF2-40B4-BE49-F238E27FC236}">
                <a16:creationId xmlns:a16="http://schemas.microsoft.com/office/drawing/2014/main" id="{C6820213-C206-4ACA-9C8D-E8886850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2288"/>
            <a:ext cx="161925" cy="161925"/>
          </a:xfrm>
          <a:custGeom xmlns:a="http://schemas.openxmlformats.org/drawingml/2006/main">
            <a:pathLst>
              <a:path w="161925" h="161925">
                <a:moveTo>
                  <a:pt x="161925" y="80963"/>
                </a:move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5" name="flow-reconstruction-operator-shaft">
            <a:extLst xmlns:a="http://schemas.openxmlformats.org/drawingml/2006/main">
              <a:ext uri="{FF2B5EF4-FFF2-40B4-BE49-F238E27FC236}">
                <a16:creationId xmlns:a16="http://schemas.microsoft.com/office/drawing/2014/main" id="{4680BEB9-E989-4B7B-901A-5E30B34C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6" name="flow-reconstruction-operator-arrowhead">
            <a:extLst xmlns:a="http://schemas.openxmlformats.org/drawingml/2006/main">
              <a:ext uri="{FF2B5EF4-FFF2-40B4-BE49-F238E27FC236}">
                <a16:creationId xmlns:a16="http://schemas.microsoft.com/office/drawing/2014/main" id="{5D6EE393-55F2-4737-9634-1948295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62288"/>
            <a:ext cx="161925" cy="161925"/>
          </a:xfrm>
          <a:custGeom xmlns:a="http://schemas.openxmlformats.org/drawingml/2006/main">
            <a:pathLst>
              <a:path w="161925" h="161925">
                <a:moveTo>
                  <a:pt x="161925" y="80963"/>
                </a:move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7" name="flow-operator-predicted-shaft">
            <a:extLst xmlns:a="http://schemas.openxmlformats.org/drawingml/2006/main">
              <a:ext uri="{FF2B5EF4-FFF2-40B4-BE49-F238E27FC236}">
                <a16:creationId xmlns:a16="http://schemas.microsoft.com/office/drawing/2014/main" id="{BF25D5C3-6D3D-45B5-B1D8-4183055E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143250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D2F6E"/>
            </a:solidFill>
            <a:prstDash val="solid"/>
          </a:ln>
        </p:spPr>
      </p:sp>
      <p:sp>
        <p:nvSpPr>
          <p:cNvPr id="8" name="flow-operator-predicted-arrowhead">
            <a:extLst xmlns:a="http://schemas.openxmlformats.org/drawingml/2006/main">
              <a:ext uri="{FF2B5EF4-FFF2-40B4-BE49-F238E27FC236}">
                <a16:creationId xmlns:a16="http://schemas.microsoft.com/office/drawing/2014/main" id="{760CDCCC-DF8B-49B1-931B-EAE06945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062288"/>
            <a:ext cx="161925" cy="161925"/>
          </a:xfrm>
          <a:custGeom xmlns:a="http://schemas.openxmlformats.org/drawingml/2006/main">
            <a:pathLst>
              <a:path w="161925" h="161925">
                <a:moveTo>
                  <a:pt x="161925" y="80963"/>
                </a:move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9" name="flow-predicted-loss-shaft">
            <a:extLst xmlns:a="http://schemas.openxmlformats.org/drawingml/2006/main">
              <a:ext uri="{FF2B5EF4-FFF2-40B4-BE49-F238E27FC236}">
                <a16:creationId xmlns:a16="http://schemas.microsoft.com/office/drawing/2014/main" id="{CB443B1B-AE4C-4E52-8F48-BC20DBF6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971800"/>
            <a:ext cx="9525" cy="247650"/>
          </a:xfrm>
          <a:custGeom xmlns:a="http://schemas.openxmlformats.org/drawingml/2006/main"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10" name="flow-predicted-loss-arrowhead">
            <a:extLst xmlns:a="http://schemas.openxmlformats.org/drawingml/2006/main">
              <a:ext uri="{FF2B5EF4-FFF2-40B4-BE49-F238E27FC236}">
                <a16:creationId xmlns:a16="http://schemas.microsoft.com/office/drawing/2014/main" id="{372A8C1F-9D29-4DF2-9FB9-D9707FB7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238" y="3219450"/>
            <a:ext cx="161925" cy="161925"/>
          </a:xfrm>
          <a:custGeom xmlns:a="http://schemas.openxmlformats.org/drawingml/2006/main">
            <a:pathLst>
              <a:path w="161925" h="161925">
                <a:moveTo>
                  <a:pt x="80963" y="161925"/>
                </a:moveTo>
                <a:lnTo>
                  <a:pt x="0" y="0"/>
                </a:lnTo>
                <a:lnTo>
                  <a:pt x="161925" y="0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11" name="flow-observed-loss-shaft">
            <a:extLst xmlns:a="http://schemas.openxmlformats.org/drawingml/2006/main">
              <a:ext uri="{FF2B5EF4-FFF2-40B4-BE49-F238E27FC236}">
                <a16:creationId xmlns:a16="http://schemas.microsoft.com/office/drawing/2014/main" id="{F78BDD92-BEE9-4917-91C2-DBA84F38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714875"/>
            <a:ext cx="9525" cy="219075"/>
          </a:xfrm>
          <a:custGeom xmlns:a="http://schemas.openxmlformats.org/drawingml/2006/main">
            <a:pathLst>
              <a:path w="9525" h="219075">
                <a:moveTo>
                  <a:pt x="0" y="2190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12" name="flow-observed-loss-arrowhead">
            <a:extLst xmlns:a="http://schemas.openxmlformats.org/drawingml/2006/main">
              <a:ext uri="{FF2B5EF4-FFF2-40B4-BE49-F238E27FC236}">
                <a16:creationId xmlns:a16="http://schemas.microsoft.com/office/drawing/2014/main" id="{547C4B3D-2CAC-452E-A619-8E6463BB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238" y="4552950"/>
            <a:ext cx="161925" cy="161925"/>
          </a:xfrm>
          <a:custGeom xmlns:a="http://schemas.openxmlformats.org/drawingml/2006/main">
            <a:pathLst>
              <a:path w="161925" h="161925">
                <a:moveTo>
                  <a:pt x="80963" y="0"/>
                </a:moveTo>
                <a:lnTo>
                  <a:pt x="161925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0D2F6E"/>
          </a:solidFill>
          <a:ln xmlns:a="http://schemas.openxmlformats.org/drawingml/2006/main" w="953">
            <a:solidFill>
              <a:srgbClr val="0D2F6E"/>
            </a:solidFill>
            <a:prstDash val="solid"/>
          </a:ln>
        </p:spPr>
      </p:sp>
      <p:sp>
        <p:nvSpPr>
          <p:cNvPr id="13" name="feedback-optimize-generator-shaft">
            <a:extLst xmlns:a="http://schemas.openxmlformats.org/drawingml/2006/main">
              <a:ext uri="{FF2B5EF4-FFF2-40B4-BE49-F238E27FC236}">
                <a16:creationId xmlns:a16="http://schemas.microsoft.com/office/drawing/2014/main" id="{2E310949-A75E-4E6B-8B98-3FD8DFB7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71925"/>
            <a:ext cx="8248650" cy="2390775"/>
          </a:xfrm>
          <a:custGeom xmlns:a="http://schemas.openxmlformats.org/drawingml/2006/main">
            <a:pathLst>
              <a:path w="8248650" h="2390775">
                <a:moveTo>
                  <a:pt x="8248650" y="0"/>
                </a:moveTo>
                <a:lnTo>
                  <a:pt x="7305675" y="0"/>
                </a:lnTo>
                <a:lnTo>
                  <a:pt x="7305675" y="2390775"/>
                </a:lnTo>
                <a:lnTo>
                  <a:pt x="0" y="2390775"/>
                </a:lnTo>
                <a:lnTo>
                  <a:pt x="0" y="9048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A258C"/>
            </a:solidFill>
            <a:prstDash val="dash"/>
          </a:ln>
        </p:spPr>
      </p:sp>
      <p:sp>
        <p:nvSpPr>
          <p:cNvPr id="14" name="feedback-optimize-generator-arrowhead">
            <a:extLst xmlns:a="http://schemas.openxmlformats.org/drawingml/2006/main">
              <a:ext uri="{FF2B5EF4-FFF2-40B4-BE49-F238E27FC236}">
                <a16:creationId xmlns:a16="http://schemas.microsoft.com/office/drawing/2014/main" id="{1FD30BEA-D7DF-4A2C-9B32-042A9DA2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38" y="4714875"/>
            <a:ext cx="161925" cy="161925"/>
          </a:xfrm>
          <a:custGeom xmlns:a="http://schemas.openxmlformats.org/drawingml/2006/main">
            <a:pathLst>
              <a:path w="161925" h="161925">
                <a:moveTo>
                  <a:pt x="80963" y="0"/>
                </a:moveTo>
                <a:lnTo>
                  <a:pt x="161925" y="161925"/>
                </a:lnTo>
                <a:lnTo>
                  <a:pt x="0" y="161925"/>
                </a:lnTo>
                <a:close/>
              </a:path>
            </a:pathLst>
          </a:custGeom>
          <a:solidFill xmlns:a="http://schemas.openxmlformats.org/drawingml/2006/main">
            <a:srgbClr val="5A258C"/>
          </a:solidFill>
          <a:ln xmlns:a="http://schemas.openxmlformats.org/drawingml/2006/main" w="953">
            <a:solidFill>
              <a:srgbClr val="5A258C"/>
            </a:solidFill>
            <a:prstDash val="solid"/>
          </a:ln>
        </p:spPr>
      </p:sp>
      <p:sp>
        <p:nvSpPr>
          <p:cNvPr id="15" name="measurement-panel-fill">
            <a:extLst xmlns:a="http://schemas.openxmlformats.org/drawingml/2006/main">
              <a:ext uri="{FF2B5EF4-FFF2-40B4-BE49-F238E27FC236}">
                <a16:creationId xmlns:a16="http://schemas.microsoft.com/office/drawing/2014/main" id="{D5CC9FD8-7216-41EA-95B4-B0D680C1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52500"/>
            <a:ext cx="2914650" cy="5943600"/>
          </a:xfrm>
          <a:prstGeom xmlns:a="http://schemas.openxmlformats.org/drawingml/2006/main" prst="roundRect">
            <a:avLst>
              <a:gd name="adj" fmla="val 8497"/>
            </a:avLst>
          </a:prstGeom>
          <a:solidFill xmlns:a="http://schemas.openxmlformats.org/drawingml/2006/main">
            <a:srgbClr val="EDF4FC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" name="noise-frame-fill">
            <a:extLst xmlns:a="http://schemas.openxmlformats.org/drawingml/2006/main">
              <a:ext uri="{FF2B5EF4-FFF2-40B4-BE49-F238E27FC236}">
                <a16:creationId xmlns:a16="http://schemas.microsoft.com/office/drawing/2014/main" id="{0019D265-FA82-41F5-B710-F63B2CC9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2171700" cy="219075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" name="generator-frame-fill">
            <a:extLst xmlns:a="http://schemas.openxmlformats.org/drawingml/2006/main">
              <a:ext uri="{FF2B5EF4-FFF2-40B4-BE49-F238E27FC236}">
                <a16:creationId xmlns:a16="http://schemas.microsoft.com/office/drawing/2014/main" id="{667AEE23-C867-4E25-8F2F-ED3775AC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19275"/>
            <a:ext cx="3676650" cy="281940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7F2FC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" name="reconstruction-frame-fill">
            <a:extLst xmlns:a="http://schemas.openxmlformats.org/drawingml/2006/main">
              <a:ext uri="{FF2B5EF4-FFF2-40B4-BE49-F238E27FC236}">
                <a16:creationId xmlns:a16="http://schemas.microsoft.com/office/drawing/2014/main" id="{40F664F7-AB0E-45EF-9AF9-E676E3FF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95500"/>
            <a:ext cx="2200275" cy="22288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9DEE2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" name="operator-frame-fill">
            <a:extLst xmlns:a="http://schemas.openxmlformats.org/drawingml/2006/main">
              <a:ext uri="{FF2B5EF4-FFF2-40B4-BE49-F238E27FC236}">
                <a16:creationId xmlns:a16="http://schemas.microsoft.com/office/drawing/2014/main" id="{BA45378F-15FD-4D4A-B0CF-09677C5C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657475"/>
            <a:ext cx="1114425" cy="10858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" name="predicted-frame-fill">
            <a:extLst xmlns:a="http://schemas.openxmlformats.org/drawingml/2006/main">
              <a:ext uri="{FF2B5EF4-FFF2-40B4-BE49-F238E27FC236}">
                <a16:creationId xmlns:a16="http://schemas.microsoft.com/office/drawing/2014/main" id="{135B9788-4F2B-4B3F-9D92-EFD8EC1A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73355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" name="loss-node-fill">
            <a:extLst xmlns:a="http://schemas.openxmlformats.org/drawingml/2006/main">
              <a:ext uri="{FF2B5EF4-FFF2-40B4-BE49-F238E27FC236}">
                <a16:creationId xmlns:a16="http://schemas.microsoft.com/office/drawing/2014/main" id="{E5496D90-4E10-4065-8332-8DC3F2C6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457575"/>
            <a:ext cx="1028700" cy="1019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" name="observed-frame-fill">
            <a:extLst xmlns:a="http://schemas.openxmlformats.org/drawingml/2006/main">
              <a:ext uri="{FF2B5EF4-FFF2-40B4-BE49-F238E27FC236}">
                <a16:creationId xmlns:a16="http://schemas.microsoft.com/office/drawing/2014/main" id="{231C00D5-CF2C-4BC2-9F11-97FA7C5D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933950"/>
            <a:ext cx="2333625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3">
            <a:noFill/>
            <a:prstDash val="solid"/>
          </a:ln>
        </p:spPr>
      </p:sp>
      <p:pic>
        <p:nvPicPr>
          <p:cNvPr id="630" name="noise-raster-ato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f7997122448e8"/>
          <a:stretch xmlns:a="http://schemas.openxmlformats.org/drawingml/2006/main"/>
        </p:blipFill>
        <p:spPr>
          <a:xfrm xmlns:a="http://schemas.openxmlformats.org/drawingml/2006/main">
            <a:off x="419100" y="2085975"/>
            <a:ext cx="2114550" cy="2114550"/>
          </a:xfrm>
          <a:prstGeom xmlns:a="http://schemas.openxmlformats.org/drawingml/2006/main" prst="rect">
            <a:avLst/>
          </a:prstGeom>
        </p:spPr>
      </p:pic>
      <p:pic>
        <p:nvPicPr>
          <p:cNvPr id="631" name="reconstruction-raster-ato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cd20304834052"/>
          <a:stretch xmlns:a="http://schemas.openxmlformats.org/drawingml/2006/main"/>
        </p:blipFill>
        <p:spPr>
          <a:xfrm xmlns:a="http://schemas.openxmlformats.org/drawingml/2006/main">
            <a:off x="7943850" y="2133600"/>
            <a:ext cx="2114550" cy="2162175"/>
          </a:xfrm>
          <a:prstGeom xmlns:a="http://schemas.openxmlformats.org/drawingml/2006/main" prst="rect">
            <a:avLst/>
          </a:prstGeom>
        </p:spPr>
      </p:pic>
      <p:sp>
        <p:nvSpPr>
          <p:cNvPr id="25" name="network-layer-01-top">
            <a:extLst xmlns:a="http://schemas.openxmlformats.org/drawingml/2006/main">
              <a:ext uri="{FF2B5EF4-FFF2-40B4-BE49-F238E27FC236}">
                <a16:creationId xmlns:a16="http://schemas.microsoft.com/office/drawing/2014/main" id="{87361A7A-85E0-4355-9C82-16DAF2B2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352425" cy="104775"/>
          </a:xfrm>
          <a:custGeom xmlns:a="http://schemas.openxmlformats.org/drawingml/2006/main">
            <a:pathLst>
              <a:path w="352425" h="104775">
                <a:moveTo>
                  <a:pt x="0" y="57150"/>
                </a:moveTo>
                <a:lnTo>
                  <a:pt x="85725" y="0"/>
                </a:lnTo>
                <a:lnTo>
                  <a:pt x="352425" y="47625"/>
                </a:lnTo>
                <a:lnTo>
                  <a:pt x="266700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26" name="network-layer-01-side">
            <a:extLst xmlns:a="http://schemas.openxmlformats.org/drawingml/2006/main">
              <a:ext uri="{FF2B5EF4-FFF2-40B4-BE49-F238E27FC236}">
                <a16:creationId xmlns:a16="http://schemas.microsoft.com/office/drawing/2014/main" id="{488FF974-4785-4422-A313-B96DFE9A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62175"/>
            <a:ext cx="85725" cy="2114550"/>
          </a:xfrm>
          <a:custGeom xmlns:a="http://schemas.openxmlformats.org/drawingml/2006/main">
            <a:pathLst>
              <a:path w="85725" h="2114550">
                <a:moveTo>
                  <a:pt x="0" y="57150"/>
                </a:moveTo>
                <a:lnTo>
                  <a:pt x="85725" y="0"/>
                </a:lnTo>
                <a:lnTo>
                  <a:pt x="85725" y="2057400"/>
                </a:lnTo>
                <a:lnTo>
                  <a:pt x="0" y="21145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27" name="network-layer-01-face">
            <a:extLst xmlns:a="http://schemas.openxmlformats.org/drawingml/2006/main">
              <a:ext uri="{FF2B5EF4-FFF2-40B4-BE49-F238E27FC236}">
                <a16:creationId xmlns:a16="http://schemas.microsoft.com/office/drawing/2014/main" id="{7D3D1CDD-E419-44D3-A6DA-57CB2535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71700"/>
            <a:ext cx="266700" cy="2152650"/>
          </a:xfrm>
          <a:custGeom xmlns:a="http://schemas.openxmlformats.org/drawingml/2006/main">
            <a:pathLst>
              <a:path w="266700" h="2152650">
                <a:moveTo>
                  <a:pt x="0" y="0"/>
                </a:moveTo>
                <a:lnTo>
                  <a:pt x="266700" y="47625"/>
                </a:lnTo>
                <a:lnTo>
                  <a:pt x="266700" y="2105025"/>
                </a:lnTo>
                <a:lnTo>
                  <a:pt x="0" y="2152650"/>
                </a:lnTo>
                <a:close/>
              </a:path>
            </a:pathLst>
          </a:custGeom>
          <a:solidFill xmlns:a="http://schemas.openxmlformats.org/drawingml/2006/main">
            <a:srgbClr val="575184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28" name="network-layer-02-top">
            <a:extLst xmlns:a="http://schemas.openxmlformats.org/drawingml/2006/main">
              <a:ext uri="{FF2B5EF4-FFF2-40B4-BE49-F238E27FC236}">
                <a16:creationId xmlns:a16="http://schemas.microsoft.com/office/drawing/2014/main" id="{F7FFB7A5-52FF-450D-88B9-99F4021A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66950"/>
            <a:ext cx="371475" cy="104775"/>
          </a:xfrm>
          <a:custGeom xmlns:a="http://schemas.openxmlformats.org/drawingml/2006/main">
            <a:pathLst>
              <a:path w="371475" h="104775">
                <a:moveTo>
                  <a:pt x="0" y="57150"/>
                </a:moveTo>
                <a:lnTo>
                  <a:pt x="85725" y="0"/>
                </a:lnTo>
                <a:lnTo>
                  <a:pt x="371475" y="47625"/>
                </a:lnTo>
                <a:lnTo>
                  <a:pt x="285750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29" name="network-layer-02-side">
            <a:extLst xmlns:a="http://schemas.openxmlformats.org/drawingml/2006/main">
              <a:ext uri="{FF2B5EF4-FFF2-40B4-BE49-F238E27FC236}">
                <a16:creationId xmlns:a16="http://schemas.microsoft.com/office/drawing/2014/main" id="{718B57F2-03DB-4530-A447-71204157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14575"/>
            <a:ext cx="85725" cy="1809750"/>
          </a:xfrm>
          <a:custGeom xmlns:a="http://schemas.openxmlformats.org/drawingml/2006/main">
            <a:pathLst>
              <a:path w="85725" h="1809750">
                <a:moveTo>
                  <a:pt x="0" y="57150"/>
                </a:moveTo>
                <a:lnTo>
                  <a:pt x="85725" y="0"/>
                </a:lnTo>
                <a:lnTo>
                  <a:pt x="85725" y="1752600"/>
                </a:lnTo>
                <a:lnTo>
                  <a:pt x="0" y="18097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30" name="network-layer-02-face">
            <a:extLst xmlns:a="http://schemas.openxmlformats.org/drawingml/2006/main">
              <a:ext uri="{FF2B5EF4-FFF2-40B4-BE49-F238E27FC236}">
                <a16:creationId xmlns:a16="http://schemas.microsoft.com/office/drawing/2014/main" id="{39F662F0-3E75-4078-A795-048BC15E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24100"/>
            <a:ext cx="285750" cy="1847850"/>
          </a:xfrm>
          <a:custGeom xmlns:a="http://schemas.openxmlformats.org/drawingml/2006/main">
            <a:pathLst>
              <a:path w="285750" h="1847850">
                <a:moveTo>
                  <a:pt x="0" y="0"/>
                </a:moveTo>
                <a:lnTo>
                  <a:pt x="285750" y="47625"/>
                </a:lnTo>
                <a:lnTo>
                  <a:pt x="285750" y="1800225"/>
                </a:lnTo>
                <a:lnTo>
                  <a:pt x="0" y="1847850"/>
                </a:lnTo>
                <a:close/>
              </a:path>
            </a:pathLst>
          </a:custGeom>
          <a:solidFill xmlns:a="http://schemas.openxmlformats.org/drawingml/2006/main">
            <a:srgbClr val="686297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31" name="network-layer-03-top">
            <a:extLst xmlns:a="http://schemas.openxmlformats.org/drawingml/2006/main">
              <a:ext uri="{FF2B5EF4-FFF2-40B4-BE49-F238E27FC236}">
                <a16:creationId xmlns:a16="http://schemas.microsoft.com/office/drawing/2014/main" id="{EAB05403-6495-410D-856D-C778890D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28875"/>
            <a:ext cx="381000" cy="104775"/>
          </a:xfrm>
          <a:custGeom xmlns:a="http://schemas.openxmlformats.org/drawingml/2006/main">
            <a:pathLst>
              <a:path w="381000" h="104775">
                <a:moveTo>
                  <a:pt x="0" y="57150"/>
                </a:moveTo>
                <a:lnTo>
                  <a:pt x="85725" y="0"/>
                </a:lnTo>
                <a:lnTo>
                  <a:pt x="381000" y="47625"/>
                </a:lnTo>
                <a:lnTo>
                  <a:pt x="295275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32" name="network-layer-03-side">
            <a:extLst xmlns:a="http://schemas.openxmlformats.org/drawingml/2006/main">
              <a:ext uri="{FF2B5EF4-FFF2-40B4-BE49-F238E27FC236}">
                <a16:creationId xmlns:a16="http://schemas.microsoft.com/office/drawing/2014/main" id="{A01229B4-1740-4E3A-A1E2-88B9B11B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85725" cy="1485900"/>
          </a:xfrm>
          <a:custGeom xmlns:a="http://schemas.openxmlformats.org/drawingml/2006/main">
            <a:pathLst>
              <a:path w="85725" h="1485900">
                <a:moveTo>
                  <a:pt x="0" y="57150"/>
                </a:moveTo>
                <a:lnTo>
                  <a:pt x="85725" y="0"/>
                </a:lnTo>
                <a:lnTo>
                  <a:pt x="85725" y="1428750"/>
                </a:lnTo>
                <a:lnTo>
                  <a:pt x="0" y="148590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33" name="network-layer-03-face">
            <a:extLst xmlns:a="http://schemas.openxmlformats.org/drawingml/2006/main">
              <a:ext uri="{FF2B5EF4-FFF2-40B4-BE49-F238E27FC236}">
                <a16:creationId xmlns:a16="http://schemas.microsoft.com/office/drawing/2014/main" id="{2EE81F94-9878-4CDF-8314-C0B43D81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86025"/>
            <a:ext cx="295275" cy="1524000"/>
          </a:xfrm>
          <a:custGeom xmlns:a="http://schemas.openxmlformats.org/drawingml/2006/main">
            <a:pathLst>
              <a:path w="295275" h="1524000">
                <a:moveTo>
                  <a:pt x="0" y="0"/>
                </a:moveTo>
                <a:lnTo>
                  <a:pt x="295275" y="47625"/>
                </a:lnTo>
                <a:lnTo>
                  <a:pt x="295275" y="1476375"/>
                </a:lnTo>
                <a:lnTo>
                  <a:pt x="0" y="1524000"/>
                </a:lnTo>
                <a:close/>
              </a:path>
            </a:pathLst>
          </a:custGeom>
          <a:solidFill xmlns:a="http://schemas.openxmlformats.org/drawingml/2006/main">
            <a:srgbClr val="7A74A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34" name="network-layer-04-top">
            <a:extLst xmlns:a="http://schemas.openxmlformats.org/drawingml/2006/main">
              <a:ext uri="{FF2B5EF4-FFF2-40B4-BE49-F238E27FC236}">
                <a16:creationId xmlns:a16="http://schemas.microsoft.com/office/drawing/2014/main" id="{CC403C2F-259D-45B8-964A-A7F0B750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90800"/>
            <a:ext cx="371475" cy="104775"/>
          </a:xfrm>
          <a:custGeom xmlns:a="http://schemas.openxmlformats.org/drawingml/2006/main">
            <a:pathLst>
              <a:path w="371475" h="104775">
                <a:moveTo>
                  <a:pt x="0" y="57150"/>
                </a:moveTo>
                <a:lnTo>
                  <a:pt x="85725" y="0"/>
                </a:lnTo>
                <a:lnTo>
                  <a:pt x="371475" y="47625"/>
                </a:lnTo>
                <a:lnTo>
                  <a:pt x="285750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35" name="network-layer-04-side">
            <a:extLst xmlns:a="http://schemas.openxmlformats.org/drawingml/2006/main">
              <a:ext uri="{FF2B5EF4-FFF2-40B4-BE49-F238E27FC236}">
                <a16:creationId xmlns:a16="http://schemas.microsoft.com/office/drawing/2014/main" id="{1A9F6DAC-6D17-4715-9E73-DE1CB3A6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38425"/>
            <a:ext cx="85725" cy="1162050"/>
          </a:xfrm>
          <a:custGeom xmlns:a="http://schemas.openxmlformats.org/drawingml/2006/main">
            <a:pathLst>
              <a:path w="85725" h="1162050">
                <a:moveTo>
                  <a:pt x="0" y="57150"/>
                </a:moveTo>
                <a:lnTo>
                  <a:pt x="85725" y="0"/>
                </a:lnTo>
                <a:lnTo>
                  <a:pt x="85725" y="1104900"/>
                </a:lnTo>
                <a:lnTo>
                  <a:pt x="0" y="11620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36" name="network-layer-04-face">
            <a:extLst xmlns:a="http://schemas.openxmlformats.org/drawingml/2006/main">
              <a:ext uri="{FF2B5EF4-FFF2-40B4-BE49-F238E27FC236}">
                <a16:creationId xmlns:a16="http://schemas.microsoft.com/office/drawing/2014/main" id="{E592DFF9-0F14-401C-BD42-A6CFD9E5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85750" cy="1200150"/>
          </a:xfrm>
          <a:custGeom xmlns:a="http://schemas.openxmlformats.org/drawingml/2006/main">
            <a:pathLst>
              <a:path w="285750" h="1200150">
                <a:moveTo>
                  <a:pt x="0" y="0"/>
                </a:moveTo>
                <a:lnTo>
                  <a:pt x="285750" y="47625"/>
                </a:lnTo>
                <a:lnTo>
                  <a:pt x="285750" y="1152525"/>
                </a:lnTo>
                <a:lnTo>
                  <a:pt x="0" y="1200150"/>
                </a:lnTo>
                <a:close/>
              </a:path>
            </a:pathLst>
          </a:custGeom>
          <a:solidFill xmlns:a="http://schemas.openxmlformats.org/drawingml/2006/main">
            <a:srgbClr val="8D88B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37" name="network-layer-05-top">
            <a:extLst xmlns:a="http://schemas.openxmlformats.org/drawingml/2006/main">
              <a:ext uri="{FF2B5EF4-FFF2-40B4-BE49-F238E27FC236}">
                <a16:creationId xmlns:a16="http://schemas.microsoft.com/office/drawing/2014/main" id="{E8AF7D04-0BAE-456D-9D64-D7A0010B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62250"/>
            <a:ext cx="314325" cy="104775"/>
          </a:xfrm>
          <a:custGeom xmlns:a="http://schemas.openxmlformats.org/drawingml/2006/main">
            <a:pathLst>
              <a:path w="314325" h="104775">
                <a:moveTo>
                  <a:pt x="0" y="57150"/>
                </a:moveTo>
                <a:lnTo>
                  <a:pt x="85725" y="0"/>
                </a:lnTo>
                <a:lnTo>
                  <a:pt x="314325" y="47625"/>
                </a:lnTo>
                <a:lnTo>
                  <a:pt x="228600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38" name="network-layer-05-side">
            <a:extLst xmlns:a="http://schemas.openxmlformats.org/drawingml/2006/main">
              <a:ext uri="{FF2B5EF4-FFF2-40B4-BE49-F238E27FC236}">
                <a16:creationId xmlns:a16="http://schemas.microsoft.com/office/drawing/2014/main" id="{266E1100-A73D-45C1-9A02-5A8FA685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9875"/>
            <a:ext cx="85725" cy="819150"/>
          </a:xfrm>
          <a:custGeom xmlns:a="http://schemas.openxmlformats.org/drawingml/2006/main">
            <a:pathLst>
              <a:path w="85725" h="819150">
                <a:moveTo>
                  <a:pt x="0" y="57150"/>
                </a:moveTo>
                <a:lnTo>
                  <a:pt x="85725" y="0"/>
                </a:lnTo>
                <a:lnTo>
                  <a:pt x="85725" y="762000"/>
                </a:lnTo>
                <a:lnTo>
                  <a:pt x="0" y="8191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39" name="network-layer-05-face">
            <a:extLst xmlns:a="http://schemas.openxmlformats.org/drawingml/2006/main">
              <a:ext uri="{FF2B5EF4-FFF2-40B4-BE49-F238E27FC236}">
                <a16:creationId xmlns:a16="http://schemas.microsoft.com/office/drawing/2014/main" id="{A71ABACD-71A5-4A1E-B67B-67C27453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228600" cy="857250"/>
          </a:xfrm>
          <a:custGeom xmlns:a="http://schemas.openxmlformats.org/drawingml/2006/main">
            <a:pathLst>
              <a:path w="228600" h="857250">
                <a:moveTo>
                  <a:pt x="0" y="0"/>
                </a:moveTo>
                <a:lnTo>
                  <a:pt x="228600" y="47625"/>
                </a:lnTo>
                <a:lnTo>
                  <a:pt x="228600" y="809625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A09BC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40" name="network-layer-06-top">
            <a:extLst xmlns:a="http://schemas.openxmlformats.org/drawingml/2006/main">
              <a:ext uri="{FF2B5EF4-FFF2-40B4-BE49-F238E27FC236}">
                <a16:creationId xmlns:a16="http://schemas.microsoft.com/office/drawing/2014/main" id="{FDE57E6C-6196-4CD1-ABC1-32473D8A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33700"/>
            <a:ext cx="257175" cy="104775"/>
          </a:xfrm>
          <a:custGeom xmlns:a="http://schemas.openxmlformats.org/drawingml/2006/main">
            <a:pathLst>
              <a:path w="257175" h="104775">
                <a:moveTo>
                  <a:pt x="0" y="57150"/>
                </a:moveTo>
                <a:lnTo>
                  <a:pt x="85725" y="0"/>
                </a:lnTo>
                <a:lnTo>
                  <a:pt x="257175" y="47625"/>
                </a:lnTo>
                <a:lnTo>
                  <a:pt x="171450" y="104775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41" name="network-layer-06-side">
            <a:extLst xmlns:a="http://schemas.openxmlformats.org/drawingml/2006/main">
              <a:ext uri="{FF2B5EF4-FFF2-40B4-BE49-F238E27FC236}">
                <a16:creationId xmlns:a16="http://schemas.microsoft.com/office/drawing/2014/main" id="{CA624F54-5B74-410C-B25B-29EBE454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81325"/>
            <a:ext cx="85725" cy="476250"/>
          </a:xfrm>
          <a:custGeom xmlns:a="http://schemas.openxmlformats.org/drawingml/2006/main">
            <a:pathLst>
              <a:path w="85725" h="476250">
                <a:moveTo>
                  <a:pt x="0" y="57150"/>
                </a:moveTo>
                <a:lnTo>
                  <a:pt x="85725" y="0"/>
                </a:lnTo>
                <a:lnTo>
                  <a:pt x="85725" y="419100"/>
                </a:lnTo>
                <a:lnTo>
                  <a:pt x="0" y="4762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42" name="network-layer-06-face">
            <a:extLst xmlns:a="http://schemas.openxmlformats.org/drawingml/2006/main">
              <a:ext uri="{FF2B5EF4-FFF2-40B4-BE49-F238E27FC236}">
                <a16:creationId xmlns:a16="http://schemas.microsoft.com/office/drawing/2014/main" id="{9EEB6507-EB2C-4528-834E-0A826E1C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90850"/>
            <a:ext cx="171450" cy="514350"/>
          </a:xfrm>
          <a:custGeom xmlns:a="http://schemas.openxmlformats.org/drawingml/2006/main">
            <a:pathLst>
              <a:path w="171450" h="514350">
                <a:moveTo>
                  <a:pt x="0" y="0"/>
                </a:moveTo>
                <a:lnTo>
                  <a:pt x="171450" y="47625"/>
                </a:lnTo>
                <a:lnTo>
                  <a:pt x="171450" y="466725"/>
                </a:lnTo>
                <a:lnTo>
                  <a:pt x="0" y="514350"/>
                </a:lnTo>
                <a:close/>
              </a:path>
            </a:pathLst>
          </a:custGeom>
          <a:solidFill xmlns:a="http://schemas.openxmlformats.org/drawingml/2006/main">
            <a:srgbClr val="5E588F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43" name="network-layer-07-top">
            <a:extLst xmlns:a="http://schemas.openxmlformats.org/drawingml/2006/main">
              <a:ext uri="{FF2B5EF4-FFF2-40B4-BE49-F238E27FC236}">
                <a16:creationId xmlns:a16="http://schemas.microsoft.com/office/drawing/2014/main" id="{29998981-2C87-44C8-985B-21EAEF3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71775"/>
            <a:ext cx="314325" cy="95250"/>
          </a:xfrm>
          <a:custGeom xmlns:a="http://schemas.openxmlformats.org/drawingml/2006/main">
            <a:pathLst>
              <a:path w="314325" h="95250">
                <a:moveTo>
                  <a:pt x="0" y="47625"/>
                </a:moveTo>
                <a:lnTo>
                  <a:pt x="228600" y="0"/>
                </a:lnTo>
                <a:lnTo>
                  <a:pt x="31432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44" name="network-layer-07-side">
            <a:extLst xmlns:a="http://schemas.openxmlformats.org/drawingml/2006/main">
              <a:ext uri="{FF2B5EF4-FFF2-40B4-BE49-F238E27FC236}">
                <a16:creationId xmlns:a16="http://schemas.microsoft.com/office/drawing/2014/main" id="{AAEDB26A-0505-4E2F-8607-F28FD097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19400"/>
            <a:ext cx="85725" cy="809625"/>
          </a:xfrm>
          <a:custGeom xmlns:a="http://schemas.openxmlformats.org/drawingml/2006/main">
            <a:pathLst>
              <a:path w="85725" h="809625">
                <a:moveTo>
                  <a:pt x="0" y="0"/>
                </a:moveTo>
                <a:lnTo>
                  <a:pt x="85725" y="47625"/>
                </a:lnTo>
                <a:lnTo>
                  <a:pt x="85725" y="809625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45" name="network-layer-07-face">
            <a:extLst xmlns:a="http://schemas.openxmlformats.org/drawingml/2006/main">
              <a:ext uri="{FF2B5EF4-FFF2-40B4-BE49-F238E27FC236}">
                <a16:creationId xmlns:a16="http://schemas.microsoft.com/office/drawing/2014/main" id="{47A31FE7-FA92-405C-9A81-37EC0F85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19400"/>
            <a:ext cx="228600" cy="857250"/>
          </a:xfrm>
          <a:custGeom xmlns:a="http://schemas.openxmlformats.org/drawingml/2006/main">
            <a:pathLst>
              <a:path w="228600" h="857250">
                <a:moveTo>
                  <a:pt x="0" y="47625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A09BC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46" name="network-layer-08-top">
            <a:extLst xmlns:a="http://schemas.openxmlformats.org/drawingml/2006/main">
              <a:ext uri="{FF2B5EF4-FFF2-40B4-BE49-F238E27FC236}">
                <a16:creationId xmlns:a16="http://schemas.microsoft.com/office/drawing/2014/main" id="{DBCE5266-6A5C-4FBF-A60F-1EF298C8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0325"/>
            <a:ext cx="371475" cy="95250"/>
          </a:xfrm>
          <a:custGeom xmlns:a="http://schemas.openxmlformats.org/drawingml/2006/main">
            <a:pathLst>
              <a:path w="371475" h="95250">
                <a:moveTo>
                  <a:pt x="0" y="47625"/>
                </a:moveTo>
                <a:lnTo>
                  <a:pt x="285750" y="0"/>
                </a:lnTo>
                <a:lnTo>
                  <a:pt x="37147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47" name="network-layer-08-side">
            <a:extLst xmlns:a="http://schemas.openxmlformats.org/drawingml/2006/main">
              <a:ext uri="{FF2B5EF4-FFF2-40B4-BE49-F238E27FC236}">
                <a16:creationId xmlns:a16="http://schemas.microsoft.com/office/drawing/2014/main" id="{FFE982F3-EE29-46D0-B91A-048B546E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85725" cy="1152525"/>
          </a:xfrm>
          <a:custGeom xmlns:a="http://schemas.openxmlformats.org/drawingml/2006/main">
            <a:pathLst>
              <a:path w="85725" h="1152525">
                <a:moveTo>
                  <a:pt x="0" y="0"/>
                </a:moveTo>
                <a:lnTo>
                  <a:pt x="85725" y="47625"/>
                </a:lnTo>
                <a:lnTo>
                  <a:pt x="85725" y="1152525"/>
                </a:lnTo>
                <a:lnTo>
                  <a:pt x="0" y="110490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48" name="network-layer-08-face">
            <a:extLst xmlns:a="http://schemas.openxmlformats.org/drawingml/2006/main">
              <a:ext uri="{FF2B5EF4-FFF2-40B4-BE49-F238E27FC236}">
                <a16:creationId xmlns:a16="http://schemas.microsoft.com/office/drawing/2014/main" id="{11E60FAE-C05B-4A92-B2B9-FD3E457F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647950"/>
            <a:ext cx="285750" cy="1200150"/>
          </a:xfrm>
          <a:custGeom xmlns:a="http://schemas.openxmlformats.org/drawingml/2006/main">
            <a:pathLst>
              <a:path w="285750" h="1200150">
                <a:moveTo>
                  <a:pt x="0" y="47625"/>
                </a:moveTo>
                <a:lnTo>
                  <a:pt x="285750" y="0"/>
                </a:lnTo>
                <a:lnTo>
                  <a:pt x="285750" y="1200150"/>
                </a:lnTo>
                <a:lnTo>
                  <a:pt x="0" y="1152525"/>
                </a:lnTo>
                <a:close/>
              </a:path>
            </a:pathLst>
          </a:custGeom>
          <a:solidFill xmlns:a="http://schemas.openxmlformats.org/drawingml/2006/main">
            <a:srgbClr val="8D88B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49" name="network-layer-09-top">
            <a:extLst xmlns:a="http://schemas.openxmlformats.org/drawingml/2006/main">
              <a:ext uri="{FF2B5EF4-FFF2-40B4-BE49-F238E27FC236}">
                <a16:creationId xmlns:a16="http://schemas.microsoft.com/office/drawing/2014/main" id="{5E88CC4D-853E-41AD-A02C-8B414D2E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38400"/>
            <a:ext cx="381000" cy="95250"/>
          </a:xfrm>
          <a:custGeom xmlns:a="http://schemas.openxmlformats.org/drawingml/2006/main">
            <a:pathLst>
              <a:path w="381000" h="95250">
                <a:moveTo>
                  <a:pt x="0" y="47625"/>
                </a:moveTo>
                <a:lnTo>
                  <a:pt x="295275" y="0"/>
                </a:lnTo>
                <a:lnTo>
                  <a:pt x="381000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50" name="network-layer-09-side">
            <a:extLst xmlns:a="http://schemas.openxmlformats.org/drawingml/2006/main">
              <a:ext uri="{FF2B5EF4-FFF2-40B4-BE49-F238E27FC236}">
                <a16:creationId xmlns:a16="http://schemas.microsoft.com/office/drawing/2014/main" id="{E09C0E8A-36F8-4489-A92B-A863541B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86025"/>
            <a:ext cx="85725" cy="1476375"/>
          </a:xfrm>
          <a:custGeom xmlns:a="http://schemas.openxmlformats.org/drawingml/2006/main">
            <a:pathLst>
              <a:path w="85725" h="1476375">
                <a:moveTo>
                  <a:pt x="0" y="0"/>
                </a:moveTo>
                <a:lnTo>
                  <a:pt x="85725" y="47625"/>
                </a:lnTo>
                <a:lnTo>
                  <a:pt x="85725" y="1476375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51" name="network-layer-09-face">
            <a:extLst xmlns:a="http://schemas.openxmlformats.org/drawingml/2006/main">
              <a:ext uri="{FF2B5EF4-FFF2-40B4-BE49-F238E27FC236}">
                <a16:creationId xmlns:a16="http://schemas.microsoft.com/office/drawing/2014/main" id="{8364E721-E4F0-49FA-A0F5-3210A70C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86025"/>
            <a:ext cx="295275" cy="1524000"/>
          </a:xfrm>
          <a:custGeom xmlns:a="http://schemas.openxmlformats.org/drawingml/2006/main">
            <a:pathLst>
              <a:path w="295275" h="1524000">
                <a:moveTo>
                  <a:pt x="0" y="47625"/>
                </a:moveTo>
                <a:lnTo>
                  <a:pt x="295275" y="0"/>
                </a:lnTo>
                <a:lnTo>
                  <a:pt x="295275" y="1524000"/>
                </a:lnTo>
                <a:lnTo>
                  <a:pt x="0" y="1476375"/>
                </a:lnTo>
                <a:close/>
              </a:path>
            </a:pathLst>
          </a:custGeom>
          <a:solidFill xmlns:a="http://schemas.openxmlformats.org/drawingml/2006/main">
            <a:srgbClr val="7A74A8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52" name="network-layer-10-top">
            <a:extLst xmlns:a="http://schemas.openxmlformats.org/drawingml/2006/main">
              <a:ext uri="{FF2B5EF4-FFF2-40B4-BE49-F238E27FC236}">
                <a16:creationId xmlns:a16="http://schemas.microsoft.com/office/drawing/2014/main" id="{494CB2D5-CB73-463A-9828-F0C7FBAD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76475"/>
            <a:ext cx="371475" cy="95250"/>
          </a:xfrm>
          <a:custGeom xmlns:a="http://schemas.openxmlformats.org/drawingml/2006/main">
            <a:pathLst>
              <a:path w="371475" h="95250">
                <a:moveTo>
                  <a:pt x="0" y="47625"/>
                </a:moveTo>
                <a:lnTo>
                  <a:pt x="285750" y="0"/>
                </a:lnTo>
                <a:lnTo>
                  <a:pt x="37147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53" name="network-layer-10-side">
            <a:extLst xmlns:a="http://schemas.openxmlformats.org/drawingml/2006/main">
              <a:ext uri="{FF2B5EF4-FFF2-40B4-BE49-F238E27FC236}">
                <a16:creationId xmlns:a16="http://schemas.microsoft.com/office/drawing/2014/main" id="{06F0B935-E817-428E-A6F4-B3A33531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24100"/>
            <a:ext cx="85725" cy="1800225"/>
          </a:xfrm>
          <a:custGeom xmlns:a="http://schemas.openxmlformats.org/drawingml/2006/main">
            <a:pathLst>
              <a:path w="85725" h="1800225">
                <a:moveTo>
                  <a:pt x="0" y="0"/>
                </a:moveTo>
                <a:lnTo>
                  <a:pt x="85725" y="47625"/>
                </a:lnTo>
                <a:lnTo>
                  <a:pt x="85725" y="1800225"/>
                </a:lnTo>
                <a:lnTo>
                  <a:pt x="0" y="175260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54" name="network-layer-10-face">
            <a:extLst xmlns:a="http://schemas.openxmlformats.org/drawingml/2006/main">
              <a:ext uri="{FF2B5EF4-FFF2-40B4-BE49-F238E27FC236}">
                <a16:creationId xmlns:a16="http://schemas.microsoft.com/office/drawing/2014/main" id="{EE179036-2D2B-4734-9327-7B9A2C6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85750" cy="1847850"/>
          </a:xfrm>
          <a:custGeom xmlns:a="http://schemas.openxmlformats.org/drawingml/2006/main">
            <a:pathLst>
              <a:path w="285750" h="1847850">
                <a:moveTo>
                  <a:pt x="0" y="47625"/>
                </a:moveTo>
                <a:lnTo>
                  <a:pt x="285750" y="0"/>
                </a:lnTo>
                <a:lnTo>
                  <a:pt x="285750" y="1847850"/>
                </a:lnTo>
                <a:lnTo>
                  <a:pt x="0" y="1800225"/>
                </a:lnTo>
                <a:close/>
              </a:path>
            </a:pathLst>
          </a:custGeom>
          <a:solidFill xmlns:a="http://schemas.openxmlformats.org/drawingml/2006/main">
            <a:srgbClr val="686297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55" name="network-layer-11-top">
            <a:extLst xmlns:a="http://schemas.openxmlformats.org/drawingml/2006/main">
              <a:ext uri="{FF2B5EF4-FFF2-40B4-BE49-F238E27FC236}">
                <a16:creationId xmlns:a16="http://schemas.microsoft.com/office/drawing/2014/main" id="{5EC090BC-4972-4D13-8D74-2A7032D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352425" cy="95250"/>
          </a:xfrm>
          <a:custGeom xmlns:a="http://schemas.openxmlformats.org/drawingml/2006/main">
            <a:pathLst>
              <a:path w="352425" h="95250">
                <a:moveTo>
                  <a:pt x="0" y="47625"/>
                </a:moveTo>
                <a:lnTo>
                  <a:pt x="266700" y="0"/>
                </a:lnTo>
                <a:lnTo>
                  <a:pt x="352425" y="47625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D8D5E9"/>
          </a:solidFill>
          <a:ln xmlns:a="http://schemas.openxmlformats.org/drawingml/2006/main" w="9525">
            <a:solidFill>
              <a:srgbClr val="6C669A"/>
            </a:solidFill>
            <a:prstDash val="solid"/>
          </a:ln>
        </p:spPr>
      </p:sp>
      <p:sp>
        <p:nvSpPr>
          <p:cNvPr id="56" name="network-layer-11-side">
            <a:extLst xmlns:a="http://schemas.openxmlformats.org/drawingml/2006/main">
              <a:ext uri="{FF2B5EF4-FFF2-40B4-BE49-F238E27FC236}">
                <a16:creationId xmlns:a16="http://schemas.microsoft.com/office/drawing/2014/main" id="{6BE241E6-88F1-4C56-8636-6445AFC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85725" cy="2105025"/>
          </a:xfrm>
          <a:custGeom xmlns:a="http://schemas.openxmlformats.org/drawingml/2006/main">
            <a:pathLst>
              <a:path w="85725" h="2105025">
                <a:moveTo>
                  <a:pt x="0" y="0"/>
                </a:moveTo>
                <a:lnTo>
                  <a:pt x="85725" y="47625"/>
                </a:lnTo>
                <a:lnTo>
                  <a:pt x="85725" y="2105025"/>
                </a:lnTo>
                <a:lnTo>
                  <a:pt x="0" y="2057400"/>
                </a:lnTo>
                <a:close/>
              </a:path>
            </a:pathLst>
          </a:custGeom>
          <a:solidFill xmlns:a="http://schemas.openxmlformats.org/drawingml/2006/main">
            <a:srgbClr val="7771A7"/>
          </a:solidFill>
          <a:ln xmlns:a="http://schemas.openxmlformats.org/drawingml/2006/main" w="9525">
            <a:solidFill>
              <a:srgbClr val="4D477D"/>
            </a:solidFill>
            <a:prstDash val="solid"/>
          </a:ln>
        </p:spPr>
      </p:sp>
      <p:sp>
        <p:nvSpPr>
          <p:cNvPr id="57" name="network-layer-11-face">
            <a:extLst xmlns:a="http://schemas.openxmlformats.org/drawingml/2006/main">
              <a:ext uri="{FF2B5EF4-FFF2-40B4-BE49-F238E27FC236}">
                <a16:creationId xmlns:a16="http://schemas.microsoft.com/office/drawing/2014/main" id="{D965D23A-C074-4977-99E1-7D75EDE9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71700"/>
            <a:ext cx="266700" cy="2152650"/>
          </a:xfrm>
          <a:custGeom xmlns:a="http://schemas.openxmlformats.org/drawingml/2006/main">
            <a:pathLst>
              <a:path w="266700" h="2152650">
                <a:moveTo>
                  <a:pt x="0" y="47625"/>
                </a:moveTo>
                <a:lnTo>
                  <a:pt x="266700" y="0"/>
                </a:lnTo>
                <a:lnTo>
                  <a:pt x="266700" y="2152650"/>
                </a:lnTo>
                <a:lnTo>
                  <a:pt x="0" y="2105025"/>
                </a:lnTo>
                <a:close/>
              </a:path>
            </a:pathLst>
          </a:custGeom>
          <a:solidFill xmlns:a="http://schemas.openxmlformats.org/drawingml/2006/main">
            <a:srgbClr val="575184"/>
          </a:solidFill>
          <a:ln xmlns:a="http://schemas.openxmlformats.org/drawingml/2006/main" w="12859">
            <a:solidFill>
              <a:srgbClr val="423D75"/>
            </a:solidFill>
            <a:prstDash val="solid"/>
          </a:ln>
        </p:spPr>
      </p:sp>
      <p:sp>
        <p:nvSpPr>
          <p:cNvPr id="58" name="predicted-plot-grid-v-1">
            <a:extLst xmlns:a="http://schemas.openxmlformats.org/drawingml/2006/main">
              <a:ext uri="{FF2B5EF4-FFF2-40B4-BE49-F238E27FC236}">
                <a16:creationId xmlns:a16="http://schemas.microsoft.com/office/drawing/2014/main" id="{DA917DEC-308B-4F3E-8050-A584D581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031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59" name="predicted-plot-grid-v-2">
            <a:extLst xmlns:a="http://schemas.openxmlformats.org/drawingml/2006/main">
              <a:ext uri="{FF2B5EF4-FFF2-40B4-BE49-F238E27FC236}">
                <a16:creationId xmlns:a16="http://schemas.microsoft.com/office/drawing/2014/main" id="{6E3E3855-9311-4345-96EE-A96F7DA6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8438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0" name="predicted-plot-grid-v-3">
            <a:extLst xmlns:a="http://schemas.openxmlformats.org/drawingml/2006/main">
              <a:ext uri="{FF2B5EF4-FFF2-40B4-BE49-F238E27FC236}">
                <a16:creationId xmlns:a16="http://schemas.microsoft.com/office/drawing/2014/main" id="{7F25416D-CF86-4202-8363-B45FFFAD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844" y="1847850"/>
            <a:ext cx="9525" cy="1009650"/>
          </a:xfrm>
          <a:custGeom xmlns:a="http://schemas.openxmlformats.org/drawingml/2006/main"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1" name="predicted-plot-grid-h-1">
            <a:extLst xmlns:a="http://schemas.openxmlformats.org/drawingml/2006/main">
              <a:ext uri="{FF2B5EF4-FFF2-40B4-BE49-F238E27FC236}">
                <a16:creationId xmlns:a16="http://schemas.microsoft.com/office/drawing/2014/main" id="{AABAD981-B523-4A75-8674-7B727DD1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2154555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2" name="predicted-plot-grid-h-2">
            <a:extLst xmlns:a="http://schemas.openxmlformats.org/drawingml/2006/main">
              <a:ext uri="{FF2B5EF4-FFF2-40B4-BE49-F238E27FC236}">
                <a16:creationId xmlns:a16="http://schemas.microsoft.com/office/drawing/2014/main" id="{7C6E669C-7622-4234-973C-42631588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2563178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3" name="predicted-plot-curve">
            <a:extLst xmlns:a="http://schemas.openxmlformats.org/drawingml/2006/main">
              <a:ext uri="{FF2B5EF4-FFF2-40B4-BE49-F238E27FC236}">
                <a16:creationId xmlns:a16="http://schemas.microsoft.com/office/drawing/2014/main" id="{F3395788-89C5-4E69-B536-FF4DDE46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1986020"/>
            <a:ext cx="2085975" cy="621840"/>
          </a:xfrm>
          <a:custGeom xmlns:a="http://schemas.openxmlformats.org/drawingml/2006/main">
            <a:pathLst>
              <a:path w="2085975" h="621840">
                <a:moveTo>
                  <a:pt x="0" y="532124"/>
                </a:moveTo>
                <a:lnTo>
                  <a:pt x="23441" y="496091"/>
                </a:lnTo>
                <a:lnTo>
                  <a:pt x="46873" y="468840"/>
                </a:lnTo>
                <a:lnTo>
                  <a:pt x="70314" y="454476"/>
                </a:lnTo>
                <a:lnTo>
                  <a:pt x="93755" y="454114"/>
                </a:lnTo>
                <a:lnTo>
                  <a:pt x="117186" y="465820"/>
                </a:lnTo>
                <a:lnTo>
                  <a:pt x="140627" y="485308"/>
                </a:lnTo>
                <a:lnTo>
                  <a:pt x="164068" y="507168"/>
                </a:lnTo>
                <a:lnTo>
                  <a:pt x="187500" y="526380"/>
                </a:lnTo>
                <a:lnTo>
                  <a:pt x="210941" y="539601"/>
                </a:lnTo>
                <a:lnTo>
                  <a:pt x="234382" y="545916"/>
                </a:lnTo>
                <a:lnTo>
                  <a:pt x="257813" y="546887"/>
                </a:lnTo>
                <a:lnTo>
                  <a:pt x="281254" y="545868"/>
                </a:lnTo>
                <a:lnTo>
                  <a:pt x="304695" y="546735"/>
                </a:lnTo>
                <a:lnTo>
                  <a:pt x="328127" y="552602"/>
                </a:lnTo>
                <a:lnTo>
                  <a:pt x="351568" y="564585"/>
                </a:lnTo>
                <a:lnTo>
                  <a:pt x="375009" y="581320"/>
                </a:lnTo>
                <a:lnTo>
                  <a:pt x="398440" y="599046"/>
                </a:lnTo>
                <a:lnTo>
                  <a:pt x="421881" y="612524"/>
                </a:lnTo>
                <a:lnTo>
                  <a:pt x="445322" y="616344"/>
                </a:lnTo>
                <a:lnTo>
                  <a:pt x="468754" y="606362"/>
                </a:lnTo>
                <a:lnTo>
                  <a:pt x="492195" y="580854"/>
                </a:lnTo>
                <a:lnTo>
                  <a:pt x="515636" y="541020"/>
                </a:lnTo>
                <a:lnTo>
                  <a:pt x="539077" y="490785"/>
                </a:lnTo>
                <a:lnTo>
                  <a:pt x="562508" y="435797"/>
                </a:lnTo>
                <a:lnTo>
                  <a:pt x="585949" y="382038"/>
                </a:lnTo>
                <a:lnTo>
                  <a:pt x="609390" y="334347"/>
                </a:lnTo>
                <a:lnTo>
                  <a:pt x="632822" y="295294"/>
                </a:lnTo>
                <a:lnTo>
                  <a:pt x="656263" y="264671"/>
                </a:lnTo>
                <a:lnTo>
                  <a:pt x="679704" y="239792"/>
                </a:lnTo>
                <a:lnTo>
                  <a:pt x="703135" y="216494"/>
                </a:lnTo>
                <a:lnTo>
                  <a:pt x="726577" y="190605"/>
                </a:lnTo>
                <a:lnTo>
                  <a:pt x="750018" y="159353"/>
                </a:lnTo>
                <a:lnTo>
                  <a:pt x="773449" y="122482"/>
                </a:lnTo>
                <a:lnTo>
                  <a:pt x="796890" y="82610"/>
                </a:lnTo>
                <a:lnTo>
                  <a:pt x="820331" y="44767"/>
                </a:lnTo>
                <a:lnTo>
                  <a:pt x="843763" y="15240"/>
                </a:lnTo>
                <a:lnTo>
                  <a:pt x="867204" y="0"/>
                </a:lnTo>
                <a:lnTo>
                  <a:pt x="890645" y="3058"/>
                </a:lnTo>
                <a:lnTo>
                  <a:pt x="914076" y="25394"/>
                </a:lnTo>
                <a:lnTo>
                  <a:pt x="937517" y="64484"/>
                </a:lnTo>
                <a:lnTo>
                  <a:pt x="960958" y="114833"/>
                </a:lnTo>
                <a:lnTo>
                  <a:pt x="984390" y="169164"/>
                </a:lnTo>
                <a:lnTo>
                  <a:pt x="1007831" y="220142"/>
                </a:lnTo>
                <a:lnTo>
                  <a:pt x="1031272" y="262023"/>
                </a:lnTo>
                <a:lnTo>
                  <a:pt x="1054703" y="291932"/>
                </a:lnTo>
                <a:lnTo>
                  <a:pt x="1078144" y="310410"/>
                </a:lnTo>
                <a:lnTo>
                  <a:pt x="1101585" y="320992"/>
                </a:lnTo>
                <a:lnTo>
                  <a:pt x="1125017" y="329155"/>
                </a:lnTo>
                <a:lnTo>
                  <a:pt x="1148458" y="340709"/>
                </a:lnTo>
                <a:lnTo>
                  <a:pt x="1171899" y="360159"/>
                </a:lnTo>
                <a:lnTo>
                  <a:pt x="1195330" y="389534"/>
                </a:lnTo>
                <a:lnTo>
                  <a:pt x="1218771" y="427834"/>
                </a:lnTo>
                <a:lnTo>
                  <a:pt x="1242212" y="471345"/>
                </a:lnTo>
                <a:lnTo>
                  <a:pt x="1265644" y="514645"/>
                </a:lnTo>
                <a:lnTo>
                  <a:pt x="1289085" y="552107"/>
                </a:lnTo>
                <a:lnTo>
                  <a:pt x="1312526" y="579311"/>
                </a:lnTo>
                <a:lnTo>
                  <a:pt x="1335957" y="594179"/>
                </a:lnTo>
                <a:lnTo>
                  <a:pt x="1359398" y="597398"/>
                </a:lnTo>
                <a:lnTo>
                  <a:pt x="1382840" y="592074"/>
                </a:lnTo>
                <a:lnTo>
                  <a:pt x="1406271" y="582730"/>
                </a:lnTo>
                <a:lnTo>
                  <a:pt x="1429712" y="573957"/>
                </a:lnTo>
                <a:lnTo>
                  <a:pt x="1453153" y="569090"/>
                </a:lnTo>
                <a:lnTo>
                  <a:pt x="1476585" y="569262"/>
                </a:lnTo>
                <a:lnTo>
                  <a:pt x="1500026" y="573157"/>
                </a:lnTo>
                <a:lnTo>
                  <a:pt x="1523467" y="577520"/>
                </a:lnTo>
                <a:lnTo>
                  <a:pt x="1546898" y="578215"/>
                </a:lnTo>
                <a:lnTo>
                  <a:pt x="1570339" y="571586"/>
                </a:lnTo>
                <a:lnTo>
                  <a:pt x="1593780" y="555793"/>
                </a:lnTo>
                <a:lnTo>
                  <a:pt x="1617221" y="531543"/>
                </a:lnTo>
                <a:lnTo>
                  <a:pt x="1640653" y="502234"/>
                </a:lnTo>
                <a:lnTo>
                  <a:pt x="1664094" y="473269"/>
                </a:lnTo>
                <a:lnTo>
                  <a:pt x="1687535" y="450761"/>
                </a:lnTo>
                <a:lnTo>
                  <a:pt x="1710966" y="440045"/>
                </a:lnTo>
                <a:lnTo>
                  <a:pt x="1734407" y="444246"/>
                </a:lnTo>
                <a:lnTo>
                  <a:pt x="1757848" y="463429"/>
                </a:lnTo>
                <a:lnTo>
                  <a:pt x="1781280" y="494481"/>
                </a:lnTo>
                <a:lnTo>
                  <a:pt x="1804721" y="531781"/>
                </a:lnTo>
                <a:lnTo>
                  <a:pt x="1828162" y="568538"/>
                </a:lnTo>
                <a:lnTo>
                  <a:pt x="1851593" y="598351"/>
                </a:lnTo>
                <a:lnTo>
                  <a:pt x="1875034" y="616696"/>
                </a:lnTo>
                <a:lnTo>
                  <a:pt x="1898475" y="621840"/>
                </a:lnTo>
                <a:lnTo>
                  <a:pt x="1921907" y="615115"/>
                </a:lnTo>
                <a:lnTo>
                  <a:pt x="1945348" y="600275"/>
                </a:lnTo>
                <a:lnTo>
                  <a:pt x="1968789" y="582339"/>
                </a:lnTo>
                <a:lnTo>
                  <a:pt x="1992220" y="566176"/>
                </a:lnTo>
                <a:lnTo>
                  <a:pt x="2015661" y="555107"/>
                </a:lnTo>
                <a:lnTo>
                  <a:pt x="2039102" y="550135"/>
                </a:lnTo>
                <a:lnTo>
                  <a:pt x="2062534" y="549812"/>
                </a:lnTo>
                <a:lnTo>
                  <a:pt x="2085975" y="550869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D2F6E"/>
            </a:solidFill>
            <a:prstDash val="solid"/>
          </a:ln>
        </p:spPr>
      </p:sp>
      <p:sp>
        <p:nvSpPr>
          <p:cNvPr id="64" name="predicted-plot-sample-001">
            <a:extLst xmlns:a="http://schemas.openxmlformats.org/drawingml/2006/main">
              <a:ext uri="{FF2B5EF4-FFF2-40B4-BE49-F238E27FC236}">
                <a16:creationId xmlns:a16="http://schemas.microsoft.com/office/drawing/2014/main" id="{C2F351D1-D8CB-42C6-AC1F-8B74948F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164" y="251385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5" name="predicted-plot-sample-002">
            <a:extLst xmlns:a="http://schemas.openxmlformats.org/drawingml/2006/main">
              <a:ext uri="{FF2B5EF4-FFF2-40B4-BE49-F238E27FC236}">
                <a16:creationId xmlns:a16="http://schemas.microsoft.com/office/drawing/2014/main" id="{415687CF-6ADE-470C-B016-2C889EC8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222" y="250083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6" name="predicted-plot-sample-003">
            <a:extLst xmlns:a="http://schemas.openxmlformats.org/drawingml/2006/main">
              <a:ext uri="{FF2B5EF4-FFF2-40B4-BE49-F238E27FC236}">
                <a16:creationId xmlns:a16="http://schemas.microsoft.com/office/drawing/2014/main" id="{CD2A05C0-932F-4FA3-B547-8A001F00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7271" y="248841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7" name="predicted-plot-sample-004">
            <a:extLst xmlns:a="http://schemas.openxmlformats.org/drawingml/2006/main">
              <a:ext uri="{FF2B5EF4-FFF2-40B4-BE49-F238E27FC236}">
                <a16:creationId xmlns:a16="http://schemas.microsoft.com/office/drawing/2014/main" id="{3CE6D3C8-B9F5-47F4-8655-D195712D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329" y="247682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8" name="predicted-plot-sample-005">
            <a:extLst xmlns:a="http://schemas.openxmlformats.org/drawingml/2006/main">
              <a:ext uri="{FF2B5EF4-FFF2-40B4-BE49-F238E27FC236}">
                <a16:creationId xmlns:a16="http://schemas.microsoft.com/office/drawing/2014/main" id="{CA84CB32-C34E-47FB-AB1B-9C188C2C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3377" y="246631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69" name="predicted-plot-sample-006">
            <a:extLst xmlns:a="http://schemas.openxmlformats.org/drawingml/2006/main">
              <a:ext uri="{FF2B5EF4-FFF2-40B4-BE49-F238E27FC236}">
                <a16:creationId xmlns:a16="http://schemas.microsoft.com/office/drawing/2014/main" id="{CB2C67BE-ADEE-4699-9BE7-BDB7E21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1435" y="245707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0" name="predicted-plot-sample-007">
            <a:extLst xmlns:a="http://schemas.openxmlformats.org/drawingml/2006/main">
              <a:ext uri="{FF2B5EF4-FFF2-40B4-BE49-F238E27FC236}">
                <a16:creationId xmlns:a16="http://schemas.microsoft.com/office/drawing/2014/main" id="{6144ED7B-C1F5-404A-8628-27BC6A82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9484" y="244928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1" name="predicted-plot-sample-008">
            <a:extLst xmlns:a="http://schemas.openxmlformats.org/drawingml/2006/main">
              <a:ext uri="{FF2B5EF4-FFF2-40B4-BE49-F238E27FC236}">
                <a16:creationId xmlns:a16="http://schemas.microsoft.com/office/drawing/2014/main" id="{2F67981C-7DFA-418B-B5A0-48F11EDD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542" y="244306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2" name="predicted-plot-sample-009">
            <a:extLst xmlns:a="http://schemas.openxmlformats.org/drawingml/2006/main">
              <a:ext uri="{FF2B5EF4-FFF2-40B4-BE49-F238E27FC236}">
                <a16:creationId xmlns:a16="http://schemas.microsoft.com/office/drawing/2014/main" id="{9EE987FB-5AF2-44D3-BFB0-F9AD8001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591" y="243848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3" name="predicted-plot-sample-010">
            <a:extLst xmlns:a="http://schemas.openxmlformats.org/drawingml/2006/main">
              <a:ext uri="{FF2B5EF4-FFF2-40B4-BE49-F238E27FC236}">
                <a16:creationId xmlns:a16="http://schemas.microsoft.com/office/drawing/2014/main" id="{878CEABB-421E-4F12-A1BF-FEA0830F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649" y="243559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4" name="predicted-plot-sample-011">
            <a:extLst xmlns:a="http://schemas.openxmlformats.org/drawingml/2006/main">
              <a:ext uri="{FF2B5EF4-FFF2-40B4-BE49-F238E27FC236}">
                <a16:creationId xmlns:a16="http://schemas.microsoft.com/office/drawing/2014/main" id="{BB69D5BB-57D7-46D5-9D3A-3C61B49B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707" y="243437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5" name="predicted-plot-sample-012">
            <a:extLst xmlns:a="http://schemas.openxmlformats.org/drawingml/2006/main">
              <a:ext uri="{FF2B5EF4-FFF2-40B4-BE49-F238E27FC236}">
                <a16:creationId xmlns:a16="http://schemas.microsoft.com/office/drawing/2014/main" id="{B0C75748-27DD-4124-BA6E-B76080AF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756" y="243478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6" name="predicted-plot-sample-013">
            <a:extLst xmlns:a="http://schemas.openxmlformats.org/drawingml/2006/main">
              <a:ext uri="{FF2B5EF4-FFF2-40B4-BE49-F238E27FC236}">
                <a16:creationId xmlns:a16="http://schemas.microsoft.com/office/drawing/2014/main" id="{EE0B58F5-2BB6-4A9A-BB74-4A3DAC05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814" y="243670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7" name="predicted-plot-sample-014">
            <a:extLst xmlns:a="http://schemas.openxmlformats.org/drawingml/2006/main">
              <a:ext uri="{FF2B5EF4-FFF2-40B4-BE49-F238E27FC236}">
                <a16:creationId xmlns:a16="http://schemas.microsoft.com/office/drawing/2014/main" id="{7FB333BA-5291-43AE-9005-CF3DC95A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863" y="244002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8" name="predicted-plot-sample-015">
            <a:extLst xmlns:a="http://schemas.openxmlformats.org/drawingml/2006/main">
              <a:ext uri="{FF2B5EF4-FFF2-40B4-BE49-F238E27FC236}">
                <a16:creationId xmlns:a16="http://schemas.microsoft.com/office/drawing/2014/main" id="{1E4E5F77-2484-4726-8D6E-C157411F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921" y="244459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79" name="predicted-plot-sample-016">
            <a:extLst xmlns:a="http://schemas.openxmlformats.org/drawingml/2006/main">
              <a:ext uri="{FF2B5EF4-FFF2-40B4-BE49-F238E27FC236}">
                <a16:creationId xmlns:a16="http://schemas.microsoft.com/office/drawing/2014/main" id="{15FC28FA-EFC2-4F62-9785-BB23717F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969" y="245019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0" name="predicted-plot-sample-017">
            <a:extLst xmlns:a="http://schemas.openxmlformats.org/drawingml/2006/main">
              <a:ext uri="{FF2B5EF4-FFF2-40B4-BE49-F238E27FC236}">
                <a16:creationId xmlns:a16="http://schemas.microsoft.com/office/drawing/2014/main" id="{6C8D1AB5-AF74-48F3-B93B-4D3C8229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027" y="245662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1" name="predicted-plot-sample-018">
            <a:extLst xmlns:a="http://schemas.openxmlformats.org/drawingml/2006/main">
              <a:ext uri="{FF2B5EF4-FFF2-40B4-BE49-F238E27FC236}">
                <a16:creationId xmlns:a16="http://schemas.microsoft.com/office/drawing/2014/main" id="{64188406-7F9A-42E1-A66D-346E2B8A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086" y="246366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2" name="predicted-plot-sample-019">
            <a:extLst xmlns:a="http://schemas.openxmlformats.org/drawingml/2006/main">
              <a:ext uri="{FF2B5EF4-FFF2-40B4-BE49-F238E27FC236}">
                <a16:creationId xmlns:a16="http://schemas.microsoft.com/office/drawing/2014/main" id="{041512B2-51A4-41AA-9B08-E7877F79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134" y="247108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3" name="predicted-plot-sample-020">
            <a:extLst xmlns:a="http://schemas.openxmlformats.org/drawingml/2006/main">
              <a:ext uri="{FF2B5EF4-FFF2-40B4-BE49-F238E27FC236}">
                <a16:creationId xmlns:a16="http://schemas.microsoft.com/office/drawing/2014/main" id="{38D24AA7-9AB4-496E-B8BF-B6A73158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4192" y="247866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4" name="predicted-plot-sample-021">
            <a:extLst xmlns:a="http://schemas.openxmlformats.org/drawingml/2006/main">
              <a:ext uri="{FF2B5EF4-FFF2-40B4-BE49-F238E27FC236}">
                <a16:creationId xmlns:a16="http://schemas.microsoft.com/office/drawing/2014/main" id="{5AC6EEAE-122A-41EE-8FDE-9814BCAC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241" y="248617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5" name="predicted-plot-sample-022">
            <a:extLst xmlns:a="http://schemas.openxmlformats.org/drawingml/2006/main">
              <a:ext uri="{FF2B5EF4-FFF2-40B4-BE49-F238E27FC236}">
                <a16:creationId xmlns:a16="http://schemas.microsoft.com/office/drawing/2014/main" id="{FB346A61-D1A5-4A28-9428-4F62040B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0299" y="249343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6" name="predicted-plot-sample-023">
            <a:extLst xmlns:a="http://schemas.openxmlformats.org/drawingml/2006/main">
              <a:ext uri="{FF2B5EF4-FFF2-40B4-BE49-F238E27FC236}">
                <a16:creationId xmlns:a16="http://schemas.microsoft.com/office/drawing/2014/main" id="{9D01D0E3-4AE8-4FE3-A4CF-8A1A6151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348" y="250025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7" name="predicted-plot-sample-024">
            <a:extLst xmlns:a="http://schemas.openxmlformats.org/drawingml/2006/main">
              <a:ext uri="{FF2B5EF4-FFF2-40B4-BE49-F238E27FC236}">
                <a16:creationId xmlns:a16="http://schemas.microsoft.com/office/drawing/2014/main" id="{11654329-DD3B-4BA9-8374-07F1F965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06" y="250648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8" name="predicted-plot-sample-025">
            <a:extLst xmlns:a="http://schemas.openxmlformats.org/drawingml/2006/main">
              <a:ext uri="{FF2B5EF4-FFF2-40B4-BE49-F238E27FC236}">
                <a16:creationId xmlns:a16="http://schemas.microsoft.com/office/drawing/2014/main" id="{3FAD2258-BDC5-44A5-B882-028E45CC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4455" y="251201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89" name="predicted-plot-sample-026">
            <a:extLst xmlns:a="http://schemas.openxmlformats.org/drawingml/2006/main">
              <a:ext uri="{FF2B5EF4-FFF2-40B4-BE49-F238E27FC236}">
                <a16:creationId xmlns:a16="http://schemas.microsoft.com/office/drawing/2014/main" id="{D1110A4A-DAEA-4134-8600-AE2259BC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513" y="251677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0" name="predicted-plot-sample-027">
            <a:extLst xmlns:a="http://schemas.openxmlformats.org/drawingml/2006/main">
              <a:ext uri="{FF2B5EF4-FFF2-40B4-BE49-F238E27FC236}">
                <a16:creationId xmlns:a16="http://schemas.microsoft.com/office/drawing/2014/main" id="{F89BBF58-6AB4-471E-BCA9-C4B0E981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571" y="252068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1" name="predicted-plot-sample-028">
            <a:extLst xmlns:a="http://schemas.openxmlformats.org/drawingml/2006/main">
              <a:ext uri="{FF2B5EF4-FFF2-40B4-BE49-F238E27FC236}">
                <a16:creationId xmlns:a16="http://schemas.microsoft.com/office/drawing/2014/main" id="{A4963EA8-4B2D-476F-B661-87CFA6DE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8620" y="252375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2" name="predicted-plot-sample-029">
            <a:extLst xmlns:a="http://schemas.openxmlformats.org/drawingml/2006/main">
              <a:ext uri="{FF2B5EF4-FFF2-40B4-BE49-F238E27FC236}">
                <a16:creationId xmlns:a16="http://schemas.microsoft.com/office/drawing/2014/main" id="{19F5AF6B-6495-45D1-B276-5353E478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6678" y="252602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3" name="predicted-plot-sample-030">
            <a:extLst xmlns:a="http://schemas.openxmlformats.org/drawingml/2006/main">
              <a:ext uri="{FF2B5EF4-FFF2-40B4-BE49-F238E27FC236}">
                <a16:creationId xmlns:a16="http://schemas.microsoft.com/office/drawing/2014/main" id="{41923B2C-8BDF-463B-9AFC-779661C9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726" y="252753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4" name="predicted-plot-sample-031">
            <a:extLst xmlns:a="http://schemas.openxmlformats.org/drawingml/2006/main">
              <a:ext uri="{FF2B5EF4-FFF2-40B4-BE49-F238E27FC236}">
                <a16:creationId xmlns:a16="http://schemas.microsoft.com/office/drawing/2014/main" id="{973578B8-B37F-4727-B20E-092FD344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784" y="252839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5" name="predicted-plot-sample-032">
            <a:extLst xmlns:a="http://schemas.openxmlformats.org/drawingml/2006/main">
              <a:ext uri="{FF2B5EF4-FFF2-40B4-BE49-F238E27FC236}">
                <a16:creationId xmlns:a16="http://schemas.microsoft.com/office/drawing/2014/main" id="{51EFEE03-6332-4F2A-AC19-191DFF66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833" y="252870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6" name="predicted-plot-sample-033">
            <a:extLst xmlns:a="http://schemas.openxmlformats.org/drawingml/2006/main">
              <a:ext uri="{FF2B5EF4-FFF2-40B4-BE49-F238E27FC236}">
                <a16:creationId xmlns:a16="http://schemas.microsoft.com/office/drawing/2014/main" id="{3FA1EF1A-E742-46C7-B52C-D392EFA9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891" y="252862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7" name="predicted-plot-sample-034">
            <a:extLst xmlns:a="http://schemas.openxmlformats.org/drawingml/2006/main">
              <a:ext uri="{FF2B5EF4-FFF2-40B4-BE49-F238E27FC236}">
                <a16:creationId xmlns:a16="http://schemas.microsoft.com/office/drawing/2014/main" id="{E653C5E4-D374-4FAD-923D-578618C6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6940" y="252829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8" name="predicted-plot-sample-035">
            <a:extLst xmlns:a="http://schemas.openxmlformats.org/drawingml/2006/main">
              <a:ext uri="{FF2B5EF4-FFF2-40B4-BE49-F238E27FC236}">
                <a16:creationId xmlns:a16="http://schemas.microsoft.com/office/drawing/2014/main" id="{72AEE8D9-09DF-4F1B-BE6E-456F6293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998" y="252789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99" name="predicted-plot-sample-036">
            <a:extLst xmlns:a="http://schemas.openxmlformats.org/drawingml/2006/main">
              <a:ext uri="{FF2B5EF4-FFF2-40B4-BE49-F238E27FC236}">
                <a16:creationId xmlns:a16="http://schemas.microsoft.com/office/drawing/2014/main" id="{689ABE8C-DD9D-463D-A51A-62C33153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056" y="252758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0" name="predicted-plot-sample-037">
            <a:extLst xmlns:a="http://schemas.openxmlformats.org/drawingml/2006/main">
              <a:ext uri="{FF2B5EF4-FFF2-40B4-BE49-F238E27FC236}">
                <a16:creationId xmlns:a16="http://schemas.microsoft.com/office/drawing/2014/main" id="{4BF5393A-A38A-4CB7-93B0-90D4E434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105" y="252750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1" name="predicted-plot-sample-038">
            <a:extLst xmlns:a="http://schemas.openxmlformats.org/drawingml/2006/main">
              <a:ext uri="{FF2B5EF4-FFF2-40B4-BE49-F238E27FC236}">
                <a16:creationId xmlns:a16="http://schemas.microsoft.com/office/drawing/2014/main" id="{2D0568A1-EA33-4884-8007-9FD28CF8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163" y="252782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2" name="predicted-plot-sample-039">
            <a:extLst xmlns:a="http://schemas.openxmlformats.org/drawingml/2006/main">
              <a:ext uri="{FF2B5EF4-FFF2-40B4-BE49-F238E27FC236}">
                <a16:creationId xmlns:a16="http://schemas.microsoft.com/office/drawing/2014/main" id="{2CA95869-3629-42F0-BB2B-F9D30B97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7212" y="252864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3" name="predicted-plot-sample-040">
            <a:extLst xmlns:a="http://schemas.openxmlformats.org/drawingml/2006/main">
              <a:ext uri="{FF2B5EF4-FFF2-40B4-BE49-F238E27FC236}">
                <a16:creationId xmlns:a16="http://schemas.microsoft.com/office/drawing/2014/main" id="{30E3D1FB-3D7B-4E98-9580-CDBFF212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270" y="253010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4" name="predicted-plot-sample-041">
            <a:extLst xmlns:a="http://schemas.openxmlformats.org/drawingml/2006/main">
              <a:ext uri="{FF2B5EF4-FFF2-40B4-BE49-F238E27FC236}">
                <a16:creationId xmlns:a16="http://schemas.microsoft.com/office/drawing/2014/main" id="{28407F49-8095-43AC-82A8-D7641918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3318" y="253225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5" name="predicted-plot-sample-042">
            <a:extLst xmlns:a="http://schemas.openxmlformats.org/drawingml/2006/main">
              <a:ext uri="{FF2B5EF4-FFF2-40B4-BE49-F238E27FC236}">
                <a16:creationId xmlns:a16="http://schemas.microsoft.com/office/drawing/2014/main" id="{DE4E42FE-B36B-482F-8022-7830F900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376" y="253515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6" name="predicted-plot-sample-043">
            <a:extLst xmlns:a="http://schemas.openxmlformats.org/drawingml/2006/main">
              <a:ext uri="{FF2B5EF4-FFF2-40B4-BE49-F238E27FC236}">
                <a16:creationId xmlns:a16="http://schemas.microsoft.com/office/drawing/2014/main" id="{8628F9C9-A0B2-4C81-9745-BE6FE31A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435" y="253878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7" name="predicted-plot-sample-044">
            <a:extLst xmlns:a="http://schemas.openxmlformats.org/drawingml/2006/main">
              <a:ext uri="{FF2B5EF4-FFF2-40B4-BE49-F238E27FC236}">
                <a16:creationId xmlns:a16="http://schemas.microsoft.com/office/drawing/2014/main" id="{FD6F76EC-C983-43D6-9EB3-3B4B3CB1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7483" y="254313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8" name="predicted-plot-sample-045">
            <a:extLst xmlns:a="http://schemas.openxmlformats.org/drawingml/2006/main">
              <a:ext uri="{FF2B5EF4-FFF2-40B4-BE49-F238E27FC236}">
                <a16:creationId xmlns:a16="http://schemas.microsoft.com/office/drawing/2014/main" id="{8A91F3EA-78E1-4E74-8B5E-035F1082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5541" y="254812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09" name="predicted-plot-sample-046">
            <a:extLst xmlns:a="http://schemas.openxmlformats.org/drawingml/2006/main">
              <a:ext uri="{FF2B5EF4-FFF2-40B4-BE49-F238E27FC236}">
                <a16:creationId xmlns:a16="http://schemas.microsoft.com/office/drawing/2014/main" id="{A7173FEE-8AB3-44DB-AC9C-7E626E47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590" y="255366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0" name="predicted-plot-sample-047">
            <a:extLst xmlns:a="http://schemas.openxmlformats.org/drawingml/2006/main">
              <a:ext uri="{FF2B5EF4-FFF2-40B4-BE49-F238E27FC236}">
                <a16:creationId xmlns:a16="http://schemas.microsoft.com/office/drawing/2014/main" id="{E55A270B-8A58-4D61-9032-349A8FFC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1648" y="255960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1" name="predicted-plot-sample-048">
            <a:extLst xmlns:a="http://schemas.openxmlformats.org/drawingml/2006/main">
              <a:ext uri="{FF2B5EF4-FFF2-40B4-BE49-F238E27FC236}">
                <a16:creationId xmlns:a16="http://schemas.microsoft.com/office/drawing/2014/main" id="{87FCFDE2-869A-4E0F-86DE-3A0AAD0D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9697" y="256577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2" name="predicted-plot-sample-049">
            <a:extLst xmlns:a="http://schemas.openxmlformats.org/drawingml/2006/main">
              <a:ext uri="{FF2B5EF4-FFF2-40B4-BE49-F238E27FC236}">
                <a16:creationId xmlns:a16="http://schemas.microsoft.com/office/drawing/2014/main" id="{805328D5-83A1-43F8-ACB5-95C25B4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755" y="257199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3" name="predicted-plot-sample-050">
            <a:extLst xmlns:a="http://schemas.openxmlformats.org/drawingml/2006/main">
              <a:ext uri="{FF2B5EF4-FFF2-40B4-BE49-F238E27FC236}">
                <a16:creationId xmlns:a16="http://schemas.microsoft.com/office/drawing/2014/main" id="{55F497FF-15CF-42E5-9B00-58EEBC0D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804" y="257804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4" name="predicted-plot-sample-051">
            <a:extLst xmlns:a="http://schemas.openxmlformats.org/drawingml/2006/main">
              <a:ext uri="{FF2B5EF4-FFF2-40B4-BE49-F238E27FC236}">
                <a16:creationId xmlns:a16="http://schemas.microsoft.com/office/drawing/2014/main" id="{99135386-666B-4CD0-A171-B2826C08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3862" y="258370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5" name="predicted-plot-sample-052">
            <a:extLst xmlns:a="http://schemas.openxmlformats.org/drawingml/2006/main">
              <a:ext uri="{FF2B5EF4-FFF2-40B4-BE49-F238E27FC236}">
                <a16:creationId xmlns:a16="http://schemas.microsoft.com/office/drawing/2014/main" id="{793DB8EA-8285-4BCA-B3D5-25471C89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920" y="258874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6" name="predicted-plot-sample-053">
            <a:extLst xmlns:a="http://schemas.openxmlformats.org/drawingml/2006/main">
              <a:ext uri="{FF2B5EF4-FFF2-40B4-BE49-F238E27FC236}">
                <a16:creationId xmlns:a16="http://schemas.microsoft.com/office/drawing/2014/main" id="{432D84B8-9E2C-4399-81B9-B6D9062C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9968" y="259293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7" name="predicted-plot-sample-054">
            <a:extLst xmlns:a="http://schemas.openxmlformats.org/drawingml/2006/main">
              <a:ext uri="{FF2B5EF4-FFF2-40B4-BE49-F238E27FC236}">
                <a16:creationId xmlns:a16="http://schemas.microsoft.com/office/drawing/2014/main" id="{D134CE08-9EBE-4AC1-850B-E64E77D9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8027" y="259604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8" name="predicted-plot-sample-055">
            <a:extLst xmlns:a="http://schemas.openxmlformats.org/drawingml/2006/main">
              <a:ext uri="{FF2B5EF4-FFF2-40B4-BE49-F238E27FC236}">
                <a16:creationId xmlns:a16="http://schemas.microsoft.com/office/drawing/2014/main" id="{D500BC67-582A-4F09-8229-D1FE7442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6075" y="259788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19" name="predicted-plot-sample-056">
            <a:extLst xmlns:a="http://schemas.openxmlformats.org/drawingml/2006/main">
              <a:ext uri="{FF2B5EF4-FFF2-40B4-BE49-F238E27FC236}">
                <a16:creationId xmlns:a16="http://schemas.microsoft.com/office/drawing/2014/main" id="{AED7DD47-E831-4B6E-B9B9-577C0FE6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4133" y="259826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0" name="predicted-plot-sample-057">
            <a:extLst xmlns:a="http://schemas.openxmlformats.org/drawingml/2006/main">
              <a:ext uri="{FF2B5EF4-FFF2-40B4-BE49-F238E27FC236}">
                <a16:creationId xmlns:a16="http://schemas.microsoft.com/office/drawing/2014/main" id="{FF95353E-EA4D-4E24-BACF-71974901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182" y="259702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1" name="predicted-plot-sample-058">
            <a:extLst xmlns:a="http://schemas.openxmlformats.org/drawingml/2006/main">
              <a:ext uri="{FF2B5EF4-FFF2-40B4-BE49-F238E27FC236}">
                <a16:creationId xmlns:a16="http://schemas.microsoft.com/office/drawing/2014/main" id="{79E9173A-E729-433A-91AC-2F2E2602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0240" y="259406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2" name="predicted-plot-sample-059">
            <a:extLst xmlns:a="http://schemas.openxmlformats.org/drawingml/2006/main">
              <a:ext uri="{FF2B5EF4-FFF2-40B4-BE49-F238E27FC236}">
                <a16:creationId xmlns:a16="http://schemas.microsoft.com/office/drawing/2014/main" id="{13435D91-8577-4288-B088-F183F78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8289" y="258928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3" name="predicted-plot-sample-060">
            <a:extLst xmlns:a="http://schemas.openxmlformats.org/drawingml/2006/main">
              <a:ext uri="{FF2B5EF4-FFF2-40B4-BE49-F238E27FC236}">
                <a16:creationId xmlns:a16="http://schemas.microsoft.com/office/drawing/2014/main" id="{AFAAD4DD-269E-47C7-B72D-058DC25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347" y="258264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4" name="predicted-plot-sample-061">
            <a:extLst xmlns:a="http://schemas.openxmlformats.org/drawingml/2006/main">
              <a:ext uri="{FF2B5EF4-FFF2-40B4-BE49-F238E27FC236}">
                <a16:creationId xmlns:a16="http://schemas.microsoft.com/office/drawing/2014/main" id="{C6EA9C05-E626-485D-8237-889E0CA0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405" y="257416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5" name="predicted-plot-sample-062">
            <a:extLst xmlns:a="http://schemas.openxmlformats.org/drawingml/2006/main">
              <a:ext uri="{FF2B5EF4-FFF2-40B4-BE49-F238E27FC236}">
                <a16:creationId xmlns:a16="http://schemas.microsoft.com/office/drawing/2014/main" id="{742C32FB-FBB1-4FBB-80F6-6465BF49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454" y="256385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6" name="predicted-plot-sample-063">
            <a:extLst xmlns:a="http://schemas.openxmlformats.org/drawingml/2006/main">
              <a:ext uri="{FF2B5EF4-FFF2-40B4-BE49-F238E27FC236}">
                <a16:creationId xmlns:a16="http://schemas.microsoft.com/office/drawing/2014/main" id="{FE2D9EF8-7347-4A52-B09E-754A1E56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512" y="255181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7" name="predicted-plot-sample-064">
            <a:extLst xmlns:a="http://schemas.openxmlformats.org/drawingml/2006/main">
              <a:ext uri="{FF2B5EF4-FFF2-40B4-BE49-F238E27FC236}">
                <a16:creationId xmlns:a16="http://schemas.microsoft.com/office/drawing/2014/main" id="{332CF3F2-A650-4E3D-8C62-C7E7A9B4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8561" y="253818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8" name="predicted-plot-sample-065">
            <a:extLst xmlns:a="http://schemas.openxmlformats.org/drawingml/2006/main">
              <a:ext uri="{FF2B5EF4-FFF2-40B4-BE49-F238E27FC236}">
                <a16:creationId xmlns:a16="http://schemas.microsoft.com/office/drawing/2014/main" id="{F0E34D46-1B0B-458B-84BF-E5EFD7F9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619" y="252311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29" name="predicted-plot-sample-066">
            <a:extLst xmlns:a="http://schemas.openxmlformats.org/drawingml/2006/main">
              <a:ext uri="{FF2B5EF4-FFF2-40B4-BE49-F238E27FC236}">
                <a16:creationId xmlns:a16="http://schemas.microsoft.com/office/drawing/2014/main" id="{178F8AB4-3710-49D9-B24C-0863FFE2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667" y="250679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0" name="predicted-plot-sample-067">
            <a:extLst xmlns:a="http://schemas.openxmlformats.org/drawingml/2006/main">
              <a:ext uri="{FF2B5EF4-FFF2-40B4-BE49-F238E27FC236}">
                <a16:creationId xmlns:a16="http://schemas.microsoft.com/office/drawing/2014/main" id="{33C70EA5-5B35-4047-B05A-AF24C863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2725" y="248943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1" name="predicted-plot-sample-068">
            <a:extLst xmlns:a="http://schemas.openxmlformats.org/drawingml/2006/main">
              <a:ext uri="{FF2B5EF4-FFF2-40B4-BE49-F238E27FC236}">
                <a16:creationId xmlns:a16="http://schemas.microsoft.com/office/drawing/2014/main" id="{8502FFED-3664-4660-83EF-95A170BF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784" y="247128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2" name="predicted-plot-sample-069">
            <a:extLst xmlns:a="http://schemas.openxmlformats.org/drawingml/2006/main">
              <a:ext uri="{FF2B5EF4-FFF2-40B4-BE49-F238E27FC236}">
                <a16:creationId xmlns:a16="http://schemas.microsoft.com/office/drawing/2014/main" id="{A512C6F6-05B8-4C74-8A24-3453267D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832" y="245258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3" name="predicted-plot-sample-070">
            <a:extLst xmlns:a="http://schemas.openxmlformats.org/drawingml/2006/main">
              <a:ext uri="{FF2B5EF4-FFF2-40B4-BE49-F238E27FC236}">
                <a16:creationId xmlns:a16="http://schemas.microsoft.com/office/drawing/2014/main" id="{DF4EA1C7-2568-4DF0-ABBD-F2EF9EE1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6890" y="243358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4" name="predicted-plot-sample-071">
            <a:extLst xmlns:a="http://schemas.openxmlformats.org/drawingml/2006/main">
              <a:ext uri="{FF2B5EF4-FFF2-40B4-BE49-F238E27FC236}">
                <a16:creationId xmlns:a16="http://schemas.microsoft.com/office/drawing/2014/main" id="{4540E203-3F20-4B61-981E-CA895089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939" y="241454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5" name="predicted-plot-sample-072">
            <a:extLst xmlns:a="http://schemas.openxmlformats.org/drawingml/2006/main">
              <a:ext uri="{FF2B5EF4-FFF2-40B4-BE49-F238E27FC236}">
                <a16:creationId xmlns:a16="http://schemas.microsoft.com/office/drawing/2014/main" id="{AD3E5353-2CA2-4980-9E49-61206AB5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997" y="239569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6" name="predicted-plot-sample-073">
            <a:extLst xmlns:a="http://schemas.openxmlformats.org/drawingml/2006/main">
              <a:ext uri="{FF2B5EF4-FFF2-40B4-BE49-F238E27FC236}">
                <a16:creationId xmlns:a16="http://schemas.microsoft.com/office/drawing/2014/main" id="{A27ACE66-678B-403F-8781-DB1D6467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046" y="237725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7" name="predicted-plot-sample-074">
            <a:extLst xmlns:a="http://schemas.openxmlformats.org/drawingml/2006/main">
              <a:ext uri="{FF2B5EF4-FFF2-40B4-BE49-F238E27FC236}">
                <a16:creationId xmlns:a16="http://schemas.microsoft.com/office/drawing/2014/main" id="{C0678F29-AA5A-4B36-8AE3-E11B135A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9104" y="235942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8" name="predicted-plot-sample-075">
            <a:extLst xmlns:a="http://schemas.openxmlformats.org/drawingml/2006/main">
              <a:ext uri="{FF2B5EF4-FFF2-40B4-BE49-F238E27FC236}">
                <a16:creationId xmlns:a16="http://schemas.microsoft.com/office/drawing/2014/main" id="{C40B3BEF-4EB8-4E5B-894B-CF747009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7153" y="234237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39" name="predicted-plot-sample-076">
            <a:extLst xmlns:a="http://schemas.openxmlformats.org/drawingml/2006/main">
              <a:ext uri="{FF2B5EF4-FFF2-40B4-BE49-F238E27FC236}">
                <a16:creationId xmlns:a16="http://schemas.microsoft.com/office/drawing/2014/main" id="{57744597-6679-4EF0-8A21-998CF99C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211" y="232623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0" name="predicted-plot-sample-077">
            <a:extLst xmlns:a="http://schemas.openxmlformats.org/drawingml/2006/main">
              <a:ext uri="{FF2B5EF4-FFF2-40B4-BE49-F238E27FC236}">
                <a16:creationId xmlns:a16="http://schemas.microsoft.com/office/drawing/2014/main" id="{AADD4A15-A528-41D1-894B-CC3180F0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3269" y="231108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1" name="predicted-plot-sample-078">
            <a:extLst xmlns:a="http://schemas.openxmlformats.org/drawingml/2006/main">
              <a:ext uri="{FF2B5EF4-FFF2-40B4-BE49-F238E27FC236}">
                <a16:creationId xmlns:a16="http://schemas.microsoft.com/office/drawing/2014/main" id="{6E381E10-BAA4-40BD-AB4B-6BC9F63B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1317" y="229701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2" name="predicted-plot-sample-079">
            <a:extLst xmlns:a="http://schemas.openxmlformats.org/drawingml/2006/main">
              <a:ext uri="{FF2B5EF4-FFF2-40B4-BE49-F238E27FC236}">
                <a16:creationId xmlns:a16="http://schemas.microsoft.com/office/drawing/2014/main" id="{03856FC4-39C6-4D5E-967C-97C9560C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376" y="228400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3" name="predicted-plot-sample-080">
            <a:extLst xmlns:a="http://schemas.openxmlformats.org/drawingml/2006/main">
              <a:ext uri="{FF2B5EF4-FFF2-40B4-BE49-F238E27FC236}">
                <a16:creationId xmlns:a16="http://schemas.microsoft.com/office/drawing/2014/main" id="{05FD8676-D0D9-4558-9E89-E8A4E58E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7424" y="227204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4" name="predicted-plot-sample-081">
            <a:extLst xmlns:a="http://schemas.openxmlformats.org/drawingml/2006/main">
              <a:ext uri="{FF2B5EF4-FFF2-40B4-BE49-F238E27FC236}">
                <a16:creationId xmlns:a16="http://schemas.microsoft.com/office/drawing/2014/main" id="{B33C3C30-63C4-42DF-89C2-AD5D1E08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5482" y="226107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5" name="predicted-plot-sample-082">
            <a:extLst xmlns:a="http://schemas.openxmlformats.org/drawingml/2006/main">
              <a:ext uri="{FF2B5EF4-FFF2-40B4-BE49-F238E27FC236}">
                <a16:creationId xmlns:a16="http://schemas.microsoft.com/office/drawing/2014/main" id="{1C77F67A-7DC6-4731-9B5F-37B987FB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531" y="225099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6" name="predicted-plot-sample-083">
            <a:extLst xmlns:a="http://schemas.openxmlformats.org/drawingml/2006/main">
              <a:ext uri="{FF2B5EF4-FFF2-40B4-BE49-F238E27FC236}">
                <a16:creationId xmlns:a16="http://schemas.microsoft.com/office/drawing/2014/main" id="{031DAC43-5820-4FEF-8425-9678B7A8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1589" y="224167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7" name="predicted-plot-sample-084">
            <a:extLst xmlns:a="http://schemas.openxmlformats.org/drawingml/2006/main">
              <a:ext uri="{FF2B5EF4-FFF2-40B4-BE49-F238E27FC236}">
                <a16:creationId xmlns:a16="http://schemas.microsoft.com/office/drawing/2014/main" id="{8D93447A-7B11-4001-9E0B-E4811B7C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9638" y="223296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8" name="predicted-plot-sample-085">
            <a:extLst xmlns:a="http://schemas.openxmlformats.org/drawingml/2006/main">
              <a:ext uri="{FF2B5EF4-FFF2-40B4-BE49-F238E27FC236}">
                <a16:creationId xmlns:a16="http://schemas.microsoft.com/office/drawing/2014/main" id="{EB7EB6DE-EDA2-4DC5-B19A-8243AC8A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7696" y="222469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49" name="predicted-plot-sample-086">
            <a:extLst xmlns:a="http://schemas.openxmlformats.org/drawingml/2006/main">
              <a:ext uri="{FF2B5EF4-FFF2-40B4-BE49-F238E27FC236}">
                <a16:creationId xmlns:a16="http://schemas.microsoft.com/office/drawing/2014/main" id="{6ADEFDBB-6A53-44B0-965B-16685AF2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5754" y="221668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0" name="predicted-plot-sample-087">
            <a:extLst xmlns:a="http://schemas.openxmlformats.org/drawingml/2006/main">
              <a:ext uri="{FF2B5EF4-FFF2-40B4-BE49-F238E27FC236}">
                <a16:creationId xmlns:a16="http://schemas.microsoft.com/office/drawing/2014/main" id="{B9D473CB-2B43-42A8-B722-C3A079DC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803" y="220875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1" name="predicted-plot-sample-088">
            <a:extLst xmlns:a="http://schemas.openxmlformats.org/drawingml/2006/main">
              <a:ext uri="{FF2B5EF4-FFF2-40B4-BE49-F238E27FC236}">
                <a16:creationId xmlns:a16="http://schemas.microsoft.com/office/drawing/2014/main" id="{745B16C1-2D6B-4058-A906-697F6952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861" y="220071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2" name="predicted-plot-sample-089">
            <a:extLst xmlns:a="http://schemas.openxmlformats.org/drawingml/2006/main">
              <a:ext uri="{FF2B5EF4-FFF2-40B4-BE49-F238E27FC236}">
                <a16:creationId xmlns:a16="http://schemas.microsoft.com/office/drawing/2014/main" id="{90313D5D-0DB4-4840-9FD2-542D63A1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9909" y="219240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3" name="predicted-plot-sample-090">
            <a:extLst xmlns:a="http://schemas.openxmlformats.org/drawingml/2006/main">
              <a:ext uri="{FF2B5EF4-FFF2-40B4-BE49-F238E27FC236}">
                <a16:creationId xmlns:a16="http://schemas.microsoft.com/office/drawing/2014/main" id="{BC2B6E20-0FFD-4C02-8238-24A32A79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968" y="218368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4" name="predicted-plot-sample-091">
            <a:extLst xmlns:a="http://schemas.openxmlformats.org/drawingml/2006/main">
              <a:ext uri="{FF2B5EF4-FFF2-40B4-BE49-F238E27FC236}">
                <a16:creationId xmlns:a16="http://schemas.microsoft.com/office/drawing/2014/main" id="{BAD4919A-789C-459B-A678-CFF92E55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6016" y="217440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5" name="predicted-plot-sample-092">
            <a:extLst xmlns:a="http://schemas.openxmlformats.org/drawingml/2006/main">
              <a:ext uri="{FF2B5EF4-FFF2-40B4-BE49-F238E27FC236}">
                <a16:creationId xmlns:a16="http://schemas.microsoft.com/office/drawing/2014/main" id="{361084C8-EF6E-4744-92CF-1712A613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4074" y="216449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6" name="predicted-plot-sample-093">
            <a:extLst xmlns:a="http://schemas.openxmlformats.org/drawingml/2006/main">
              <a:ext uri="{FF2B5EF4-FFF2-40B4-BE49-F238E27FC236}">
                <a16:creationId xmlns:a16="http://schemas.microsoft.com/office/drawing/2014/main" id="{FADC102F-7F8A-47A3-A55A-A511CE04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2133" y="215386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7" name="predicted-plot-sample-094">
            <a:extLst xmlns:a="http://schemas.openxmlformats.org/drawingml/2006/main">
              <a:ext uri="{FF2B5EF4-FFF2-40B4-BE49-F238E27FC236}">
                <a16:creationId xmlns:a16="http://schemas.microsoft.com/office/drawing/2014/main" id="{E2E4835C-2804-4AA6-866F-4972CD9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0181" y="214254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8" name="predicted-plot-sample-095">
            <a:extLst xmlns:a="http://schemas.openxmlformats.org/drawingml/2006/main">
              <a:ext uri="{FF2B5EF4-FFF2-40B4-BE49-F238E27FC236}">
                <a16:creationId xmlns:a16="http://schemas.microsoft.com/office/drawing/2014/main" id="{EE129501-58AA-4ADC-AF29-9F212345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8239" y="213051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59" name="predicted-plot-sample-096">
            <a:extLst xmlns:a="http://schemas.openxmlformats.org/drawingml/2006/main">
              <a:ext uri="{FF2B5EF4-FFF2-40B4-BE49-F238E27FC236}">
                <a16:creationId xmlns:a16="http://schemas.microsoft.com/office/drawing/2014/main" id="{9FE2436A-3A4C-4257-9033-C474D709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6288" y="211785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0" name="predicted-plot-sample-097">
            <a:extLst xmlns:a="http://schemas.openxmlformats.org/drawingml/2006/main">
              <a:ext uri="{FF2B5EF4-FFF2-40B4-BE49-F238E27FC236}">
                <a16:creationId xmlns:a16="http://schemas.microsoft.com/office/drawing/2014/main" id="{0BA7E621-801F-4E25-AEDD-B6EA4365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4346" y="210467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1" name="predicted-plot-sample-098">
            <a:extLst xmlns:a="http://schemas.openxmlformats.org/drawingml/2006/main">
              <a:ext uri="{FF2B5EF4-FFF2-40B4-BE49-F238E27FC236}">
                <a16:creationId xmlns:a16="http://schemas.microsoft.com/office/drawing/2014/main" id="{C0347FEF-8B5A-4365-A959-5D7B586D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2395" y="209110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2" name="predicted-plot-sample-099">
            <a:extLst xmlns:a="http://schemas.openxmlformats.org/drawingml/2006/main">
              <a:ext uri="{FF2B5EF4-FFF2-40B4-BE49-F238E27FC236}">
                <a16:creationId xmlns:a16="http://schemas.microsoft.com/office/drawing/2014/main" id="{D32D140A-A3FC-4A40-AE8B-6E6F801A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0453" y="207733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3" name="predicted-plot-sample-100">
            <a:extLst xmlns:a="http://schemas.openxmlformats.org/drawingml/2006/main">
              <a:ext uri="{FF2B5EF4-FFF2-40B4-BE49-F238E27FC236}">
                <a16:creationId xmlns:a16="http://schemas.microsoft.com/office/drawing/2014/main" id="{882785FE-7E24-4583-A4E6-4DFCA47D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502" y="206357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4" name="predicted-plot-sample-101">
            <a:extLst xmlns:a="http://schemas.openxmlformats.org/drawingml/2006/main">
              <a:ext uri="{FF2B5EF4-FFF2-40B4-BE49-F238E27FC236}">
                <a16:creationId xmlns:a16="http://schemas.microsoft.com/office/drawing/2014/main" id="{28BB4B6A-5E40-492F-8F68-A6E08FBA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6560" y="205005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5" name="predicted-plot-sample-102">
            <a:extLst xmlns:a="http://schemas.openxmlformats.org/drawingml/2006/main">
              <a:ext uri="{FF2B5EF4-FFF2-40B4-BE49-F238E27FC236}">
                <a16:creationId xmlns:a16="http://schemas.microsoft.com/office/drawing/2014/main" id="{285B1AE1-9F91-46D4-9898-D4305555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4618" y="203702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6" name="predicted-plot-sample-103">
            <a:extLst xmlns:a="http://schemas.openxmlformats.org/drawingml/2006/main">
              <a:ext uri="{FF2B5EF4-FFF2-40B4-BE49-F238E27FC236}">
                <a16:creationId xmlns:a16="http://schemas.microsoft.com/office/drawing/2014/main" id="{2A250AAC-C5B2-4DEE-A239-EB5CB73A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666" y="202476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7" name="predicted-plot-sample-104">
            <a:extLst xmlns:a="http://schemas.openxmlformats.org/drawingml/2006/main">
              <a:ext uri="{FF2B5EF4-FFF2-40B4-BE49-F238E27FC236}">
                <a16:creationId xmlns:a16="http://schemas.microsoft.com/office/drawing/2014/main" id="{87E979EC-90D5-4F76-BC5F-874CDDC8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725" y="201351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8" name="predicted-plot-sample-105">
            <a:extLst xmlns:a="http://schemas.openxmlformats.org/drawingml/2006/main">
              <a:ext uri="{FF2B5EF4-FFF2-40B4-BE49-F238E27FC236}">
                <a16:creationId xmlns:a16="http://schemas.microsoft.com/office/drawing/2014/main" id="{06D34C2B-01E2-421F-9A42-6670218D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773" y="200356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69" name="predicted-plot-sample-106">
            <a:extLst xmlns:a="http://schemas.openxmlformats.org/drawingml/2006/main">
              <a:ext uri="{FF2B5EF4-FFF2-40B4-BE49-F238E27FC236}">
                <a16:creationId xmlns:a16="http://schemas.microsoft.com/office/drawing/2014/main" id="{6A0EDCCF-20D4-4697-A5E2-9CC0859F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6831" y="199513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0" name="predicted-plot-sample-107">
            <a:extLst xmlns:a="http://schemas.openxmlformats.org/drawingml/2006/main">
              <a:ext uri="{FF2B5EF4-FFF2-40B4-BE49-F238E27FC236}">
                <a16:creationId xmlns:a16="http://schemas.microsoft.com/office/drawing/2014/main" id="{1CA91932-C416-41AE-AFDB-C519CE4B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4880" y="198846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1" name="predicted-plot-sample-108">
            <a:extLst xmlns:a="http://schemas.openxmlformats.org/drawingml/2006/main">
              <a:ext uri="{FF2B5EF4-FFF2-40B4-BE49-F238E27FC236}">
                <a16:creationId xmlns:a16="http://schemas.microsoft.com/office/drawing/2014/main" id="{36789CA0-7DE9-40D7-B50F-C6DAA4D5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938" y="198373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2" name="predicted-plot-sample-109">
            <a:extLst xmlns:a="http://schemas.openxmlformats.org/drawingml/2006/main">
              <a:ext uri="{FF2B5EF4-FFF2-40B4-BE49-F238E27FC236}">
                <a16:creationId xmlns:a16="http://schemas.microsoft.com/office/drawing/2014/main" id="{95C538D9-DAC2-4266-BA72-D6350FB0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987" y="198111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3" name="predicted-plot-sample-110">
            <a:extLst xmlns:a="http://schemas.openxmlformats.org/drawingml/2006/main">
              <a:ext uri="{FF2B5EF4-FFF2-40B4-BE49-F238E27FC236}">
                <a16:creationId xmlns:a16="http://schemas.microsoft.com/office/drawing/2014/main" id="{7ED4C3BA-DE48-43F3-9738-B1BEC716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9045" y="198072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4" name="predicted-plot-sample-111">
            <a:extLst xmlns:a="http://schemas.openxmlformats.org/drawingml/2006/main">
              <a:ext uri="{FF2B5EF4-FFF2-40B4-BE49-F238E27FC236}">
                <a16:creationId xmlns:a16="http://schemas.microsoft.com/office/drawing/2014/main" id="{2892ADAA-335E-4522-9308-C99B15EE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103" y="198261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5" name="predicted-plot-sample-112">
            <a:extLst xmlns:a="http://schemas.openxmlformats.org/drawingml/2006/main">
              <a:ext uri="{FF2B5EF4-FFF2-40B4-BE49-F238E27FC236}">
                <a16:creationId xmlns:a16="http://schemas.microsoft.com/office/drawing/2014/main" id="{F9ED365E-6442-4449-8427-C58E7960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5152" y="198682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6" name="predicted-plot-sample-113">
            <a:extLst xmlns:a="http://schemas.openxmlformats.org/drawingml/2006/main">
              <a:ext uri="{FF2B5EF4-FFF2-40B4-BE49-F238E27FC236}">
                <a16:creationId xmlns:a16="http://schemas.microsoft.com/office/drawing/2014/main" id="{B2DA037E-F5BE-4DFC-B8EC-F16D1283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3210" y="199332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7" name="predicted-plot-sample-114">
            <a:extLst xmlns:a="http://schemas.openxmlformats.org/drawingml/2006/main">
              <a:ext uri="{FF2B5EF4-FFF2-40B4-BE49-F238E27FC236}">
                <a16:creationId xmlns:a16="http://schemas.microsoft.com/office/drawing/2014/main" id="{4580AC80-1495-4867-AE4A-DCC23026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1258" y="200204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8" name="predicted-plot-sample-115">
            <a:extLst xmlns:a="http://schemas.openxmlformats.org/drawingml/2006/main">
              <a:ext uri="{FF2B5EF4-FFF2-40B4-BE49-F238E27FC236}">
                <a16:creationId xmlns:a16="http://schemas.microsoft.com/office/drawing/2014/main" id="{B7EED26B-B12F-4756-BE15-F5648F61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317" y="201284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79" name="predicted-plot-sample-116">
            <a:extLst xmlns:a="http://schemas.openxmlformats.org/drawingml/2006/main">
              <a:ext uri="{FF2B5EF4-FFF2-40B4-BE49-F238E27FC236}">
                <a16:creationId xmlns:a16="http://schemas.microsoft.com/office/drawing/2014/main" id="{1DD8CD3F-B7BC-48E5-971B-47D4F5B0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365" y="202554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0" name="predicted-plot-sample-117">
            <a:extLst xmlns:a="http://schemas.openxmlformats.org/drawingml/2006/main">
              <a:ext uri="{FF2B5EF4-FFF2-40B4-BE49-F238E27FC236}">
                <a16:creationId xmlns:a16="http://schemas.microsoft.com/office/drawing/2014/main" id="{8E891D3F-6761-40AF-B5D5-EC19B643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5423" y="203996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1" name="predicted-plot-sample-118">
            <a:extLst xmlns:a="http://schemas.openxmlformats.org/drawingml/2006/main">
              <a:ext uri="{FF2B5EF4-FFF2-40B4-BE49-F238E27FC236}">
                <a16:creationId xmlns:a16="http://schemas.microsoft.com/office/drawing/2014/main" id="{2D19B9AE-10BA-44AB-87EE-006D35AC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482" y="205582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2" name="predicted-plot-sample-119">
            <a:extLst xmlns:a="http://schemas.openxmlformats.org/drawingml/2006/main">
              <a:ext uri="{FF2B5EF4-FFF2-40B4-BE49-F238E27FC236}">
                <a16:creationId xmlns:a16="http://schemas.microsoft.com/office/drawing/2014/main" id="{24E1566D-B9A3-4CDA-852B-D1E3AA28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530" y="207286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3" name="predicted-plot-sample-120">
            <a:extLst xmlns:a="http://schemas.openxmlformats.org/drawingml/2006/main">
              <a:ext uri="{FF2B5EF4-FFF2-40B4-BE49-F238E27FC236}">
                <a16:creationId xmlns:a16="http://schemas.microsoft.com/office/drawing/2014/main" id="{EB40CC15-F867-44DF-96D8-FD270F04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9588" y="209079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4" name="predicted-plot-sample-121">
            <a:extLst xmlns:a="http://schemas.openxmlformats.org/drawingml/2006/main">
              <a:ext uri="{FF2B5EF4-FFF2-40B4-BE49-F238E27FC236}">
                <a16:creationId xmlns:a16="http://schemas.microsoft.com/office/drawing/2014/main" id="{01839C00-829D-4E77-BF17-5444C9D2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637" y="210928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5" name="predicted-plot-sample-122">
            <a:extLst xmlns:a="http://schemas.openxmlformats.org/drawingml/2006/main">
              <a:ext uri="{FF2B5EF4-FFF2-40B4-BE49-F238E27FC236}">
                <a16:creationId xmlns:a16="http://schemas.microsoft.com/office/drawing/2014/main" id="{317F3D7E-D35F-437A-8C96-88EB6612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5695" y="212803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6" name="predicted-plot-sample-123">
            <a:extLst xmlns:a="http://schemas.openxmlformats.org/drawingml/2006/main">
              <a:ext uri="{FF2B5EF4-FFF2-40B4-BE49-F238E27FC236}">
                <a16:creationId xmlns:a16="http://schemas.microsoft.com/office/drawing/2014/main" id="{1A496C4C-A787-4885-A6E6-058810A1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744" y="214673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7" name="predicted-plot-sample-124">
            <a:extLst xmlns:a="http://schemas.openxmlformats.org/drawingml/2006/main">
              <a:ext uri="{FF2B5EF4-FFF2-40B4-BE49-F238E27FC236}">
                <a16:creationId xmlns:a16="http://schemas.microsoft.com/office/drawing/2014/main" id="{3ADA0887-8F61-4443-AE77-63C97A40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1802" y="216508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8" name="predicted-plot-sample-125">
            <a:extLst xmlns:a="http://schemas.openxmlformats.org/drawingml/2006/main">
              <a:ext uri="{FF2B5EF4-FFF2-40B4-BE49-F238E27FC236}">
                <a16:creationId xmlns:a16="http://schemas.microsoft.com/office/drawing/2014/main" id="{E5F111EF-2390-420C-BF20-1065032F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9850" y="218281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89" name="predicted-plot-sample-126">
            <a:extLst xmlns:a="http://schemas.openxmlformats.org/drawingml/2006/main">
              <a:ext uri="{FF2B5EF4-FFF2-40B4-BE49-F238E27FC236}">
                <a16:creationId xmlns:a16="http://schemas.microsoft.com/office/drawing/2014/main" id="{77163095-A6BB-4189-B426-60B6DC59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7909" y="219967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0" name="predicted-plot-sample-127">
            <a:extLst xmlns:a="http://schemas.openxmlformats.org/drawingml/2006/main">
              <a:ext uri="{FF2B5EF4-FFF2-40B4-BE49-F238E27FC236}">
                <a16:creationId xmlns:a16="http://schemas.microsoft.com/office/drawing/2014/main" id="{FC5F6F25-CE2C-43AD-9619-142B6338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967" y="221546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1" name="predicted-plot-sample-128">
            <a:extLst xmlns:a="http://schemas.openxmlformats.org/drawingml/2006/main">
              <a:ext uri="{FF2B5EF4-FFF2-40B4-BE49-F238E27FC236}">
                <a16:creationId xmlns:a16="http://schemas.microsoft.com/office/drawing/2014/main" id="{32959182-7115-4EF5-A99D-18D4F568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015" y="223001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2" name="predicted-plot-sample-129">
            <a:extLst xmlns:a="http://schemas.openxmlformats.org/drawingml/2006/main">
              <a:ext uri="{FF2B5EF4-FFF2-40B4-BE49-F238E27FC236}">
                <a16:creationId xmlns:a16="http://schemas.microsoft.com/office/drawing/2014/main" id="{A596EACD-5476-4C3B-9654-4FEA7534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2074" y="224319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3" name="predicted-plot-sample-130">
            <a:extLst xmlns:a="http://schemas.openxmlformats.org/drawingml/2006/main">
              <a:ext uri="{FF2B5EF4-FFF2-40B4-BE49-F238E27FC236}">
                <a16:creationId xmlns:a16="http://schemas.microsoft.com/office/drawing/2014/main" id="{04BB6F55-D0AB-4ED2-891C-D906DA1E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0122" y="225492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4" name="predicted-plot-sample-131">
            <a:extLst xmlns:a="http://schemas.openxmlformats.org/drawingml/2006/main">
              <a:ext uri="{FF2B5EF4-FFF2-40B4-BE49-F238E27FC236}">
                <a16:creationId xmlns:a16="http://schemas.microsoft.com/office/drawing/2014/main" id="{863C66F2-B400-4FC3-9CEB-939B4849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8180" y="226520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5" name="predicted-plot-sample-132">
            <a:extLst xmlns:a="http://schemas.openxmlformats.org/drawingml/2006/main">
              <a:ext uri="{FF2B5EF4-FFF2-40B4-BE49-F238E27FC236}">
                <a16:creationId xmlns:a16="http://schemas.microsoft.com/office/drawing/2014/main" id="{D19CE8AE-D346-4417-9E6F-938FC6C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229" y="227403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6" name="predicted-plot-sample-133">
            <a:extLst xmlns:a="http://schemas.openxmlformats.org/drawingml/2006/main">
              <a:ext uri="{FF2B5EF4-FFF2-40B4-BE49-F238E27FC236}">
                <a16:creationId xmlns:a16="http://schemas.microsoft.com/office/drawing/2014/main" id="{4305D2FC-1C7A-434D-ACC8-92D9D33A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4287" y="228148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7" name="predicted-plot-sample-134">
            <a:extLst xmlns:a="http://schemas.openxmlformats.org/drawingml/2006/main">
              <a:ext uri="{FF2B5EF4-FFF2-40B4-BE49-F238E27FC236}">
                <a16:creationId xmlns:a16="http://schemas.microsoft.com/office/drawing/2014/main" id="{974C33A9-CEA3-407D-AB4B-F24B9D14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336" y="228768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8" name="predicted-plot-sample-135">
            <a:extLst xmlns:a="http://schemas.openxmlformats.org/drawingml/2006/main">
              <a:ext uri="{FF2B5EF4-FFF2-40B4-BE49-F238E27FC236}">
                <a16:creationId xmlns:a16="http://schemas.microsoft.com/office/drawing/2014/main" id="{A9FB0A5D-70DF-4AC0-8272-9C05B2BE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394" y="229276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199" name="predicted-plot-sample-136">
            <a:extLst xmlns:a="http://schemas.openxmlformats.org/drawingml/2006/main">
              <a:ext uri="{FF2B5EF4-FFF2-40B4-BE49-F238E27FC236}">
                <a16:creationId xmlns:a16="http://schemas.microsoft.com/office/drawing/2014/main" id="{46418AC4-9FA2-443A-A4A9-9246E153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8452" y="229693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0" name="predicted-plot-sample-137">
            <a:extLst xmlns:a="http://schemas.openxmlformats.org/drawingml/2006/main">
              <a:ext uri="{FF2B5EF4-FFF2-40B4-BE49-F238E27FC236}">
                <a16:creationId xmlns:a16="http://schemas.microsoft.com/office/drawing/2014/main" id="{B74C7A09-4CDF-47B9-A650-3EB89C12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501" y="230038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1" name="predicted-plot-sample-138">
            <a:extLst xmlns:a="http://schemas.openxmlformats.org/drawingml/2006/main">
              <a:ext uri="{FF2B5EF4-FFF2-40B4-BE49-F238E27FC236}">
                <a16:creationId xmlns:a16="http://schemas.microsoft.com/office/drawing/2014/main" id="{E9238E2E-BCF8-43BA-94C8-CD179BD2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559" y="230336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2" name="predicted-plot-sample-139">
            <a:extLst xmlns:a="http://schemas.openxmlformats.org/drawingml/2006/main">
              <a:ext uri="{FF2B5EF4-FFF2-40B4-BE49-F238E27FC236}">
                <a16:creationId xmlns:a16="http://schemas.microsoft.com/office/drawing/2014/main" id="{840205C9-5BCA-49DD-8CE1-2883C28D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2607" y="230610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3" name="predicted-plot-sample-140">
            <a:extLst xmlns:a="http://schemas.openxmlformats.org/drawingml/2006/main">
              <a:ext uri="{FF2B5EF4-FFF2-40B4-BE49-F238E27FC236}">
                <a16:creationId xmlns:a16="http://schemas.microsoft.com/office/drawing/2014/main" id="{2C6431B0-1308-4841-BE78-4F689DBA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0666" y="230887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4" name="predicted-plot-sample-141">
            <a:extLst xmlns:a="http://schemas.openxmlformats.org/drawingml/2006/main">
              <a:ext uri="{FF2B5EF4-FFF2-40B4-BE49-F238E27FC236}">
                <a16:creationId xmlns:a16="http://schemas.microsoft.com/office/drawing/2014/main" id="{C74C1112-5445-4F0A-9FBA-EDAF4BC5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8714" y="231187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5" name="predicted-plot-sample-142">
            <a:extLst xmlns:a="http://schemas.openxmlformats.org/drawingml/2006/main">
              <a:ext uri="{FF2B5EF4-FFF2-40B4-BE49-F238E27FC236}">
                <a16:creationId xmlns:a16="http://schemas.microsoft.com/office/drawing/2014/main" id="{44304AA7-D88D-4062-A721-5836DB4F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6772" y="231537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6" name="predicted-plot-sample-143">
            <a:extLst xmlns:a="http://schemas.openxmlformats.org/drawingml/2006/main">
              <a:ext uri="{FF2B5EF4-FFF2-40B4-BE49-F238E27FC236}">
                <a16:creationId xmlns:a16="http://schemas.microsoft.com/office/drawing/2014/main" id="{431D5058-3F30-4147-95A6-9D06FB7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21" y="231954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7" name="predicted-plot-sample-144">
            <a:extLst xmlns:a="http://schemas.openxmlformats.org/drawingml/2006/main">
              <a:ext uri="{FF2B5EF4-FFF2-40B4-BE49-F238E27FC236}">
                <a16:creationId xmlns:a16="http://schemas.microsoft.com/office/drawing/2014/main" id="{7F043E6A-8C71-48DF-875A-1E592221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2879" y="232459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8" name="predicted-plot-sample-145">
            <a:extLst xmlns:a="http://schemas.openxmlformats.org/drawingml/2006/main">
              <a:ext uri="{FF2B5EF4-FFF2-40B4-BE49-F238E27FC236}">
                <a16:creationId xmlns:a16="http://schemas.microsoft.com/office/drawing/2014/main" id="{2454E499-C22A-45C7-A004-96A90D81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0937" y="233065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09" name="predicted-plot-sample-146">
            <a:extLst xmlns:a="http://schemas.openxmlformats.org/drawingml/2006/main">
              <a:ext uri="{FF2B5EF4-FFF2-40B4-BE49-F238E27FC236}">
                <a16:creationId xmlns:a16="http://schemas.microsoft.com/office/drawing/2014/main" id="{B310C9E3-11CC-4BB9-93FE-29B8B312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986" y="233781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0" name="predicted-plot-sample-147">
            <a:extLst xmlns:a="http://schemas.openxmlformats.org/drawingml/2006/main">
              <a:ext uri="{FF2B5EF4-FFF2-40B4-BE49-F238E27FC236}">
                <a16:creationId xmlns:a16="http://schemas.microsoft.com/office/drawing/2014/main" id="{BEDFD398-3F40-49A3-813D-721403DA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44" y="234616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1" name="predicted-plot-sample-148">
            <a:extLst xmlns:a="http://schemas.openxmlformats.org/drawingml/2006/main">
              <a:ext uri="{FF2B5EF4-FFF2-40B4-BE49-F238E27FC236}">
                <a16:creationId xmlns:a16="http://schemas.microsoft.com/office/drawing/2014/main" id="{15CBAADC-3B13-4DA1-A093-B9FC800C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093" y="235573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2" name="predicted-plot-sample-149">
            <a:extLst xmlns:a="http://schemas.openxmlformats.org/drawingml/2006/main">
              <a:ext uri="{FF2B5EF4-FFF2-40B4-BE49-F238E27FC236}">
                <a16:creationId xmlns:a16="http://schemas.microsoft.com/office/drawing/2014/main" id="{090680B7-0C58-4A74-91B0-6F9D8610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151" y="236647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3" name="predicted-plot-sample-150">
            <a:extLst xmlns:a="http://schemas.openxmlformats.org/drawingml/2006/main">
              <a:ext uri="{FF2B5EF4-FFF2-40B4-BE49-F238E27FC236}">
                <a16:creationId xmlns:a16="http://schemas.microsoft.com/office/drawing/2014/main" id="{8D3155CE-B8FA-40BE-84A8-2C0D1785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199" y="237832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4" name="predicted-plot-sample-151">
            <a:extLst xmlns:a="http://schemas.openxmlformats.org/drawingml/2006/main">
              <a:ext uri="{FF2B5EF4-FFF2-40B4-BE49-F238E27FC236}">
                <a16:creationId xmlns:a16="http://schemas.microsoft.com/office/drawing/2014/main" id="{B57C5207-9834-4891-B3F8-6ED12B85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258" y="239119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5" name="predicted-plot-sample-152">
            <a:extLst xmlns:a="http://schemas.openxmlformats.org/drawingml/2006/main">
              <a:ext uri="{FF2B5EF4-FFF2-40B4-BE49-F238E27FC236}">
                <a16:creationId xmlns:a16="http://schemas.microsoft.com/office/drawing/2014/main" id="{1051E5B3-7E8A-40C7-8DE1-32EC4183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316" y="240493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6" name="predicted-plot-sample-153">
            <a:extLst xmlns:a="http://schemas.openxmlformats.org/drawingml/2006/main">
              <a:ext uri="{FF2B5EF4-FFF2-40B4-BE49-F238E27FC236}">
                <a16:creationId xmlns:a16="http://schemas.microsoft.com/office/drawing/2014/main" id="{7E532131-1610-427E-BF98-91A63292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5364" y="241936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7" name="predicted-plot-sample-154">
            <a:extLst xmlns:a="http://schemas.openxmlformats.org/drawingml/2006/main">
              <a:ext uri="{FF2B5EF4-FFF2-40B4-BE49-F238E27FC236}">
                <a16:creationId xmlns:a16="http://schemas.microsoft.com/office/drawing/2014/main" id="{B44C0053-FF8C-49C3-ABBA-B7D5EBF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3423" y="243428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8" name="predicted-plot-sample-155">
            <a:extLst xmlns:a="http://schemas.openxmlformats.org/drawingml/2006/main">
              <a:ext uri="{FF2B5EF4-FFF2-40B4-BE49-F238E27FC236}">
                <a16:creationId xmlns:a16="http://schemas.microsoft.com/office/drawing/2014/main" id="{B38B42FE-1BB8-4741-A943-938560C6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1471" y="244947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19" name="predicted-plot-sample-156">
            <a:extLst xmlns:a="http://schemas.openxmlformats.org/drawingml/2006/main">
              <a:ext uri="{FF2B5EF4-FFF2-40B4-BE49-F238E27FC236}">
                <a16:creationId xmlns:a16="http://schemas.microsoft.com/office/drawing/2014/main" id="{4426AB70-183A-4507-9AD3-7428835A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9529" y="246470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0" name="predicted-plot-sample-157">
            <a:extLst xmlns:a="http://schemas.openxmlformats.org/drawingml/2006/main">
              <a:ext uri="{FF2B5EF4-FFF2-40B4-BE49-F238E27FC236}">
                <a16:creationId xmlns:a16="http://schemas.microsoft.com/office/drawing/2014/main" id="{9C0E399A-C1E5-41D1-84BD-695E904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7578" y="247972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1" name="predicted-plot-sample-158">
            <a:extLst xmlns:a="http://schemas.openxmlformats.org/drawingml/2006/main">
              <a:ext uri="{FF2B5EF4-FFF2-40B4-BE49-F238E27FC236}">
                <a16:creationId xmlns:a16="http://schemas.microsoft.com/office/drawing/2014/main" id="{5BC48314-9721-4BE8-98AF-46FF603E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636" y="249430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2" name="predicted-plot-sample-159">
            <a:extLst xmlns:a="http://schemas.openxmlformats.org/drawingml/2006/main">
              <a:ext uri="{FF2B5EF4-FFF2-40B4-BE49-F238E27FC236}">
                <a16:creationId xmlns:a16="http://schemas.microsoft.com/office/drawing/2014/main" id="{3FE9B319-1F9B-4E17-945D-B25E9C68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3685" y="250820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3" name="predicted-plot-sample-160">
            <a:extLst xmlns:a="http://schemas.openxmlformats.org/drawingml/2006/main">
              <a:ext uri="{FF2B5EF4-FFF2-40B4-BE49-F238E27FC236}">
                <a16:creationId xmlns:a16="http://schemas.microsoft.com/office/drawing/2014/main" id="{C594A738-0ABB-4E14-AA98-18EE61E7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743" y="252123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4" name="predicted-plot-sample-161">
            <a:extLst xmlns:a="http://schemas.openxmlformats.org/drawingml/2006/main">
              <a:ext uri="{FF2B5EF4-FFF2-40B4-BE49-F238E27FC236}">
                <a16:creationId xmlns:a16="http://schemas.microsoft.com/office/drawing/2014/main" id="{F5E87706-8A95-4157-B6A0-AE5CEDCC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9801" y="253320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5" name="predicted-plot-sample-162">
            <a:extLst xmlns:a="http://schemas.openxmlformats.org/drawingml/2006/main">
              <a:ext uri="{FF2B5EF4-FFF2-40B4-BE49-F238E27FC236}">
                <a16:creationId xmlns:a16="http://schemas.microsoft.com/office/drawing/2014/main" id="{564EF3DD-4EAA-4965-920E-E4304554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850" y="254393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6" name="predicted-plot-sample-163">
            <a:extLst xmlns:a="http://schemas.openxmlformats.org/drawingml/2006/main">
              <a:ext uri="{FF2B5EF4-FFF2-40B4-BE49-F238E27FC236}">
                <a16:creationId xmlns:a16="http://schemas.microsoft.com/office/drawing/2014/main" id="{4AA22FC4-F54F-4AD7-A387-28AB1567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908" y="255332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7" name="predicted-plot-sample-164">
            <a:extLst xmlns:a="http://schemas.openxmlformats.org/drawingml/2006/main">
              <a:ext uri="{FF2B5EF4-FFF2-40B4-BE49-F238E27FC236}">
                <a16:creationId xmlns:a16="http://schemas.microsoft.com/office/drawing/2014/main" id="{DE5B4B79-175A-4748-A95C-56A4B018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3956" y="256128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8" name="predicted-plot-sample-165">
            <a:extLst xmlns:a="http://schemas.openxmlformats.org/drawingml/2006/main">
              <a:ext uri="{FF2B5EF4-FFF2-40B4-BE49-F238E27FC236}">
                <a16:creationId xmlns:a16="http://schemas.microsoft.com/office/drawing/2014/main" id="{F42CA771-D38F-4F93-BCCE-CC94847C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015" y="256775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29" name="predicted-plot-sample-166">
            <a:extLst xmlns:a="http://schemas.openxmlformats.org/drawingml/2006/main">
              <a:ext uri="{FF2B5EF4-FFF2-40B4-BE49-F238E27FC236}">
                <a16:creationId xmlns:a16="http://schemas.microsoft.com/office/drawing/2014/main" id="{563357CE-33F9-42D2-8C2A-8EC9EDF0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0063" y="257274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0" name="predicted-plot-sample-167">
            <a:extLst xmlns:a="http://schemas.openxmlformats.org/drawingml/2006/main">
              <a:ext uri="{FF2B5EF4-FFF2-40B4-BE49-F238E27FC236}">
                <a16:creationId xmlns:a16="http://schemas.microsoft.com/office/drawing/2014/main" id="{C9C06DA0-484B-47C0-A8A5-5A39D3E1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121" y="257626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1" name="predicted-plot-sample-168">
            <a:extLst xmlns:a="http://schemas.openxmlformats.org/drawingml/2006/main">
              <a:ext uri="{FF2B5EF4-FFF2-40B4-BE49-F238E27FC236}">
                <a16:creationId xmlns:a16="http://schemas.microsoft.com/office/drawing/2014/main" id="{E618D618-04CB-45F0-A4FB-5F4E4D24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6170" y="257840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2" name="predicted-plot-sample-169">
            <a:extLst xmlns:a="http://schemas.openxmlformats.org/drawingml/2006/main">
              <a:ext uri="{FF2B5EF4-FFF2-40B4-BE49-F238E27FC236}">
                <a16:creationId xmlns:a16="http://schemas.microsoft.com/office/drawing/2014/main" id="{EBF735B6-DD9A-4F8E-988A-B8E1682B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4228" y="257926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3" name="predicted-plot-sample-170">
            <a:extLst xmlns:a="http://schemas.openxmlformats.org/drawingml/2006/main">
              <a:ext uri="{FF2B5EF4-FFF2-40B4-BE49-F238E27FC236}">
                <a16:creationId xmlns:a16="http://schemas.microsoft.com/office/drawing/2014/main" id="{67CB9E2D-FFA5-462C-85E9-E30DBD97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2286" y="257897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4" name="predicted-plot-sample-171">
            <a:extLst xmlns:a="http://schemas.openxmlformats.org/drawingml/2006/main">
              <a:ext uri="{FF2B5EF4-FFF2-40B4-BE49-F238E27FC236}">
                <a16:creationId xmlns:a16="http://schemas.microsoft.com/office/drawing/2014/main" id="{1317ECD8-A684-4445-B43A-AB662E43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0335" y="257770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5" name="predicted-plot-sample-172">
            <a:extLst xmlns:a="http://schemas.openxmlformats.org/drawingml/2006/main">
              <a:ext uri="{FF2B5EF4-FFF2-40B4-BE49-F238E27FC236}">
                <a16:creationId xmlns:a16="http://schemas.microsoft.com/office/drawing/2014/main" id="{7B33C969-D587-4A39-B1E3-33519EB4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8393" y="257562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6" name="predicted-plot-sample-173">
            <a:extLst xmlns:a="http://schemas.openxmlformats.org/drawingml/2006/main">
              <a:ext uri="{FF2B5EF4-FFF2-40B4-BE49-F238E27FC236}">
                <a16:creationId xmlns:a16="http://schemas.microsoft.com/office/drawing/2014/main" id="{70DF30F8-88DF-4C66-8098-144F846B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442" y="257293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7" name="predicted-plot-sample-174">
            <a:extLst xmlns:a="http://schemas.openxmlformats.org/drawingml/2006/main">
              <a:ext uri="{FF2B5EF4-FFF2-40B4-BE49-F238E27FC236}">
                <a16:creationId xmlns:a16="http://schemas.microsoft.com/office/drawing/2014/main" id="{384CBE25-5F7E-4414-A07F-AA9E95BB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4500" y="256982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8" name="predicted-plot-sample-175">
            <a:extLst xmlns:a="http://schemas.openxmlformats.org/drawingml/2006/main">
              <a:ext uri="{FF2B5EF4-FFF2-40B4-BE49-F238E27FC236}">
                <a16:creationId xmlns:a16="http://schemas.microsoft.com/office/drawing/2014/main" id="{AC4D27E6-9F31-477B-B23D-94925A03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548" y="256650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39" name="predicted-plot-sample-176">
            <a:extLst xmlns:a="http://schemas.openxmlformats.org/drawingml/2006/main">
              <a:ext uri="{FF2B5EF4-FFF2-40B4-BE49-F238E27FC236}">
                <a16:creationId xmlns:a16="http://schemas.microsoft.com/office/drawing/2014/main" id="{7FAE725A-D774-49E5-BFE7-A261177F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607" y="256314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0" name="predicted-plot-sample-177">
            <a:extLst xmlns:a="http://schemas.openxmlformats.org/drawingml/2006/main">
              <a:ext uri="{FF2B5EF4-FFF2-40B4-BE49-F238E27FC236}">
                <a16:creationId xmlns:a16="http://schemas.microsoft.com/office/drawing/2014/main" id="{EAAFC2B0-3D8D-40F8-8075-B24ACF60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665" y="255993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1" name="predicted-plot-sample-178">
            <a:extLst xmlns:a="http://schemas.openxmlformats.org/drawingml/2006/main">
              <a:ext uri="{FF2B5EF4-FFF2-40B4-BE49-F238E27FC236}">
                <a16:creationId xmlns:a16="http://schemas.microsoft.com/office/drawing/2014/main" id="{212EF2C7-5B00-4C49-8AE2-302A857B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6713" y="255703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2" name="predicted-plot-sample-179">
            <a:extLst xmlns:a="http://schemas.openxmlformats.org/drawingml/2006/main">
              <a:ext uri="{FF2B5EF4-FFF2-40B4-BE49-F238E27FC236}">
                <a16:creationId xmlns:a16="http://schemas.microsoft.com/office/drawing/2014/main" id="{6F394C86-DB60-4FDD-B7D7-B9D79B5A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772" y="255454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3" name="predicted-plot-sample-180">
            <a:extLst xmlns:a="http://schemas.openxmlformats.org/drawingml/2006/main">
              <a:ext uri="{FF2B5EF4-FFF2-40B4-BE49-F238E27FC236}">
                <a16:creationId xmlns:a16="http://schemas.microsoft.com/office/drawing/2014/main" id="{D9E4376F-1432-401B-88EB-2F0E5583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820" y="255259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4" name="predicted-plot-sample-181">
            <a:extLst xmlns:a="http://schemas.openxmlformats.org/drawingml/2006/main">
              <a:ext uri="{FF2B5EF4-FFF2-40B4-BE49-F238E27FC236}">
                <a16:creationId xmlns:a16="http://schemas.microsoft.com/office/drawing/2014/main" id="{A33678D6-DF97-4E84-B2A5-EC82B4B6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0878" y="255122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5" name="predicted-plot-sample-182">
            <a:extLst xmlns:a="http://schemas.openxmlformats.org/drawingml/2006/main">
              <a:ext uri="{FF2B5EF4-FFF2-40B4-BE49-F238E27FC236}">
                <a16:creationId xmlns:a16="http://schemas.microsoft.com/office/drawing/2014/main" id="{C564262A-3BFE-499C-95C5-75BB7125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927" y="255046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6" name="predicted-plot-sample-183">
            <a:extLst xmlns:a="http://schemas.openxmlformats.org/drawingml/2006/main">
              <a:ext uri="{FF2B5EF4-FFF2-40B4-BE49-F238E27FC236}">
                <a16:creationId xmlns:a16="http://schemas.microsoft.com/office/drawing/2014/main" id="{DEA17C8B-2A45-4D5C-9D14-15AE77C5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6985" y="255031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7" name="predicted-plot-sample-184">
            <a:extLst xmlns:a="http://schemas.openxmlformats.org/drawingml/2006/main">
              <a:ext uri="{FF2B5EF4-FFF2-40B4-BE49-F238E27FC236}">
                <a16:creationId xmlns:a16="http://schemas.microsoft.com/office/drawing/2014/main" id="{23A5EEF5-6BEB-4141-AA95-449144EE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5034" y="255073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8" name="predicted-plot-sample-185">
            <a:extLst xmlns:a="http://schemas.openxmlformats.org/drawingml/2006/main">
              <a:ext uri="{FF2B5EF4-FFF2-40B4-BE49-F238E27FC236}">
                <a16:creationId xmlns:a16="http://schemas.microsoft.com/office/drawing/2014/main" id="{D36B2740-5D27-41B7-9C7E-541718FE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3092" y="255164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49" name="predicted-plot-sample-186">
            <a:extLst xmlns:a="http://schemas.openxmlformats.org/drawingml/2006/main">
              <a:ext uri="{FF2B5EF4-FFF2-40B4-BE49-F238E27FC236}">
                <a16:creationId xmlns:a16="http://schemas.microsoft.com/office/drawing/2014/main" id="{3957CEFD-E19D-4EA9-AE77-F3C37CD1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150" y="255293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0" name="predicted-plot-sample-187">
            <a:extLst xmlns:a="http://schemas.openxmlformats.org/drawingml/2006/main">
              <a:ext uri="{FF2B5EF4-FFF2-40B4-BE49-F238E27FC236}">
                <a16:creationId xmlns:a16="http://schemas.microsoft.com/office/drawing/2014/main" id="{E478163C-D8DE-4CD5-86FD-9F6E8236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9199" y="255449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1" name="predicted-plot-sample-188">
            <a:extLst xmlns:a="http://schemas.openxmlformats.org/drawingml/2006/main">
              <a:ext uri="{FF2B5EF4-FFF2-40B4-BE49-F238E27FC236}">
                <a16:creationId xmlns:a16="http://schemas.microsoft.com/office/drawing/2014/main" id="{0F166E2F-255B-46BB-91E6-1ACCB477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7257" y="255613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2" name="predicted-plot-sample-189">
            <a:extLst xmlns:a="http://schemas.openxmlformats.org/drawingml/2006/main">
              <a:ext uri="{FF2B5EF4-FFF2-40B4-BE49-F238E27FC236}">
                <a16:creationId xmlns:a16="http://schemas.microsoft.com/office/drawing/2014/main" id="{505666AB-7F01-465B-954F-909E705E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5305" y="255772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3" name="predicted-plot-sample-190">
            <a:extLst xmlns:a="http://schemas.openxmlformats.org/drawingml/2006/main">
              <a:ext uri="{FF2B5EF4-FFF2-40B4-BE49-F238E27FC236}">
                <a16:creationId xmlns:a16="http://schemas.microsoft.com/office/drawing/2014/main" id="{E6616545-CCDF-483D-A7CE-AC44844A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364" y="255908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4" name="predicted-plot-sample-191">
            <a:extLst xmlns:a="http://schemas.openxmlformats.org/drawingml/2006/main">
              <a:ext uri="{FF2B5EF4-FFF2-40B4-BE49-F238E27FC236}">
                <a16:creationId xmlns:a16="http://schemas.microsoft.com/office/drawing/2014/main" id="{F4537E17-0D35-48A1-9432-ACF8F9FA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1412" y="256001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5" name="predicted-plot-sample-192">
            <a:extLst xmlns:a="http://schemas.openxmlformats.org/drawingml/2006/main">
              <a:ext uri="{FF2B5EF4-FFF2-40B4-BE49-F238E27FC236}">
                <a16:creationId xmlns:a16="http://schemas.microsoft.com/office/drawing/2014/main" id="{7C143B2D-AF8F-438B-AEDC-E413B15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470" y="256037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6" name="predicted-plot-sample-193">
            <a:extLst xmlns:a="http://schemas.openxmlformats.org/drawingml/2006/main">
              <a:ext uri="{FF2B5EF4-FFF2-40B4-BE49-F238E27FC236}">
                <a16:creationId xmlns:a16="http://schemas.microsoft.com/office/drawing/2014/main" id="{8688201B-0C32-481C-9FDE-B3B1B030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7519" y="256000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7" name="predicted-plot-sample-194">
            <a:extLst xmlns:a="http://schemas.openxmlformats.org/drawingml/2006/main">
              <a:ext uri="{FF2B5EF4-FFF2-40B4-BE49-F238E27FC236}">
                <a16:creationId xmlns:a16="http://schemas.microsoft.com/office/drawing/2014/main" id="{D0C74483-68C6-475B-955C-46ADF1DD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5577" y="255875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8" name="predicted-plot-sample-195">
            <a:extLst xmlns:a="http://schemas.openxmlformats.org/drawingml/2006/main">
              <a:ext uri="{FF2B5EF4-FFF2-40B4-BE49-F238E27FC236}">
                <a16:creationId xmlns:a16="http://schemas.microsoft.com/office/drawing/2014/main" id="{21D21686-CAD4-4F94-A49D-627CF6CD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3635" y="255652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59" name="predicted-plot-sample-196">
            <a:extLst xmlns:a="http://schemas.openxmlformats.org/drawingml/2006/main">
              <a:ext uri="{FF2B5EF4-FFF2-40B4-BE49-F238E27FC236}">
                <a16:creationId xmlns:a16="http://schemas.microsoft.com/office/drawing/2014/main" id="{AC7AA8CF-38BB-44A2-AE86-A81F6410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684" y="255323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0" name="predicted-plot-sample-197">
            <a:extLst xmlns:a="http://schemas.openxmlformats.org/drawingml/2006/main">
              <a:ext uri="{FF2B5EF4-FFF2-40B4-BE49-F238E27FC236}">
                <a16:creationId xmlns:a16="http://schemas.microsoft.com/office/drawing/2014/main" id="{8DB37BF8-D888-4197-9661-0CABC1CA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9742" y="254884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1" name="predicted-plot-sample-198">
            <a:extLst xmlns:a="http://schemas.openxmlformats.org/drawingml/2006/main">
              <a:ext uri="{FF2B5EF4-FFF2-40B4-BE49-F238E27FC236}">
                <a16:creationId xmlns:a16="http://schemas.microsoft.com/office/drawing/2014/main" id="{64C2EDDD-F520-4F70-99D3-A25EF236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7791" y="254332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2" name="predicted-plot-sample-199">
            <a:extLst xmlns:a="http://schemas.openxmlformats.org/drawingml/2006/main">
              <a:ext uri="{FF2B5EF4-FFF2-40B4-BE49-F238E27FC236}">
                <a16:creationId xmlns:a16="http://schemas.microsoft.com/office/drawing/2014/main" id="{C8F907F2-68DD-4E38-A4B2-7EE544FD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5849" y="253673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3" name="predicted-plot-sample-200">
            <a:extLst xmlns:a="http://schemas.openxmlformats.org/drawingml/2006/main">
              <a:ext uri="{FF2B5EF4-FFF2-40B4-BE49-F238E27FC236}">
                <a16:creationId xmlns:a16="http://schemas.microsoft.com/office/drawing/2014/main" id="{63E720DC-3576-4536-9ACE-C69822CD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3897" y="252912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4" name="predicted-plot-sample-201">
            <a:extLst xmlns:a="http://schemas.openxmlformats.org/drawingml/2006/main">
              <a:ext uri="{FF2B5EF4-FFF2-40B4-BE49-F238E27FC236}">
                <a16:creationId xmlns:a16="http://schemas.microsoft.com/office/drawing/2014/main" id="{2CA2085C-C0B6-4842-94BF-15EA676B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1956" y="252062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5" name="predicted-plot-sample-202">
            <a:extLst xmlns:a="http://schemas.openxmlformats.org/drawingml/2006/main">
              <a:ext uri="{FF2B5EF4-FFF2-40B4-BE49-F238E27FC236}">
                <a16:creationId xmlns:a16="http://schemas.microsoft.com/office/drawing/2014/main" id="{4E9A8DBB-8695-4F78-8566-DC189D7D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0014" y="251135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6" name="predicted-plot-sample-203">
            <a:extLst xmlns:a="http://schemas.openxmlformats.org/drawingml/2006/main">
              <a:ext uri="{FF2B5EF4-FFF2-40B4-BE49-F238E27FC236}">
                <a16:creationId xmlns:a16="http://schemas.microsoft.com/office/drawing/2014/main" id="{4B61B988-DFE3-4A08-A0A4-6ECA93C8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8062" y="250151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7" name="predicted-plot-sample-204">
            <a:extLst xmlns:a="http://schemas.openxmlformats.org/drawingml/2006/main">
              <a:ext uri="{FF2B5EF4-FFF2-40B4-BE49-F238E27FC236}">
                <a16:creationId xmlns:a16="http://schemas.microsoft.com/office/drawing/2014/main" id="{BC88B969-4380-41CD-81A5-6CFCC49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6120" y="249130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8" name="predicted-plot-sample-205">
            <a:extLst xmlns:a="http://schemas.openxmlformats.org/drawingml/2006/main">
              <a:ext uri="{FF2B5EF4-FFF2-40B4-BE49-F238E27FC236}">
                <a16:creationId xmlns:a16="http://schemas.microsoft.com/office/drawing/2014/main" id="{609AF2B7-9E23-41FE-91A0-B58C3F04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4169" y="248094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69" name="predicted-plot-sample-206">
            <a:extLst xmlns:a="http://schemas.openxmlformats.org/drawingml/2006/main">
              <a:ext uri="{FF2B5EF4-FFF2-40B4-BE49-F238E27FC236}">
                <a16:creationId xmlns:a16="http://schemas.microsoft.com/office/drawing/2014/main" id="{5C00D46A-9F8C-4755-B072-A899CC41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2227" y="247069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0" name="predicted-plot-sample-207">
            <a:extLst xmlns:a="http://schemas.openxmlformats.org/drawingml/2006/main">
              <a:ext uri="{FF2B5EF4-FFF2-40B4-BE49-F238E27FC236}">
                <a16:creationId xmlns:a16="http://schemas.microsoft.com/office/drawing/2014/main" id="{B3D4F0FE-56E3-41FA-9E5B-CC2C0B3B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0276" y="246082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1" name="predicted-plot-sample-208">
            <a:extLst xmlns:a="http://schemas.openxmlformats.org/drawingml/2006/main">
              <a:ext uri="{FF2B5EF4-FFF2-40B4-BE49-F238E27FC236}">
                <a16:creationId xmlns:a16="http://schemas.microsoft.com/office/drawing/2014/main" id="{7FB66DE3-28D1-4EFD-B157-6BDECDE5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8334" y="245154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2" name="predicted-plot-sample-209">
            <a:extLst xmlns:a="http://schemas.openxmlformats.org/drawingml/2006/main">
              <a:ext uri="{FF2B5EF4-FFF2-40B4-BE49-F238E27FC236}">
                <a16:creationId xmlns:a16="http://schemas.microsoft.com/office/drawing/2014/main" id="{8CE35FE4-D660-47C2-A7D0-7C30FE70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6383" y="244314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3" name="predicted-plot-sample-210">
            <a:extLst xmlns:a="http://schemas.openxmlformats.org/drawingml/2006/main">
              <a:ext uri="{FF2B5EF4-FFF2-40B4-BE49-F238E27FC236}">
                <a16:creationId xmlns:a16="http://schemas.microsoft.com/office/drawing/2014/main" id="{E6671F30-B9CB-48A8-B20B-B8A9BCAE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4441" y="243583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4" name="predicted-plot-sample-211">
            <a:extLst xmlns:a="http://schemas.openxmlformats.org/drawingml/2006/main">
              <a:ext uri="{FF2B5EF4-FFF2-40B4-BE49-F238E27FC236}">
                <a16:creationId xmlns:a16="http://schemas.microsoft.com/office/drawing/2014/main" id="{5BD1F9C4-C74D-4866-80EB-1353182C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2499" y="242983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5" name="predicted-plot-sample-212">
            <a:extLst xmlns:a="http://schemas.openxmlformats.org/drawingml/2006/main">
              <a:ext uri="{FF2B5EF4-FFF2-40B4-BE49-F238E27FC236}">
                <a16:creationId xmlns:a16="http://schemas.microsoft.com/office/drawing/2014/main" id="{29E68B9C-3BCC-4939-B5A0-CE0D4876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548" y="242534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6" name="predicted-plot-sample-213">
            <a:extLst xmlns:a="http://schemas.openxmlformats.org/drawingml/2006/main">
              <a:ext uri="{FF2B5EF4-FFF2-40B4-BE49-F238E27FC236}">
                <a16:creationId xmlns:a16="http://schemas.microsoft.com/office/drawing/2014/main" id="{1C0EFA88-8DEF-44B0-91A0-4F929D1F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8606" y="242248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7" name="predicted-plot-sample-214">
            <a:extLst xmlns:a="http://schemas.openxmlformats.org/drawingml/2006/main">
              <a:ext uri="{FF2B5EF4-FFF2-40B4-BE49-F238E27FC236}">
                <a16:creationId xmlns:a16="http://schemas.microsoft.com/office/drawing/2014/main" id="{A028A403-3B60-4F33-BDE0-B7BBEEFA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6654" y="242137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8" name="predicted-plot-sample-215">
            <a:extLst xmlns:a="http://schemas.openxmlformats.org/drawingml/2006/main">
              <a:ext uri="{FF2B5EF4-FFF2-40B4-BE49-F238E27FC236}">
                <a16:creationId xmlns:a16="http://schemas.microsoft.com/office/drawing/2014/main" id="{C764926A-BA8F-4B45-ABCF-FCE8AA7B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4713" y="242209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79" name="predicted-plot-sample-216">
            <a:extLst xmlns:a="http://schemas.openxmlformats.org/drawingml/2006/main">
              <a:ext uri="{FF2B5EF4-FFF2-40B4-BE49-F238E27FC236}">
                <a16:creationId xmlns:a16="http://schemas.microsoft.com/office/drawing/2014/main" id="{203E879D-C746-466D-A5E3-2E784D69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2761" y="242465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0" name="predicted-plot-sample-217">
            <a:extLst xmlns:a="http://schemas.openxmlformats.org/drawingml/2006/main">
              <a:ext uri="{FF2B5EF4-FFF2-40B4-BE49-F238E27FC236}">
                <a16:creationId xmlns:a16="http://schemas.microsoft.com/office/drawing/2014/main" id="{6EC88105-C7EE-4613-924C-072CFC32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19" y="242903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1" name="predicted-plot-sample-218">
            <a:extLst xmlns:a="http://schemas.openxmlformats.org/drawingml/2006/main">
              <a:ext uri="{FF2B5EF4-FFF2-40B4-BE49-F238E27FC236}">
                <a16:creationId xmlns:a16="http://schemas.microsoft.com/office/drawing/2014/main" id="{9DADFB84-788F-4464-8506-FF8F7632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868" y="243516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2" name="predicted-plot-sample-219">
            <a:extLst xmlns:a="http://schemas.openxmlformats.org/drawingml/2006/main">
              <a:ext uri="{FF2B5EF4-FFF2-40B4-BE49-F238E27FC236}">
                <a16:creationId xmlns:a16="http://schemas.microsoft.com/office/drawing/2014/main" id="{DEAA62C1-18F8-4603-ADF6-A3D2AE64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6926" y="244291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3" name="predicted-plot-sample-220">
            <a:extLst xmlns:a="http://schemas.openxmlformats.org/drawingml/2006/main">
              <a:ext uri="{FF2B5EF4-FFF2-40B4-BE49-F238E27FC236}">
                <a16:creationId xmlns:a16="http://schemas.microsoft.com/office/drawing/2014/main" id="{91B5C804-F622-45E4-815C-1DE41BB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4984" y="245213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4" name="predicted-plot-sample-221">
            <a:extLst xmlns:a="http://schemas.openxmlformats.org/drawingml/2006/main">
              <a:ext uri="{FF2B5EF4-FFF2-40B4-BE49-F238E27FC236}">
                <a16:creationId xmlns:a16="http://schemas.microsoft.com/office/drawing/2014/main" id="{5629E3A1-B7A2-4489-B4B4-0E88C79A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3033" y="246263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5" name="predicted-plot-sample-222">
            <a:extLst xmlns:a="http://schemas.openxmlformats.org/drawingml/2006/main">
              <a:ext uri="{FF2B5EF4-FFF2-40B4-BE49-F238E27FC236}">
                <a16:creationId xmlns:a16="http://schemas.microsoft.com/office/drawing/2014/main" id="{605BEAF8-5F5A-4B53-ABA5-9029E3F8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091" y="247417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6" name="predicted-plot-sample-223">
            <a:extLst xmlns:a="http://schemas.openxmlformats.org/drawingml/2006/main">
              <a:ext uri="{FF2B5EF4-FFF2-40B4-BE49-F238E27FC236}">
                <a16:creationId xmlns:a16="http://schemas.microsoft.com/office/drawing/2014/main" id="{1582B03F-8070-4A2B-A25A-F6AA10E8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9140" y="248652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7" name="predicted-plot-sample-224">
            <a:extLst xmlns:a="http://schemas.openxmlformats.org/drawingml/2006/main">
              <a:ext uri="{FF2B5EF4-FFF2-40B4-BE49-F238E27FC236}">
                <a16:creationId xmlns:a16="http://schemas.microsoft.com/office/drawing/2014/main" id="{33C6C235-8389-45BF-9999-9F0D528B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7198" y="249937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8" name="predicted-plot-sample-225">
            <a:extLst xmlns:a="http://schemas.openxmlformats.org/drawingml/2006/main">
              <a:ext uri="{FF2B5EF4-FFF2-40B4-BE49-F238E27FC236}">
                <a16:creationId xmlns:a16="http://schemas.microsoft.com/office/drawing/2014/main" id="{2C3FA941-2229-4640-A3A4-7B588528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246" y="251248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89" name="predicted-plot-sample-226">
            <a:extLst xmlns:a="http://schemas.openxmlformats.org/drawingml/2006/main">
              <a:ext uri="{FF2B5EF4-FFF2-40B4-BE49-F238E27FC236}">
                <a16:creationId xmlns:a16="http://schemas.microsoft.com/office/drawing/2014/main" id="{CC32563E-400F-4053-9D3E-E463A75B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3305" y="252553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0" name="predicted-plot-sample-227">
            <a:extLst xmlns:a="http://schemas.openxmlformats.org/drawingml/2006/main">
              <a:ext uri="{FF2B5EF4-FFF2-40B4-BE49-F238E27FC236}">
                <a16:creationId xmlns:a16="http://schemas.microsoft.com/office/drawing/2014/main" id="{94636D3A-3F8F-4ACE-BBDF-8DADD3CC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363" y="253827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1" name="predicted-plot-sample-228">
            <a:extLst xmlns:a="http://schemas.openxmlformats.org/drawingml/2006/main">
              <a:ext uri="{FF2B5EF4-FFF2-40B4-BE49-F238E27FC236}">
                <a16:creationId xmlns:a16="http://schemas.microsoft.com/office/drawing/2014/main" id="{18A5940F-42D6-4F6A-BBF5-A4378681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411" y="255040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2" name="predicted-plot-sample-229">
            <a:extLst xmlns:a="http://schemas.openxmlformats.org/drawingml/2006/main">
              <a:ext uri="{FF2B5EF4-FFF2-40B4-BE49-F238E27FC236}">
                <a16:creationId xmlns:a16="http://schemas.microsoft.com/office/drawing/2014/main" id="{F1D0CF6D-7ECD-4D2F-B058-61CA5EC1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7469" y="256170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3" name="predicted-plot-sample-230">
            <a:extLst xmlns:a="http://schemas.openxmlformats.org/drawingml/2006/main">
              <a:ext uri="{FF2B5EF4-FFF2-40B4-BE49-F238E27FC236}">
                <a16:creationId xmlns:a16="http://schemas.microsoft.com/office/drawing/2014/main" id="{0125E936-B405-4036-96BF-E1D94315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518" y="257194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4" name="predicted-plot-sample-231">
            <a:extLst xmlns:a="http://schemas.openxmlformats.org/drawingml/2006/main">
              <a:ext uri="{FF2B5EF4-FFF2-40B4-BE49-F238E27FC236}">
                <a16:creationId xmlns:a16="http://schemas.microsoft.com/office/drawing/2014/main" id="{3ACA961C-ECBD-4222-9AD0-1AEB6907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576" y="258093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5" name="predicted-plot-sample-232">
            <a:extLst xmlns:a="http://schemas.openxmlformats.org/drawingml/2006/main">
              <a:ext uri="{FF2B5EF4-FFF2-40B4-BE49-F238E27FC236}">
                <a16:creationId xmlns:a16="http://schemas.microsoft.com/office/drawing/2014/main" id="{1AF938B9-B4A9-4E1B-B372-2F960CEE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625" y="258853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6" name="predicted-plot-sample-233">
            <a:extLst xmlns:a="http://schemas.openxmlformats.org/drawingml/2006/main">
              <a:ext uri="{FF2B5EF4-FFF2-40B4-BE49-F238E27FC236}">
                <a16:creationId xmlns:a16="http://schemas.microsoft.com/office/drawing/2014/main" id="{F6E6CAF3-1822-43D6-8FBA-8C8ACEB2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9683" y="259463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7" name="predicted-plot-sample-234">
            <a:extLst xmlns:a="http://schemas.openxmlformats.org/drawingml/2006/main">
              <a:ext uri="{FF2B5EF4-FFF2-40B4-BE49-F238E27FC236}">
                <a16:creationId xmlns:a16="http://schemas.microsoft.com/office/drawing/2014/main" id="{57879699-7132-45D8-A0E4-EB184114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732" y="259917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8" name="predicted-plot-sample-235">
            <a:extLst xmlns:a="http://schemas.openxmlformats.org/drawingml/2006/main">
              <a:ext uri="{FF2B5EF4-FFF2-40B4-BE49-F238E27FC236}">
                <a16:creationId xmlns:a16="http://schemas.microsoft.com/office/drawing/2014/main" id="{EC8612F4-7EBF-4E64-BCCF-2503C5FE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790" y="260211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299" name="predicted-plot-sample-236">
            <a:extLst xmlns:a="http://schemas.openxmlformats.org/drawingml/2006/main">
              <a:ext uri="{FF2B5EF4-FFF2-40B4-BE49-F238E27FC236}">
                <a16:creationId xmlns:a16="http://schemas.microsoft.com/office/drawing/2014/main" id="{2B4A876D-BFC6-4FDA-8421-DAC721AD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3848" y="260350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0" name="predicted-plot-sample-237">
            <a:extLst xmlns:a="http://schemas.openxmlformats.org/drawingml/2006/main">
              <a:ext uri="{FF2B5EF4-FFF2-40B4-BE49-F238E27FC236}">
                <a16:creationId xmlns:a16="http://schemas.microsoft.com/office/drawing/2014/main" id="{51D6FBB9-344C-4C0C-8BBE-D4341550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1897" y="260340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1" name="predicted-plot-sample-238">
            <a:extLst xmlns:a="http://schemas.openxmlformats.org/drawingml/2006/main">
              <a:ext uri="{FF2B5EF4-FFF2-40B4-BE49-F238E27FC236}">
                <a16:creationId xmlns:a16="http://schemas.microsoft.com/office/drawing/2014/main" id="{8881A4C3-2E37-4B65-9663-CC87080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9955" y="260189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2" name="predicted-plot-sample-239">
            <a:extLst xmlns:a="http://schemas.openxmlformats.org/drawingml/2006/main">
              <a:ext uri="{FF2B5EF4-FFF2-40B4-BE49-F238E27FC236}">
                <a16:creationId xmlns:a16="http://schemas.microsoft.com/office/drawing/2014/main" id="{8F6A0647-10B7-45C4-AB54-7996A59C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003" y="259914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3" name="predicted-plot-sample-240">
            <a:extLst xmlns:a="http://schemas.openxmlformats.org/drawingml/2006/main">
              <a:ext uri="{FF2B5EF4-FFF2-40B4-BE49-F238E27FC236}">
                <a16:creationId xmlns:a16="http://schemas.microsoft.com/office/drawing/2014/main" id="{F4EAD466-0132-42D7-9BCE-53DE92AB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6061" y="259530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4" name="predicted-plot-sample-241">
            <a:extLst xmlns:a="http://schemas.openxmlformats.org/drawingml/2006/main">
              <a:ext uri="{FF2B5EF4-FFF2-40B4-BE49-F238E27FC236}">
                <a16:creationId xmlns:a16="http://schemas.microsoft.com/office/drawing/2014/main" id="{409E4D1E-E9E2-488A-A403-B5DAB7CD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4110" y="259057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5" name="predicted-plot-sample-242">
            <a:extLst xmlns:a="http://schemas.openxmlformats.org/drawingml/2006/main">
              <a:ext uri="{FF2B5EF4-FFF2-40B4-BE49-F238E27FC236}">
                <a16:creationId xmlns:a16="http://schemas.microsoft.com/office/drawing/2014/main" id="{768CDD5E-1132-426B-A363-3C138537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2168" y="258514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6" name="predicted-plot-sample-243">
            <a:extLst xmlns:a="http://schemas.openxmlformats.org/drawingml/2006/main">
              <a:ext uri="{FF2B5EF4-FFF2-40B4-BE49-F238E27FC236}">
                <a16:creationId xmlns:a16="http://schemas.microsoft.com/office/drawing/2014/main" id="{F542EE65-AEA6-4B84-B34C-9DD6DF68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0217" y="257923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7" name="predicted-plot-sample-244">
            <a:extLst xmlns:a="http://schemas.openxmlformats.org/drawingml/2006/main">
              <a:ext uri="{FF2B5EF4-FFF2-40B4-BE49-F238E27FC236}">
                <a16:creationId xmlns:a16="http://schemas.microsoft.com/office/drawing/2014/main" id="{8C9E2923-08F8-4E4A-BED1-CE615C5B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275" y="257306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8" name="predicted-plot-sample-245">
            <a:extLst xmlns:a="http://schemas.openxmlformats.org/drawingml/2006/main">
              <a:ext uri="{FF2B5EF4-FFF2-40B4-BE49-F238E27FC236}">
                <a16:creationId xmlns:a16="http://schemas.microsoft.com/office/drawing/2014/main" id="{0E1DCB9A-0768-4F0F-AEAA-F0518645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333" y="256684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09" name="predicted-plot-sample-246">
            <a:extLst xmlns:a="http://schemas.openxmlformats.org/drawingml/2006/main">
              <a:ext uri="{FF2B5EF4-FFF2-40B4-BE49-F238E27FC236}">
                <a16:creationId xmlns:a16="http://schemas.microsoft.com/office/drawing/2014/main" id="{648808C3-C066-496F-94F6-D05E5390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4382" y="256075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0" name="predicted-plot-sample-247">
            <a:extLst xmlns:a="http://schemas.openxmlformats.org/drawingml/2006/main">
              <a:ext uri="{FF2B5EF4-FFF2-40B4-BE49-F238E27FC236}">
                <a16:creationId xmlns:a16="http://schemas.microsoft.com/office/drawing/2014/main" id="{74E0D251-4625-4591-AD94-005F0D88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440" y="255498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1" name="predicted-plot-sample-248">
            <a:extLst xmlns:a="http://schemas.openxmlformats.org/drawingml/2006/main">
              <a:ext uri="{FF2B5EF4-FFF2-40B4-BE49-F238E27FC236}">
                <a16:creationId xmlns:a16="http://schemas.microsoft.com/office/drawing/2014/main" id="{B2A93505-D7E3-461D-A6A7-1E9125DA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489" y="254968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2" name="predicted-plot-sample-249">
            <a:extLst xmlns:a="http://schemas.openxmlformats.org/drawingml/2006/main">
              <a:ext uri="{FF2B5EF4-FFF2-40B4-BE49-F238E27FC236}">
                <a16:creationId xmlns:a16="http://schemas.microsoft.com/office/drawing/2014/main" id="{5EDE435D-EDC0-49FF-B6E4-879A11A9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547" y="254495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3" name="predicted-plot-sample-250">
            <a:extLst xmlns:a="http://schemas.openxmlformats.org/drawingml/2006/main">
              <a:ext uri="{FF2B5EF4-FFF2-40B4-BE49-F238E27FC236}">
                <a16:creationId xmlns:a16="http://schemas.microsoft.com/office/drawing/2014/main" id="{83041328-8304-4237-9D90-A2E7C750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595" y="254091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4" name="predicted-plot-sample-251">
            <a:extLst xmlns:a="http://schemas.openxmlformats.org/drawingml/2006/main">
              <a:ext uri="{FF2B5EF4-FFF2-40B4-BE49-F238E27FC236}">
                <a16:creationId xmlns:a16="http://schemas.microsoft.com/office/drawing/2014/main" id="{CC995B23-06F6-4BBA-8C81-6F9BC6C1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654" y="253760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5" name="predicted-plot-sample-252">
            <a:extLst xmlns:a="http://schemas.openxmlformats.org/drawingml/2006/main">
              <a:ext uri="{FF2B5EF4-FFF2-40B4-BE49-F238E27FC236}">
                <a16:creationId xmlns:a16="http://schemas.microsoft.com/office/drawing/2014/main" id="{AA7499BD-2464-483D-894D-53F19AD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712" y="253503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6" name="predicted-plot-sample-253">
            <a:extLst xmlns:a="http://schemas.openxmlformats.org/drawingml/2006/main">
              <a:ext uri="{FF2B5EF4-FFF2-40B4-BE49-F238E27FC236}">
                <a16:creationId xmlns:a16="http://schemas.microsoft.com/office/drawing/2014/main" id="{4B3B4D92-062A-495B-ACA4-D1FCAED2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0760" y="253319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7" name="predicted-plot-sample-254">
            <a:extLst xmlns:a="http://schemas.openxmlformats.org/drawingml/2006/main">
              <a:ext uri="{FF2B5EF4-FFF2-40B4-BE49-F238E27FC236}">
                <a16:creationId xmlns:a16="http://schemas.microsoft.com/office/drawing/2014/main" id="{FE1E4773-4F2D-4E3A-ACEB-2DB701EB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8818" y="253201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8" name="predicted-plot-sample-255">
            <a:extLst xmlns:a="http://schemas.openxmlformats.org/drawingml/2006/main">
              <a:ext uri="{FF2B5EF4-FFF2-40B4-BE49-F238E27FC236}">
                <a16:creationId xmlns:a16="http://schemas.microsoft.com/office/drawing/2014/main" id="{AB561473-E580-426B-A23F-20E2CB3F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6867" y="253142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19" name="predicted-plot-sample-256">
            <a:extLst xmlns:a="http://schemas.openxmlformats.org/drawingml/2006/main">
              <a:ext uri="{FF2B5EF4-FFF2-40B4-BE49-F238E27FC236}">
                <a16:creationId xmlns:a16="http://schemas.microsoft.com/office/drawing/2014/main" id="{5710830A-6049-4B6C-B8F2-6783BE90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4925" y="253129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0" name="predicted-plot-sample-257">
            <a:extLst xmlns:a="http://schemas.openxmlformats.org/drawingml/2006/main">
              <a:ext uri="{FF2B5EF4-FFF2-40B4-BE49-F238E27FC236}">
                <a16:creationId xmlns:a16="http://schemas.microsoft.com/office/drawing/2014/main" id="{B21628DD-B735-477F-ACB0-B70AF4E3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974" y="253151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1" name="predicted-plot-sample-258">
            <a:extLst xmlns:a="http://schemas.openxmlformats.org/drawingml/2006/main">
              <a:ext uri="{FF2B5EF4-FFF2-40B4-BE49-F238E27FC236}">
                <a16:creationId xmlns:a16="http://schemas.microsoft.com/office/drawing/2014/main" id="{685D14C9-0879-4D04-A12E-1AC68D1B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032" y="253191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2" name="predicted-plot-sample-259">
            <a:extLst xmlns:a="http://schemas.openxmlformats.org/drawingml/2006/main">
              <a:ext uri="{FF2B5EF4-FFF2-40B4-BE49-F238E27FC236}">
                <a16:creationId xmlns:a16="http://schemas.microsoft.com/office/drawing/2014/main" id="{67356C92-DA06-43D2-B570-0C4D2197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9081" y="253233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3" name="predicted-plot-sample-260">
            <a:extLst xmlns:a="http://schemas.openxmlformats.org/drawingml/2006/main">
              <a:ext uri="{FF2B5EF4-FFF2-40B4-BE49-F238E27FC236}">
                <a16:creationId xmlns:a16="http://schemas.microsoft.com/office/drawing/2014/main" id="{EDC0DC4A-2AD5-48A7-9876-3A6EAF3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7139" y="253260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24" name="observed-plot-grid-v-1">
            <a:extLst xmlns:a="http://schemas.openxmlformats.org/drawingml/2006/main">
              <a:ext uri="{FF2B5EF4-FFF2-40B4-BE49-F238E27FC236}">
                <a16:creationId xmlns:a16="http://schemas.microsoft.com/office/drawing/2014/main" id="{F02EF1DD-C479-4F0E-86AA-5A341828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031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25" name="observed-plot-grid-v-2">
            <a:extLst xmlns:a="http://schemas.openxmlformats.org/drawingml/2006/main">
              <a:ext uri="{FF2B5EF4-FFF2-40B4-BE49-F238E27FC236}">
                <a16:creationId xmlns:a16="http://schemas.microsoft.com/office/drawing/2014/main" id="{6C900A90-17D4-4C10-BB17-BFE54146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8438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26" name="observed-plot-grid-v-3">
            <a:extLst xmlns:a="http://schemas.openxmlformats.org/drawingml/2006/main">
              <a:ext uri="{FF2B5EF4-FFF2-40B4-BE49-F238E27FC236}">
                <a16:creationId xmlns:a16="http://schemas.microsoft.com/office/drawing/2014/main" id="{DBBC07A2-73CE-4482-A92F-E0477237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844" y="50482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27" name="observed-plot-grid-h-1">
            <a:extLst xmlns:a="http://schemas.openxmlformats.org/drawingml/2006/main">
              <a:ext uri="{FF2B5EF4-FFF2-40B4-BE49-F238E27FC236}">
                <a16:creationId xmlns:a16="http://schemas.microsoft.com/office/drawing/2014/main" id="{A7DEC3B5-4563-420E-8B52-47E7E5D3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348478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28" name="observed-plot-grid-h-2">
            <a:extLst xmlns:a="http://schemas.openxmlformats.org/drawingml/2006/main">
              <a:ext uri="{FF2B5EF4-FFF2-40B4-BE49-F238E27FC236}">
                <a16:creationId xmlns:a16="http://schemas.microsoft.com/office/drawing/2014/main" id="{E260E6B8-AE9A-416C-ABF9-8D85C163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5750814"/>
            <a:ext cx="2105025" cy="9525"/>
          </a:xfrm>
          <a:custGeom xmlns:a="http://schemas.openxmlformats.org/drawingml/2006/main">
            <a:pathLst>
              <a:path w="2105025" h="9525">
                <a:moveTo>
                  <a:pt x="0" y="0"/>
                </a:moveTo>
                <a:lnTo>
                  <a:pt x="2105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29" name="observed-plot-curve">
            <a:extLst xmlns:a="http://schemas.openxmlformats.org/drawingml/2006/main">
              <a:ext uri="{FF2B5EF4-FFF2-40B4-BE49-F238E27FC236}">
                <a16:creationId xmlns:a16="http://schemas.microsoft.com/office/drawing/2014/main" id="{A7FA6A00-CBF9-4C99-9A1A-AE9CEDC8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5175475"/>
            <a:ext cx="2085975" cy="640032"/>
          </a:xfrm>
          <a:custGeom xmlns:a="http://schemas.openxmlformats.org/drawingml/2006/main">
            <a:pathLst>
              <a:path w="2085975" h="640032">
                <a:moveTo>
                  <a:pt x="0" y="505987"/>
                </a:moveTo>
                <a:lnTo>
                  <a:pt x="23441" y="474688"/>
                </a:lnTo>
                <a:lnTo>
                  <a:pt x="46873" y="455486"/>
                </a:lnTo>
                <a:lnTo>
                  <a:pt x="70314" y="450694"/>
                </a:lnTo>
                <a:lnTo>
                  <a:pt x="93755" y="459524"/>
                </a:lnTo>
                <a:lnTo>
                  <a:pt x="117186" y="478393"/>
                </a:lnTo>
                <a:lnTo>
                  <a:pt x="140627" y="502063"/>
                </a:lnTo>
                <a:lnTo>
                  <a:pt x="164068" y="525056"/>
                </a:lnTo>
                <a:lnTo>
                  <a:pt x="187500" y="543068"/>
                </a:lnTo>
                <a:lnTo>
                  <a:pt x="210941" y="554003"/>
                </a:lnTo>
                <a:lnTo>
                  <a:pt x="234382" y="558232"/>
                </a:lnTo>
                <a:lnTo>
                  <a:pt x="257813" y="558222"/>
                </a:lnTo>
                <a:lnTo>
                  <a:pt x="281254" y="557555"/>
                </a:lnTo>
                <a:lnTo>
                  <a:pt x="304695" y="559565"/>
                </a:lnTo>
                <a:lnTo>
                  <a:pt x="328127" y="566185"/>
                </a:lnTo>
                <a:lnTo>
                  <a:pt x="351568" y="577129"/>
                </a:lnTo>
                <a:lnTo>
                  <a:pt x="375009" y="589845"/>
                </a:lnTo>
                <a:lnTo>
                  <a:pt x="398440" y="600094"/>
                </a:lnTo>
                <a:lnTo>
                  <a:pt x="421881" y="603133"/>
                </a:lnTo>
                <a:lnTo>
                  <a:pt x="445322" y="595055"/>
                </a:lnTo>
                <a:lnTo>
                  <a:pt x="468754" y="574015"/>
                </a:lnTo>
                <a:lnTo>
                  <a:pt x="492195" y="540906"/>
                </a:lnTo>
                <a:lnTo>
                  <a:pt x="515636" y="499262"/>
                </a:lnTo>
                <a:lnTo>
                  <a:pt x="539077" y="454523"/>
                </a:lnTo>
                <a:lnTo>
                  <a:pt x="562508" y="412604"/>
                </a:lnTo>
                <a:lnTo>
                  <a:pt x="585949" y="378447"/>
                </a:lnTo>
                <a:lnTo>
                  <a:pt x="609390" y="354644"/>
                </a:lnTo>
                <a:lnTo>
                  <a:pt x="632822" y="340757"/>
                </a:lnTo>
                <a:lnTo>
                  <a:pt x="656263" y="333394"/>
                </a:lnTo>
                <a:lnTo>
                  <a:pt x="679704" y="327069"/>
                </a:lnTo>
                <a:lnTo>
                  <a:pt x="703135" y="315668"/>
                </a:lnTo>
                <a:lnTo>
                  <a:pt x="726577" y="294151"/>
                </a:lnTo>
                <a:lnTo>
                  <a:pt x="750018" y="259947"/>
                </a:lnTo>
                <a:lnTo>
                  <a:pt x="773449" y="213789"/>
                </a:lnTo>
                <a:lnTo>
                  <a:pt x="796890" y="159763"/>
                </a:lnTo>
                <a:lnTo>
                  <a:pt x="820331" y="104365"/>
                </a:lnTo>
                <a:lnTo>
                  <a:pt x="843763" y="55112"/>
                </a:lnTo>
                <a:lnTo>
                  <a:pt x="867204" y="18812"/>
                </a:lnTo>
                <a:lnTo>
                  <a:pt x="890645" y="0"/>
                </a:lnTo>
                <a:lnTo>
                  <a:pt x="914076" y="86"/>
                </a:lnTo>
                <a:lnTo>
                  <a:pt x="937517" y="17183"/>
                </a:lnTo>
                <a:lnTo>
                  <a:pt x="960958" y="46806"/>
                </a:lnTo>
                <a:lnTo>
                  <a:pt x="984390" y="83249"/>
                </a:lnTo>
                <a:lnTo>
                  <a:pt x="1007831" y="121082"/>
                </a:lnTo>
                <a:lnTo>
                  <a:pt x="1031272" y="156553"/>
                </a:lnTo>
                <a:lnTo>
                  <a:pt x="1054703" y="188395"/>
                </a:lnTo>
                <a:lnTo>
                  <a:pt x="1078144" y="217865"/>
                </a:lnTo>
                <a:lnTo>
                  <a:pt x="1101585" y="248098"/>
                </a:lnTo>
                <a:lnTo>
                  <a:pt x="1125017" y="282759"/>
                </a:lnTo>
                <a:lnTo>
                  <a:pt x="1148458" y="324726"/>
                </a:lnTo>
                <a:lnTo>
                  <a:pt x="1171899" y="374790"/>
                </a:lnTo>
                <a:lnTo>
                  <a:pt x="1195330" y="431130"/>
                </a:lnTo>
                <a:lnTo>
                  <a:pt x="1218771" y="489404"/>
                </a:lnTo>
                <a:lnTo>
                  <a:pt x="1242212" y="543658"/>
                </a:lnTo>
                <a:lnTo>
                  <a:pt x="1265644" y="587664"/>
                </a:lnTo>
                <a:lnTo>
                  <a:pt x="1289085" y="616506"/>
                </a:lnTo>
                <a:lnTo>
                  <a:pt x="1312526" y="627726"/>
                </a:lnTo>
                <a:lnTo>
                  <a:pt x="1335957" y="622002"/>
                </a:lnTo>
                <a:lnTo>
                  <a:pt x="1359398" y="602952"/>
                </a:lnTo>
                <a:lnTo>
                  <a:pt x="1382840" y="576272"/>
                </a:lnTo>
                <a:lnTo>
                  <a:pt x="1406271" y="548364"/>
                </a:lnTo>
                <a:lnTo>
                  <a:pt x="1429712" y="524808"/>
                </a:lnTo>
                <a:lnTo>
                  <a:pt x="1453153" y="509159"/>
                </a:lnTo>
                <a:lnTo>
                  <a:pt x="1476585" y="502310"/>
                </a:lnTo>
                <a:lnTo>
                  <a:pt x="1500026" y="502625"/>
                </a:lnTo>
                <a:lnTo>
                  <a:pt x="1523467" y="506720"/>
                </a:lnTo>
                <a:lnTo>
                  <a:pt x="1546898" y="510721"/>
                </a:lnTo>
                <a:lnTo>
                  <a:pt x="1570339" y="511597"/>
                </a:lnTo>
                <a:lnTo>
                  <a:pt x="1593780" y="508149"/>
                </a:lnTo>
                <a:lnTo>
                  <a:pt x="1617221" y="501434"/>
                </a:lnTo>
                <a:lnTo>
                  <a:pt x="1640653" y="494509"/>
                </a:lnTo>
                <a:lnTo>
                  <a:pt x="1664094" y="491414"/>
                </a:lnTo>
                <a:lnTo>
                  <a:pt x="1687535" y="495948"/>
                </a:lnTo>
                <a:lnTo>
                  <a:pt x="1710966" y="510321"/>
                </a:lnTo>
                <a:lnTo>
                  <a:pt x="1734407" y="534248"/>
                </a:lnTo>
                <a:lnTo>
                  <a:pt x="1757848" y="564709"/>
                </a:lnTo>
                <a:lnTo>
                  <a:pt x="1781280" y="596456"/>
                </a:lnTo>
                <a:lnTo>
                  <a:pt x="1804721" y="623183"/>
                </a:lnTo>
                <a:lnTo>
                  <a:pt x="1828162" y="639023"/>
                </a:lnTo>
                <a:lnTo>
                  <a:pt x="1851593" y="640032"/>
                </a:lnTo>
                <a:lnTo>
                  <a:pt x="1875034" y="625240"/>
                </a:lnTo>
                <a:lnTo>
                  <a:pt x="1898475" y="596970"/>
                </a:lnTo>
                <a:lnTo>
                  <a:pt x="1921907" y="560375"/>
                </a:lnTo>
                <a:lnTo>
                  <a:pt x="1945348" y="522208"/>
                </a:lnTo>
                <a:lnTo>
                  <a:pt x="1968789" y="489347"/>
                </a:lnTo>
                <a:lnTo>
                  <a:pt x="1992220" y="467144"/>
                </a:lnTo>
                <a:lnTo>
                  <a:pt x="2015661" y="458343"/>
                </a:lnTo>
                <a:lnTo>
                  <a:pt x="2039102" y="462610"/>
                </a:lnTo>
                <a:lnTo>
                  <a:pt x="2062534" y="476860"/>
                </a:lnTo>
                <a:lnTo>
                  <a:pt x="2085975" y="496291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0D2F6E"/>
            </a:solidFill>
            <a:prstDash val="solid"/>
          </a:ln>
        </p:spPr>
      </p:sp>
      <p:sp>
        <p:nvSpPr>
          <p:cNvPr id="330" name="observed-plot-sample-001">
            <a:extLst xmlns:a="http://schemas.openxmlformats.org/drawingml/2006/main">
              <a:ext uri="{FF2B5EF4-FFF2-40B4-BE49-F238E27FC236}">
                <a16:creationId xmlns:a16="http://schemas.microsoft.com/office/drawing/2014/main" id="{57FD7CA6-C30F-4324-B44E-E40C182F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164" y="567717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1" name="observed-plot-sample-002">
            <a:extLst xmlns:a="http://schemas.openxmlformats.org/drawingml/2006/main">
              <a:ext uri="{FF2B5EF4-FFF2-40B4-BE49-F238E27FC236}">
                <a16:creationId xmlns:a16="http://schemas.microsoft.com/office/drawing/2014/main" id="{D4AEEEC3-8D63-4E18-A1F1-63C39461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9222" y="566532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2" name="observed-plot-sample-003">
            <a:extLst xmlns:a="http://schemas.openxmlformats.org/drawingml/2006/main">
              <a:ext uri="{FF2B5EF4-FFF2-40B4-BE49-F238E27FC236}">
                <a16:creationId xmlns:a16="http://schemas.microsoft.com/office/drawing/2014/main" id="{4C2A7A07-F0F5-4A5A-969C-D3DFA1C7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7271" y="565456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3" name="observed-plot-sample-004">
            <a:extLst xmlns:a="http://schemas.openxmlformats.org/drawingml/2006/main">
              <a:ext uri="{FF2B5EF4-FFF2-40B4-BE49-F238E27FC236}">
                <a16:creationId xmlns:a16="http://schemas.microsoft.com/office/drawing/2014/main" id="{6FD8998A-5D26-4FA8-B1DE-52496912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5329" y="564508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4" name="observed-plot-sample-005">
            <a:extLst xmlns:a="http://schemas.openxmlformats.org/drawingml/2006/main">
              <a:ext uri="{FF2B5EF4-FFF2-40B4-BE49-F238E27FC236}">
                <a16:creationId xmlns:a16="http://schemas.microsoft.com/office/drawing/2014/main" id="{A7A99185-B752-4D7B-8AE7-A216B45F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3377" y="563707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5" name="observed-plot-sample-006">
            <a:extLst xmlns:a="http://schemas.openxmlformats.org/drawingml/2006/main">
              <a:ext uri="{FF2B5EF4-FFF2-40B4-BE49-F238E27FC236}">
                <a16:creationId xmlns:a16="http://schemas.microsoft.com/office/drawing/2014/main" id="{116CEDF4-3D59-4543-9CAC-04B3E2E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1435" y="563066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6" name="observed-plot-sample-007">
            <a:extLst xmlns:a="http://schemas.openxmlformats.org/drawingml/2006/main">
              <a:ext uri="{FF2B5EF4-FFF2-40B4-BE49-F238E27FC236}">
                <a16:creationId xmlns:a16="http://schemas.microsoft.com/office/drawing/2014/main" id="{077B5E47-11C7-430D-B81E-DC07D282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9484" y="562595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7" name="observed-plot-sample-008">
            <a:extLst xmlns:a="http://schemas.openxmlformats.org/drawingml/2006/main">
              <a:ext uri="{FF2B5EF4-FFF2-40B4-BE49-F238E27FC236}">
                <a16:creationId xmlns:a16="http://schemas.microsoft.com/office/drawing/2014/main" id="{456A987E-A194-4AEE-B1A9-D0ABEEF6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7542" y="562296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8" name="observed-plot-sample-009">
            <a:extLst xmlns:a="http://schemas.openxmlformats.org/drawingml/2006/main">
              <a:ext uri="{FF2B5EF4-FFF2-40B4-BE49-F238E27FC236}">
                <a16:creationId xmlns:a16="http://schemas.microsoft.com/office/drawing/2014/main" id="{C302BD8C-7D85-46DB-824E-2AB8C77A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5591" y="562172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39" name="observed-plot-sample-010">
            <a:extLst xmlns:a="http://schemas.openxmlformats.org/drawingml/2006/main">
              <a:ext uri="{FF2B5EF4-FFF2-40B4-BE49-F238E27FC236}">
                <a16:creationId xmlns:a16="http://schemas.microsoft.com/office/drawing/2014/main" id="{A9CEC245-0016-4AF8-BECE-D822C7B2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3649" y="562216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0" name="observed-plot-sample-011">
            <a:extLst xmlns:a="http://schemas.openxmlformats.org/drawingml/2006/main">
              <a:ext uri="{FF2B5EF4-FFF2-40B4-BE49-F238E27FC236}">
                <a16:creationId xmlns:a16="http://schemas.microsoft.com/office/drawing/2014/main" id="{02C0446A-05BF-43CC-8CC9-5978F40A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707" y="562422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1" name="observed-plot-sample-012">
            <a:extLst xmlns:a="http://schemas.openxmlformats.org/drawingml/2006/main">
              <a:ext uri="{FF2B5EF4-FFF2-40B4-BE49-F238E27FC236}">
                <a16:creationId xmlns:a16="http://schemas.microsoft.com/office/drawing/2014/main" id="{BF1DAAAB-6678-4A49-97AB-A277E8B3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9756" y="562775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2" name="observed-plot-sample-013">
            <a:extLst xmlns:a="http://schemas.openxmlformats.org/drawingml/2006/main">
              <a:ext uri="{FF2B5EF4-FFF2-40B4-BE49-F238E27FC236}">
                <a16:creationId xmlns:a16="http://schemas.microsoft.com/office/drawing/2014/main" id="{8A049398-BBF8-42F8-838B-27EE2936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814" y="563259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3" name="observed-plot-sample-014">
            <a:extLst xmlns:a="http://schemas.openxmlformats.org/drawingml/2006/main">
              <a:ext uri="{FF2B5EF4-FFF2-40B4-BE49-F238E27FC236}">
                <a16:creationId xmlns:a16="http://schemas.microsoft.com/office/drawing/2014/main" id="{B6D1591A-F443-453A-BEEB-3508F990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5863" y="563858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4" name="observed-plot-sample-015">
            <a:extLst xmlns:a="http://schemas.openxmlformats.org/drawingml/2006/main">
              <a:ext uri="{FF2B5EF4-FFF2-40B4-BE49-F238E27FC236}">
                <a16:creationId xmlns:a16="http://schemas.microsoft.com/office/drawing/2014/main" id="{D25FA380-03BC-4737-AFB6-6B1C3FDE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921" y="564547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5" name="observed-plot-sample-016">
            <a:extLst xmlns:a="http://schemas.openxmlformats.org/drawingml/2006/main">
              <a:ext uri="{FF2B5EF4-FFF2-40B4-BE49-F238E27FC236}">
                <a16:creationId xmlns:a16="http://schemas.microsoft.com/office/drawing/2014/main" id="{2950E7FC-57CD-41F5-9F12-34794531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1969" y="565306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6" name="observed-plot-sample-017">
            <a:extLst xmlns:a="http://schemas.openxmlformats.org/drawingml/2006/main">
              <a:ext uri="{FF2B5EF4-FFF2-40B4-BE49-F238E27FC236}">
                <a16:creationId xmlns:a16="http://schemas.microsoft.com/office/drawing/2014/main" id="{7D3A90C6-701A-451A-B637-1A0CEAA6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0027" y="566112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7" name="observed-plot-sample-018">
            <a:extLst xmlns:a="http://schemas.openxmlformats.org/drawingml/2006/main">
              <a:ext uri="{FF2B5EF4-FFF2-40B4-BE49-F238E27FC236}">
                <a16:creationId xmlns:a16="http://schemas.microsoft.com/office/drawing/2014/main" id="{1D89FFDB-9D41-486C-A64E-FF0BDC93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086" y="566941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8" name="observed-plot-sample-019">
            <a:extLst xmlns:a="http://schemas.openxmlformats.org/drawingml/2006/main">
              <a:ext uri="{FF2B5EF4-FFF2-40B4-BE49-F238E27FC236}">
                <a16:creationId xmlns:a16="http://schemas.microsoft.com/office/drawing/2014/main" id="{4E2F00F9-C8A2-4CD0-9C24-5EEF9560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6134" y="567771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49" name="observed-plot-sample-020">
            <a:extLst xmlns:a="http://schemas.openxmlformats.org/drawingml/2006/main">
              <a:ext uri="{FF2B5EF4-FFF2-40B4-BE49-F238E27FC236}">
                <a16:creationId xmlns:a16="http://schemas.microsoft.com/office/drawing/2014/main" id="{E47E832E-7BB0-483C-AF57-01336737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4192" y="568580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0" name="observed-plot-sample-021">
            <a:extLst xmlns:a="http://schemas.openxmlformats.org/drawingml/2006/main">
              <a:ext uri="{FF2B5EF4-FFF2-40B4-BE49-F238E27FC236}">
                <a16:creationId xmlns:a16="http://schemas.microsoft.com/office/drawing/2014/main" id="{9650371B-EB6B-4ACB-B1F8-DFCB79BC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241" y="569351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1" name="observed-plot-sample-022">
            <a:extLst xmlns:a="http://schemas.openxmlformats.org/drawingml/2006/main">
              <a:ext uri="{FF2B5EF4-FFF2-40B4-BE49-F238E27FC236}">
                <a16:creationId xmlns:a16="http://schemas.microsoft.com/office/drawing/2014/main" id="{43E671C1-A586-4DAF-AEFC-F42DC5CF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0299" y="570066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2" name="observed-plot-sample-023">
            <a:extLst xmlns:a="http://schemas.openxmlformats.org/drawingml/2006/main">
              <a:ext uri="{FF2B5EF4-FFF2-40B4-BE49-F238E27FC236}">
                <a16:creationId xmlns:a16="http://schemas.microsoft.com/office/drawing/2014/main" id="{5A8AE915-BA84-4E9C-8171-9A90B7D4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348" y="570713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3" name="observed-plot-sample-024">
            <a:extLst xmlns:a="http://schemas.openxmlformats.org/drawingml/2006/main">
              <a:ext uri="{FF2B5EF4-FFF2-40B4-BE49-F238E27FC236}">
                <a16:creationId xmlns:a16="http://schemas.microsoft.com/office/drawing/2014/main" id="{1E4C77D4-0194-479F-8CB7-1A3800FA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06" y="571281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4" name="observed-plot-sample-025">
            <a:extLst xmlns:a="http://schemas.openxmlformats.org/drawingml/2006/main">
              <a:ext uri="{FF2B5EF4-FFF2-40B4-BE49-F238E27FC236}">
                <a16:creationId xmlns:a16="http://schemas.microsoft.com/office/drawing/2014/main" id="{6055A3AD-34F4-4D50-B089-458CE556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4455" y="571764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5" name="observed-plot-sample-026">
            <a:extLst xmlns:a="http://schemas.openxmlformats.org/drawingml/2006/main">
              <a:ext uri="{FF2B5EF4-FFF2-40B4-BE49-F238E27FC236}">
                <a16:creationId xmlns:a16="http://schemas.microsoft.com/office/drawing/2014/main" id="{DD26EFA0-CF75-4872-B1F9-8FEDFA9C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2513" y="572160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6" name="observed-plot-sample-027">
            <a:extLst xmlns:a="http://schemas.openxmlformats.org/drawingml/2006/main">
              <a:ext uri="{FF2B5EF4-FFF2-40B4-BE49-F238E27FC236}">
                <a16:creationId xmlns:a16="http://schemas.microsoft.com/office/drawing/2014/main" id="{04D3A9EB-2A87-4050-B716-3AE089EC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571" y="572469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7" name="observed-plot-sample-028">
            <a:extLst xmlns:a="http://schemas.openxmlformats.org/drawingml/2006/main">
              <a:ext uri="{FF2B5EF4-FFF2-40B4-BE49-F238E27FC236}">
                <a16:creationId xmlns:a16="http://schemas.microsoft.com/office/drawing/2014/main" id="{7BB2A6BA-9942-4020-B837-2D1DB24C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8620" y="572696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8" name="observed-plot-sample-029">
            <a:extLst xmlns:a="http://schemas.openxmlformats.org/drawingml/2006/main">
              <a:ext uri="{FF2B5EF4-FFF2-40B4-BE49-F238E27FC236}">
                <a16:creationId xmlns:a16="http://schemas.microsoft.com/office/drawing/2014/main" id="{886610C6-D495-4741-B80B-961351B6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6678" y="572848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59" name="observed-plot-sample-030">
            <a:extLst xmlns:a="http://schemas.openxmlformats.org/drawingml/2006/main">
              <a:ext uri="{FF2B5EF4-FFF2-40B4-BE49-F238E27FC236}">
                <a16:creationId xmlns:a16="http://schemas.microsoft.com/office/drawing/2014/main" id="{5A5635E7-CF36-4977-A823-25D99D8C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726" y="572936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0" name="observed-plot-sample-031">
            <a:extLst xmlns:a="http://schemas.openxmlformats.org/drawingml/2006/main">
              <a:ext uri="{FF2B5EF4-FFF2-40B4-BE49-F238E27FC236}">
                <a16:creationId xmlns:a16="http://schemas.microsoft.com/office/drawing/2014/main" id="{398552BC-A1EB-4858-ACDE-B8A95F96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2784" y="572971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1" name="observed-plot-sample-032">
            <a:extLst xmlns:a="http://schemas.openxmlformats.org/drawingml/2006/main">
              <a:ext uri="{FF2B5EF4-FFF2-40B4-BE49-F238E27FC236}">
                <a16:creationId xmlns:a16="http://schemas.microsoft.com/office/drawing/2014/main" id="{4984424C-76DD-4166-B9AE-56BFA888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0833" y="572967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2" name="observed-plot-sample-033">
            <a:extLst xmlns:a="http://schemas.openxmlformats.org/drawingml/2006/main">
              <a:ext uri="{FF2B5EF4-FFF2-40B4-BE49-F238E27FC236}">
                <a16:creationId xmlns:a16="http://schemas.microsoft.com/office/drawing/2014/main" id="{1146AE9C-8CE0-4493-9D5D-E5F05B39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891" y="572942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3" name="observed-plot-sample-034">
            <a:extLst xmlns:a="http://schemas.openxmlformats.org/drawingml/2006/main">
              <a:ext uri="{FF2B5EF4-FFF2-40B4-BE49-F238E27FC236}">
                <a16:creationId xmlns:a16="http://schemas.microsoft.com/office/drawing/2014/main" id="{9B41915D-4435-4214-87DA-FF786584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6940" y="572907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4" name="observed-plot-sample-035">
            <a:extLst xmlns:a="http://schemas.openxmlformats.org/drawingml/2006/main">
              <a:ext uri="{FF2B5EF4-FFF2-40B4-BE49-F238E27FC236}">
                <a16:creationId xmlns:a16="http://schemas.microsoft.com/office/drawing/2014/main" id="{E7334FC4-151D-42A0-9421-64012CF6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998" y="572880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5" name="observed-plot-sample-036">
            <a:extLst xmlns:a="http://schemas.openxmlformats.org/drawingml/2006/main">
              <a:ext uri="{FF2B5EF4-FFF2-40B4-BE49-F238E27FC236}">
                <a16:creationId xmlns:a16="http://schemas.microsoft.com/office/drawing/2014/main" id="{C1772E45-881A-42CA-B34E-52A6A37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3056" y="572875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6" name="observed-plot-sample-037">
            <a:extLst xmlns:a="http://schemas.openxmlformats.org/drawingml/2006/main">
              <a:ext uri="{FF2B5EF4-FFF2-40B4-BE49-F238E27FC236}">
                <a16:creationId xmlns:a16="http://schemas.microsoft.com/office/drawing/2014/main" id="{0E7A07D8-B4BF-4D65-AE2F-A431CD2D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105" y="572903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7" name="observed-plot-sample-038">
            <a:extLst xmlns:a="http://schemas.openxmlformats.org/drawingml/2006/main">
              <a:ext uri="{FF2B5EF4-FFF2-40B4-BE49-F238E27FC236}">
                <a16:creationId xmlns:a16="http://schemas.microsoft.com/office/drawing/2014/main" id="{A1266CD4-5E10-4DA5-A7AF-86C98579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163" y="572976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8" name="observed-plot-sample-039">
            <a:extLst xmlns:a="http://schemas.openxmlformats.org/drawingml/2006/main">
              <a:ext uri="{FF2B5EF4-FFF2-40B4-BE49-F238E27FC236}">
                <a16:creationId xmlns:a16="http://schemas.microsoft.com/office/drawing/2014/main" id="{627B3E52-A5F0-4860-9789-482E0550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7212" y="573100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69" name="observed-plot-sample-040">
            <a:extLst xmlns:a="http://schemas.openxmlformats.org/drawingml/2006/main">
              <a:ext uri="{FF2B5EF4-FFF2-40B4-BE49-F238E27FC236}">
                <a16:creationId xmlns:a16="http://schemas.microsoft.com/office/drawing/2014/main" id="{B13C6393-CEF4-41DE-9196-CDD7C47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270" y="573282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0" name="observed-plot-sample-041">
            <a:extLst xmlns:a="http://schemas.openxmlformats.org/drawingml/2006/main">
              <a:ext uri="{FF2B5EF4-FFF2-40B4-BE49-F238E27FC236}">
                <a16:creationId xmlns:a16="http://schemas.microsoft.com/office/drawing/2014/main" id="{E7D81377-89A4-4CD3-A69D-2EFC2A85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3318" y="573522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1" name="observed-plot-sample-042">
            <a:extLst xmlns:a="http://schemas.openxmlformats.org/drawingml/2006/main">
              <a:ext uri="{FF2B5EF4-FFF2-40B4-BE49-F238E27FC236}">
                <a16:creationId xmlns:a16="http://schemas.microsoft.com/office/drawing/2014/main" id="{E4D4A064-A140-4062-B01F-02220AE1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376" y="573819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2" name="observed-plot-sample-043">
            <a:extLst xmlns:a="http://schemas.openxmlformats.org/drawingml/2006/main">
              <a:ext uri="{FF2B5EF4-FFF2-40B4-BE49-F238E27FC236}">
                <a16:creationId xmlns:a16="http://schemas.microsoft.com/office/drawing/2014/main" id="{BF235B9C-8B2B-499D-A745-C3C6E15B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435" y="574168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3" name="observed-plot-sample-044">
            <a:extLst xmlns:a="http://schemas.openxmlformats.org/drawingml/2006/main">
              <a:ext uri="{FF2B5EF4-FFF2-40B4-BE49-F238E27FC236}">
                <a16:creationId xmlns:a16="http://schemas.microsoft.com/office/drawing/2014/main" id="{8F324E59-E2A4-4B61-AEA8-CA8F840B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7483" y="574559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4" name="observed-plot-sample-045">
            <a:extLst xmlns:a="http://schemas.openxmlformats.org/drawingml/2006/main">
              <a:ext uri="{FF2B5EF4-FFF2-40B4-BE49-F238E27FC236}">
                <a16:creationId xmlns:a16="http://schemas.microsoft.com/office/drawing/2014/main" id="{A6E3A0EF-4EC9-4C61-A7D4-569F9748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5541" y="574982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5" name="observed-plot-sample-046">
            <a:extLst xmlns:a="http://schemas.openxmlformats.org/drawingml/2006/main">
              <a:ext uri="{FF2B5EF4-FFF2-40B4-BE49-F238E27FC236}">
                <a16:creationId xmlns:a16="http://schemas.microsoft.com/office/drawing/2014/main" id="{C9C20E11-415F-4A62-BF4C-1BC37906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590" y="575422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6" name="observed-plot-sample-047">
            <a:extLst xmlns:a="http://schemas.openxmlformats.org/drawingml/2006/main">
              <a:ext uri="{FF2B5EF4-FFF2-40B4-BE49-F238E27FC236}">
                <a16:creationId xmlns:a16="http://schemas.microsoft.com/office/drawing/2014/main" id="{B6D51CD3-D3DC-4B13-BCD3-A4A571DB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1648" y="575862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7" name="observed-plot-sample-048">
            <a:extLst xmlns:a="http://schemas.openxmlformats.org/drawingml/2006/main">
              <a:ext uri="{FF2B5EF4-FFF2-40B4-BE49-F238E27FC236}">
                <a16:creationId xmlns:a16="http://schemas.microsoft.com/office/drawing/2014/main" id="{F06DCB91-F7EC-478E-BEFD-7566BBDF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9697" y="576285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8" name="observed-plot-sample-049">
            <a:extLst xmlns:a="http://schemas.openxmlformats.org/drawingml/2006/main">
              <a:ext uri="{FF2B5EF4-FFF2-40B4-BE49-F238E27FC236}">
                <a16:creationId xmlns:a16="http://schemas.microsoft.com/office/drawing/2014/main" id="{F35C0650-F480-480C-8B54-10D4A8E8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7755" y="576671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79" name="observed-plot-sample-050">
            <a:extLst xmlns:a="http://schemas.openxmlformats.org/drawingml/2006/main">
              <a:ext uri="{FF2B5EF4-FFF2-40B4-BE49-F238E27FC236}">
                <a16:creationId xmlns:a16="http://schemas.microsoft.com/office/drawing/2014/main" id="{ED1E9D02-2F98-4BFC-9947-3EE77A64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804" y="576998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0" name="observed-plot-sample-051">
            <a:extLst xmlns:a="http://schemas.openxmlformats.org/drawingml/2006/main">
              <a:ext uri="{FF2B5EF4-FFF2-40B4-BE49-F238E27FC236}">
                <a16:creationId xmlns:a16="http://schemas.microsoft.com/office/drawing/2014/main" id="{3A8D4FFC-4867-4DD7-B1D4-A2AB58F8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3862" y="577250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1" name="observed-plot-sample-052">
            <a:extLst xmlns:a="http://schemas.openxmlformats.org/drawingml/2006/main">
              <a:ext uri="{FF2B5EF4-FFF2-40B4-BE49-F238E27FC236}">
                <a16:creationId xmlns:a16="http://schemas.microsoft.com/office/drawing/2014/main" id="{CD422D4F-C575-4E09-81E6-3E9F9954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1920" y="577406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2" name="observed-plot-sample-053">
            <a:extLst xmlns:a="http://schemas.openxmlformats.org/drawingml/2006/main">
              <a:ext uri="{FF2B5EF4-FFF2-40B4-BE49-F238E27FC236}">
                <a16:creationId xmlns:a16="http://schemas.microsoft.com/office/drawing/2014/main" id="{D4E8508A-178F-40D3-AF0E-0AB62380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9968" y="577449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3" name="observed-plot-sample-054">
            <a:extLst xmlns:a="http://schemas.openxmlformats.org/drawingml/2006/main">
              <a:ext uri="{FF2B5EF4-FFF2-40B4-BE49-F238E27FC236}">
                <a16:creationId xmlns:a16="http://schemas.microsoft.com/office/drawing/2014/main" id="{F42429A8-C6DA-4D34-9A0D-C34594D6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8027" y="577363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4" name="observed-plot-sample-055">
            <a:extLst xmlns:a="http://schemas.openxmlformats.org/drawingml/2006/main">
              <a:ext uri="{FF2B5EF4-FFF2-40B4-BE49-F238E27FC236}">
                <a16:creationId xmlns:a16="http://schemas.microsoft.com/office/drawing/2014/main" id="{77970F65-6A29-4DFE-8655-4616A37E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6075" y="577137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5" name="observed-plot-sample-056">
            <a:extLst xmlns:a="http://schemas.openxmlformats.org/drawingml/2006/main">
              <a:ext uri="{FF2B5EF4-FFF2-40B4-BE49-F238E27FC236}">
                <a16:creationId xmlns:a16="http://schemas.microsoft.com/office/drawing/2014/main" id="{3316933A-21A6-44B5-8773-2D61A646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4133" y="576762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6" name="observed-plot-sample-057">
            <a:extLst xmlns:a="http://schemas.openxmlformats.org/drawingml/2006/main">
              <a:ext uri="{FF2B5EF4-FFF2-40B4-BE49-F238E27FC236}">
                <a16:creationId xmlns:a16="http://schemas.microsoft.com/office/drawing/2014/main" id="{5932E9D6-7688-484B-98BF-16F72072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2182" y="576233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7" name="observed-plot-sample-058">
            <a:extLst xmlns:a="http://schemas.openxmlformats.org/drawingml/2006/main">
              <a:ext uri="{FF2B5EF4-FFF2-40B4-BE49-F238E27FC236}">
                <a16:creationId xmlns:a16="http://schemas.microsoft.com/office/drawing/2014/main" id="{01EB694D-EF95-4299-9560-3EE1A038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0240" y="575547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8" name="observed-plot-sample-059">
            <a:extLst xmlns:a="http://schemas.openxmlformats.org/drawingml/2006/main">
              <a:ext uri="{FF2B5EF4-FFF2-40B4-BE49-F238E27FC236}">
                <a16:creationId xmlns:a16="http://schemas.microsoft.com/office/drawing/2014/main" id="{7E175E11-9725-47A3-BB1E-6ED8D20B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8289" y="574708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89" name="observed-plot-sample-060">
            <a:extLst xmlns:a="http://schemas.openxmlformats.org/drawingml/2006/main">
              <a:ext uri="{FF2B5EF4-FFF2-40B4-BE49-F238E27FC236}">
                <a16:creationId xmlns:a16="http://schemas.microsoft.com/office/drawing/2014/main" id="{FD4A49E9-87CB-445E-8082-0ED9E806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347" y="573722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0" name="observed-plot-sample-061">
            <a:extLst xmlns:a="http://schemas.openxmlformats.org/drawingml/2006/main">
              <a:ext uri="{FF2B5EF4-FFF2-40B4-BE49-F238E27FC236}">
                <a16:creationId xmlns:a16="http://schemas.microsoft.com/office/drawing/2014/main" id="{5D942120-C90B-4605-8ED3-F3715CDE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405" y="572600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1" name="observed-plot-sample-062">
            <a:extLst xmlns:a="http://schemas.openxmlformats.org/drawingml/2006/main">
              <a:ext uri="{FF2B5EF4-FFF2-40B4-BE49-F238E27FC236}">
                <a16:creationId xmlns:a16="http://schemas.microsoft.com/office/drawing/2014/main" id="{B119657D-F402-48BC-BEEB-6C243AD8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454" y="571356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2" name="observed-plot-sample-063">
            <a:extLst xmlns:a="http://schemas.openxmlformats.org/drawingml/2006/main">
              <a:ext uri="{FF2B5EF4-FFF2-40B4-BE49-F238E27FC236}">
                <a16:creationId xmlns:a16="http://schemas.microsoft.com/office/drawing/2014/main" id="{22721B56-6285-4968-881E-876A6A68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512" y="570007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3" name="observed-plot-sample-064">
            <a:extLst xmlns:a="http://schemas.openxmlformats.org/drawingml/2006/main">
              <a:ext uri="{FF2B5EF4-FFF2-40B4-BE49-F238E27FC236}">
                <a16:creationId xmlns:a16="http://schemas.microsoft.com/office/drawing/2014/main" id="{643188AB-A30E-4F07-9036-0231CA5C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8561" y="568573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4" name="observed-plot-sample-065">
            <a:extLst xmlns:a="http://schemas.openxmlformats.org/drawingml/2006/main">
              <a:ext uri="{FF2B5EF4-FFF2-40B4-BE49-F238E27FC236}">
                <a16:creationId xmlns:a16="http://schemas.microsoft.com/office/drawing/2014/main" id="{DC310429-2D90-4C2E-B298-5CDEACA1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619" y="567079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5" name="observed-plot-sample-066">
            <a:extLst xmlns:a="http://schemas.openxmlformats.org/drawingml/2006/main">
              <a:ext uri="{FF2B5EF4-FFF2-40B4-BE49-F238E27FC236}">
                <a16:creationId xmlns:a16="http://schemas.microsoft.com/office/drawing/2014/main" id="{C811B11E-CBF2-46C5-AEC9-6BA37CA8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667" y="565547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6" name="observed-plot-sample-067">
            <a:extLst xmlns:a="http://schemas.openxmlformats.org/drawingml/2006/main">
              <a:ext uri="{FF2B5EF4-FFF2-40B4-BE49-F238E27FC236}">
                <a16:creationId xmlns:a16="http://schemas.microsoft.com/office/drawing/2014/main" id="{1347F364-13CC-4DF0-AF9E-676FB789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2725" y="564001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7" name="observed-plot-sample-068">
            <a:extLst xmlns:a="http://schemas.openxmlformats.org/drawingml/2006/main">
              <a:ext uri="{FF2B5EF4-FFF2-40B4-BE49-F238E27FC236}">
                <a16:creationId xmlns:a16="http://schemas.microsoft.com/office/drawing/2014/main" id="{70CCFFA0-603D-41E9-B4A0-F2C232C4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784" y="562468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8" name="observed-plot-sample-069">
            <a:extLst xmlns:a="http://schemas.openxmlformats.org/drawingml/2006/main">
              <a:ext uri="{FF2B5EF4-FFF2-40B4-BE49-F238E27FC236}">
                <a16:creationId xmlns:a16="http://schemas.microsoft.com/office/drawing/2014/main" id="{730DB042-A8C4-4E0F-82DC-3B10DF1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832" y="560971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399" name="observed-plot-sample-070">
            <a:extLst xmlns:a="http://schemas.openxmlformats.org/drawingml/2006/main">
              <a:ext uri="{FF2B5EF4-FFF2-40B4-BE49-F238E27FC236}">
                <a16:creationId xmlns:a16="http://schemas.microsoft.com/office/drawing/2014/main" id="{84D22A46-0D78-486C-A12C-D360298F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6890" y="559531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0" name="observed-plot-sample-071">
            <a:extLst xmlns:a="http://schemas.openxmlformats.org/drawingml/2006/main">
              <a:ext uri="{FF2B5EF4-FFF2-40B4-BE49-F238E27FC236}">
                <a16:creationId xmlns:a16="http://schemas.microsoft.com/office/drawing/2014/main" id="{22B50DC6-2EB1-4F7E-B291-CC1000CA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939" y="558171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1" name="observed-plot-sample-072">
            <a:extLst xmlns:a="http://schemas.openxmlformats.org/drawingml/2006/main">
              <a:ext uri="{FF2B5EF4-FFF2-40B4-BE49-F238E27FC236}">
                <a16:creationId xmlns:a16="http://schemas.microsoft.com/office/drawing/2014/main" id="{4347D0CE-F636-4865-AC08-B7F5F4DC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997" y="556907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2" name="observed-plot-sample-073">
            <a:extLst xmlns:a="http://schemas.openxmlformats.org/drawingml/2006/main">
              <a:ext uri="{FF2B5EF4-FFF2-40B4-BE49-F238E27FC236}">
                <a16:creationId xmlns:a16="http://schemas.microsoft.com/office/drawing/2014/main" id="{B294BC6C-0096-4099-85EB-26C6E79E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046" y="555753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3" name="observed-plot-sample-074">
            <a:extLst xmlns:a="http://schemas.openxmlformats.org/drawingml/2006/main">
              <a:ext uri="{FF2B5EF4-FFF2-40B4-BE49-F238E27FC236}">
                <a16:creationId xmlns:a16="http://schemas.microsoft.com/office/drawing/2014/main" id="{FF937DF6-6486-4F66-B5C3-DDE082C1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9104" y="554719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4" name="observed-plot-sample-075">
            <a:extLst xmlns:a="http://schemas.openxmlformats.org/drawingml/2006/main">
              <a:ext uri="{FF2B5EF4-FFF2-40B4-BE49-F238E27FC236}">
                <a16:creationId xmlns:a16="http://schemas.microsoft.com/office/drawing/2014/main" id="{577ED95F-9BD8-4DD4-8CDE-18F5849A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7153" y="553812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5" name="observed-plot-sample-076">
            <a:extLst xmlns:a="http://schemas.openxmlformats.org/drawingml/2006/main">
              <a:ext uri="{FF2B5EF4-FFF2-40B4-BE49-F238E27FC236}">
                <a16:creationId xmlns:a16="http://schemas.microsoft.com/office/drawing/2014/main" id="{2FE383E1-BFD3-4CBC-AC49-F33C72E3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211" y="553032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6" name="observed-plot-sample-077">
            <a:extLst xmlns:a="http://schemas.openxmlformats.org/drawingml/2006/main">
              <a:ext uri="{FF2B5EF4-FFF2-40B4-BE49-F238E27FC236}">
                <a16:creationId xmlns:a16="http://schemas.microsoft.com/office/drawing/2014/main" id="{60848E80-CAE1-4CD2-BF70-F0F569DB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3269" y="552375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7" name="observed-plot-sample-078">
            <a:extLst xmlns:a="http://schemas.openxmlformats.org/drawingml/2006/main">
              <a:ext uri="{FF2B5EF4-FFF2-40B4-BE49-F238E27FC236}">
                <a16:creationId xmlns:a16="http://schemas.microsoft.com/office/drawing/2014/main" id="{F3169D3C-F84F-4725-A3D9-5B5B47E9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1317" y="551836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8" name="observed-plot-sample-079">
            <a:extLst xmlns:a="http://schemas.openxmlformats.org/drawingml/2006/main">
              <a:ext uri="{FF2B5EF4-FFF2-40B4-BE49-F238E27FC236}">
                <a16:creationId xmlns:a16="http://schemas.microsoft.com/office/drawing/2014/main" id="{17C40172-BEEF-46A7-876D-57D84FBD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376" y="551402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09" name="observed-plot-sample-080">
            <a:extLst xmlns:a="http://schemas.openxmlformats.org/drawingml/2006/main">
              <a:ext uri="{FF2B5EF4-FFF2-40B4-BE49-F238E27FC236}">
                <a16:creationId xmlns:a16="http://schemas.microsoft.com/office/drawing/2014/main" id="{D4D7F0FF-7876-4B97-9302-9B448971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7424" y="551057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0" name="observed-plot-sample-081">
            <a:extLst xmlns:a="http://schemas.openxmlformats.org/drawingml/2006/main">
              <a:ext uri="{FF2B5EF4-FFF2-40B4-BE49-F238E27FC236}">
                <a16:creationId xmlns:a16="http://schemas.microsoft.com/office/drawing/2014/main" id="{EFED1C5F-6D08-47F1-BF02-F003C37A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5482" y="550783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1" name="observed-plot-sample-082">
            <a:extLst xmlns:a="http://schemas.openxmlformats.org/drawingml/2006/main">
              <a:ext uri="{FF2B5EF4-FFF2-40B4-BE49-F238E27FC236}">
                <a16:creationId xmlns:a16="http://schemas.microsoft.com/office/drawing/2014/main" id="{904E60F1-BE4A-4D30-BE4C-24E23323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531" y="550557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2" name="observed-plot-sample-083">
            <a:extLst xmlns:a="http://schemas.openxmlformats.org/drawingml/2006/main">
              <a:ext uri="{FF2B5EF4-FFF2-40B4-BE49-F238E27FC236}">
                <a16:creationId xmlns:a16="http://schemas.microsoft.com/office/drawing/2014/main" id="{D731FFFC-C4E6-4EE9-A26C-16F95040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1589" y="550356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3" name="observed-plot-sample-084">
            <a:extLst xmlns:a="http://schemas.openxmlformats.org/drawingml/2006/main">
              <a:ext uri="{FF2B5EF4-FFF2-40B4-BE49-F238E27FC236}">
                <a16:creationId xmlns:a16="http://schemas.microsoft.com/office/drawing/2014/main" id="{BF4BFF66-3318-4652-A8F6-2F04E8DD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9638" y="550154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4" name="observed-plot-sample-085">
            <a:extLst xmlns:a="http://schemas.openxmlformats.org/drawingml/2006/main">
              <a:ext uri="{FF2B5EF4-FFF2-40B4-BE49-F238E27FC236}">
                <a16:creationId xmlns:a16="http://schemas.microsoft.com/office/drawing/2014/main" id="{45BD6C92-9CD6-422A-AB43-B79B9113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7696" y="549927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5" name="observed-plot-sample-086">
            <a:extLst xmlns:a="http://schemas.openxmlformats.org/drawingml/2006/main">
              <a:ext uri="{FF2B5EF4-FFF2-40B4-BE49-F238E27FC236}">
                <a16:creationId xmlns:a16="http://schemas.microsoft.com/office/drawing/2014/main" id="{B6799BF6-EA28-431D-8A0D-AE2B7367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5754" y="549648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6" name="observed-plot-sample-087">
            <a:extLst xmlns:a="http://schemas.openxmlformats.org/drawingml/2006/main">
              <a:ext uri="{FF2B5EF4-FFF2-40B4-BE49-F238E27FC236}">
                <a16:creationId xmlns:a16="http://schemas.microsoft.com/office/drawing/2014/main" id="{917F2A8B-07B6-4DB4-A41D-664FAC77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803" y="549295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7" name="observed-plot-sample-088">
            <a:extLst xmlns:a="http://schemas.openxmlformats.org/drawingml/2006/main">
              <a:ext uri="{FF2B5EF4-FFF2-40B4-BE49-F238E27FC236}">
                <a16:creationId xmlns:a16="http://schemas.microsoft.com/office/drawing/2014/main" id="{1B9AFDAF-A3A7-4E88-B099-6072D338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861" y="548844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8" name="observed-plot-sample-089">
            <a:extLst xmlns:a="http://schemas.openxmlformats.org/drawingml/2006/main">
              <a:ext uri="{FF2B5EF4-FFF2-40B4-BE49-F238E27FC236}">
                <a16:creationId xmlns:a16="http://schemas.microsoft.com/office/drawing/2014/main" id="{DD3E49A6-4D64-4FCE-A388-01CA4079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9909" y="548278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19" name="observed-plot-sample-090">
            <a:extLst xmlns:a="http://schemas.openxmlformats.org/drawingml/2006/main">
              <a:ext uri="{FF2B5EF4-FFF2-40B4-BE49-F238E27FC236}">
                <a16:creationId xmlns:a16="http://schemas.microsoft.com/office/drawing/2014/main" id="{11436FA7-EBAB-4190-B396-5D7F1D89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968" y="547578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0" name="observed-plot-sample-091">
            <a:extLst xmlns:a="http://schemas.openxmlformats.org/drawingml/2006/main">
              <a:ext uri="{FF2B5EF4-FFF2-40B4-BE49-F238E27FC236}">
                <a16:creationId xmlns:a16="http://schemas.microsoft.com/office/drawing/2014/main" id="{60086C3B-DC82-44EC-9999-484C864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6016" y="546734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1" name="observed-plot-sample-092">
            <a:extLst xmlns:a="http://schemas.openxmlformats.org/drawingml/2006/main">
              <a:ext uri="{FF2B5EF4-FFF2-40B4-BE49-F238E27FC236}">
                <a16:creationId xmlns:a16="http://schemas.microsoft.com/office/drawing/2014/main" id="{33BC7BCE-448E-4DDE-931A-E3D92F79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4074" y="545737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2" name="observed-plot-sample-093">
            <a:extLst xmlns:a="http://schemas.openxmlformats.org/drawingml/2006/main">
              <a:ext uri="{FF2B5EF4-FFF2-40B4-BE49-F238E27FC236}">
                <a16:creationId xmlns:a16="http://schemas.microsoft.com/office/drawing/2014/main" id="{ACA3423B-9AAA-4557-9E86-BC88DA6B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2133" y="544587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3" name="observed-plot-sample-094">
            <a:extLst xmlns:a="http://schemas.openxmlformats.org/drawingml/2006/main">
              <a:ext uri="{FF2B5EF4-FFF2-40B4-BE49-F238E27FC236}">
                <a16:creationId xmlns:a16="http://schemas.microsoft.com/office/drawing/2014/main" id="{E16ECB23-A13D-49A1-8572-B3B07E41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0181" y="543284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4" name="observed-plot-sample-095">
            <a:extLst xmlns:a="http://schemas.openxmlformats.org/drawingml/2006/main">
              <a:ext uri="{FF2B5EF4-FFF2-40B4-BE49-F238E27FC236}">
                <a16:creationId xmlns:a16="http://schemas.microsoft.com/office/drawing/2014/main" id="{1AD4BEDB-4B4A-4A78-9B34-CF628E78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8239" y="541836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5" name="observed-plot-sample-096">
            <a:extLst xmlns:a="http://schemas.openxmlformats.org/drawingml/2006/main">
              <a:ext uri="{FF2B5EF4-FFF2-40B4-BE49-F238E27FC236}">
                <a16:creationId xmlns:a16="http://schemas.microsoft.com/office/drawing/2014/main" id="{08568D3C-9BE8-4A1D-973C-B4148201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6288" y="540255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6" name="observed-plot-sample-097">
            <a:extLst xmlns:a="http://schemas.openxmlformats.org/drawingml/2006/main">
              <a:ext uri="{FF2B5EF4-FFF2-40B4-BE49-F238E27FC236}">
                <a16:creationId xmlns:a16="http://schemas.microsoft.com/office/drawing/2014/main" id="{8B6C27A7-EB53-40A2-8B5B-C36E1627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4346" y="538556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7" name="observed-plot-sample-098">
            <a:extLst xmlns:a="http://schemas.openxmlformats.org/drawingml/2006/main">
              <a:ext uri="{FF2B5EF4-FFF2-40B4-BE49-F238E27FC236}">
                <a16:creationId xmlns:a16="http://schemas.microsoft.com/office/drawing/2014/main" id="{7E13E4BA-F4B6-4C8F-8B55-9EDB7D8F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2395" y="536763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8" name="observed-plot-sample-099">
            <a:extLst xmlns:a="http://schemas.openxmlformats.org/drawingml/2006/main">
              <a:ext uri="{FF2B5EF4-FFF2-40B4-BE49-F238E27FC236}">
                <a16:creationId xmlns:a16="http://schemas.microsoft.com/office/drawing/2014/main" id="{F941A82F-9A05-450D-B950-9AE03A47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0453" y="534897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29" name="observed-plot-sample-100">
            <a:extLst xmlns:a="http://schemas.openxmlformats.org/drawingml/2006/main">
              <a:ext uri="{FF2B5EF4-FFF2-40B4-BE49-F238E27FC236}">
                <a16:creationId xmlns:a16="http://schemas.microsoft.com/office/drawing/2014/main" id="{F4EEF0CC-1D9F-4653-8A2B-C9E1E72B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8502" y="532986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0" name="observed-plot-sample-101">
            <a:extLst xmlns:a="http://schemas.openxmlformats.org/drawingml/2006/main">
              <a:ext uri="{FF2B5EF4-FFF2-40B4-BE49-F238E27FC236}">
                <a16:creationId xmlns:a16="http://schemas.microsoft.com/office/drawing/2014/main" id="{BD73EF1E-041B-4181-97DE-07570581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6560" y="531060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1" name="observed-plot-sample-102">
            <a:extLst xmlns:a="http://schemas.openxmlformats.org/drawingml/2006/main">
              <a:ext uri="{FF2B5EF4-FFF2-40B4-BE49-F238E27FC236}">
                <a16:creationId xmlns:a16="http://schemas.microsoft.com/office/drawing/2014/main" id="{E57BA7AB-A46E-44E6-9F60-5CD8BFC2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4618" y="529150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2" name="observed-plot-sample-103">
            <a:extLst xmlns:a="http://schemas.openxmlformats.org/drawingml/2006/main">
              <a:ext uri="{FF2B5EF4-FFF2-40B4-BE49-F238E27FC236}">
                <a16:creationId xmlns:a16="http://schemas.microsoft.com/office/drawing/2014/main" id="{52067ABE-2102-4728-9D91-6B3B8A47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666" y="527286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3" name="observed-plot-sample-104">
            <a:extLst xmlns:a="http://schemas.openxmlformats.org/drawingml/2006/main">
              <a:ext uri="{FF2B5EF4-FFF2-40B4-BE49-F238E27FC236}">
                <a16:creationId xmlns:a16="http://schemas.microsoft.com/office/drawing/2014/main" id="{9C1A562F-E334-4D2B-B833-B1BEA822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725" y="525500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4" name="observed-plot-sample-105">
            <a:extLst xmlns:a="http://schemas.openxmlformats.org/drawingml/2006/main">
              <a:ext uri="{FF2B5EF4-FFF2-40B4-BE49-F238E27FC236}">
                <a16:creationId xmlns:a16="http://schemas.microsoft.com/office/drawing/2014/main" id="{9B88CE75-2D96-4BB6-BAB1-9268C776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8773" y="523822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5" name="observed-plot-sample-106">
            <a:extLst xmlns:a="http://schemas.openxmlformats.org/drawingml/2006/main">
              <a:ext uri="{FF2B5EF4-FFF2-40B4-BE49-F238E27FC236}">
                <a16:creationId xmlns:a16="http://schemas.microsoft.com/office/drawing/2014/main" id="{4749CF5A-1D99-4731-8C74-01B1F5BA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6831" y="522279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6" name="observed-plot-sample-107">
            <a:extLst xmlns:a="http://schemas.openxmlformats.org/drawingml/2006/main">
              <a:ext uri="{FF2B5EF4-FFF2-40B4-BE49-F238E27FC236}">
                <a16:creationId xmlns:a16="http://schemas.microsoft.com/office/drawing/2014/main" id="{3795ACF7-DB46-41FF-A0F1-10043385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4880" y="520897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7" name="observed-plot-sample-108">
            <a:extLst xmlns:a="http://schemas.openxmlformats.org/drawingml/2006/main">
              <a:ext uri="{FF2B5EF4-FFF2-40B4-BE49-F238E27FC236}">
                <a16:creationId xmlns:a16="http://schemas.microsoft.com/office/drawing/2014/main" id="{C3EF4D0C-DDF9-4093-A38D-B7566C16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938" y="519697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8" name="observed-plot-sample-109">
            <a:extLst xmlns:a="http://schemas.openxmlformats.org/drawingml/2006/main">
              <a:ext uri="{FF2B5EF4-FFF2-40B4-BE49-F238E27FC236}">
                <a16:creationId xmlns:a16="http://schemas.microsoft.com/office/drawing/2014/main" id="{680514DE-5C63-45BE-A16C-55607C55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987" y="518696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39" name="observed-plot-sample-110">
            <a:extLst xmlns:a="http://schemas.openxmlformats.org/drawingml/2006/main">
              <a:ext uri="{FF2B5EF4-FFF2-40B4-BE49-F238E27FC236}">
                <a16:creationId xmlns:a16="http://schemas.microsoft.com/office/drawing/2014/main" id="{E2B6735A-8CFC-4FFD-B6E4-510D7DDA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9045" y="517909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0" name="observed-plot-sample-111">
            <a:extLst xmlns:a="http://schemas.openxmlformats.org/drawingml/2006/main">
              <a:ext uri="{FF2B5EF4-FFF2-40B4-BE49-F238E27FC236}">
                <a16:creationId xmlns:a16="http://schemas.microsoft.com/office/drawing/2014/main" id="{82917AFE-D721-4AD3-8F8A-ABC4247D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7103" y="517344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1" name="observed-plot-sample-112">
            <a:extLst xmlns:a="http://schemas.openxmlformats.org/drawingml/2006/main">
              <a:ext uri="{FF2B5EF4-FFF2-40B4-BE49-F238E27FC236}">
                <a16:creationId xmlns:a16="http://schemas.microsoft.com/office/drawing/2014/main" id="{E35827D6-AE62-4E5C-9F60-79AEC316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5152" y="517005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2" name="observed-plot-sample-113">
            <a:extLst xmlns:a="http://schemas.openxmlformats.org/drawingml/2006/main">
              <a:ext uri="{FF2B5EF4-FFF2-40B4-BE49-F238E27FC236}">
                <a16:creationId xmlns:a16="http://schemas.microsoft.com/office/drawing/2014/main" id="{B736ABEB-009B-43AD-B376-E554ADB3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3210" y="516892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3" name="observed-plot-sample-114">
            <a:extLst xmlns:a="http://schemas.openxmlformats.org/drawingml/2006/main">
              <a:ext uri="{FF2B5EF4-FFF2-40B4-BE49-F238E27FC236}">
                <a16:creationId xmlns:a16="http://schemas.microsoft.com/office/drawing/2014/main" id="{D6606E19-2E23-4441-8170-D8060CBF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1258" y="516997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4" name="observed-plot-sample-115">
            <a:extLst xmlns:a="http://schemas.openxmlformats.org/drawingml/2006/main">
              <a:ext uri="{FF2B5EF4-FFF2-40B4-BE49-F238E27FC236}">
                <a16:creationId xmlns:a16="http://schemas.microsoft.com/office/drawing/2014/main" id="{48DBD2FE-3CE1-4200-ABEB-60CFF3B1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317" y="517312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5" name="observed-plot-sample-116">
            <a:extLst xmlns:a="http://schemas.openxmlformats.org/drawingml/2006/main">
              <a:ext uri="{FF2B5EF4-FFF2-40B4-BE49-F238E27FC236}">
                <a16:creationId xmlns:a16="http://schemas.microsoft.com/office/drawing/2014/main" id="{5886BB47-8CEC-4575-A109-2CF258AB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365" y="517822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6" name="observed-plot-sample-117">
            <a:extLst xmlns:a="http://schemas.openxmlformats.org/drawingml/2006/main">
              <a:ext uri="{FF2B5EF4-FFF2-40B4-BE49-F238E27FC236}">
                <a16:creationId xmlns:a16="http://schemas.microsoft.com/office/drawing/2014/main" id="{E16C0E4B-DB55-43C0-A108-09CE9BA6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5423" y="518512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7" name="observed-plot-sample-118">
            <a:extLst xmlns:a="http://schemas.openxmlformats.org/drawingml/2006/main">
              <a:ext uri="{FF2B5EF4-FFF2-40B4-BE49-F238E27FC236}">
                <a16:creationId xmlns:a16="http://schemas.microsoft.com/office/drawing/2014/main" id="{943F03DF-5CC4-41D7-8259-8A1B6DC8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482" y="519359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8" name="observed-plot-sample-119">
            <a:extLst xmlns:a="http://schemas.openxmlformats.org/drawingml/2006/main">
              <a:ext uri="{FF2B5EF4-FFF2-40B4-BE49-F238E27FC236}">
                <a16:creationId xmlns:a16="http://schemas.microsoft.com/office/drawing/2014/main" id="{D74FA7AD-074A-43DA-B1C1-39FD8F29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530" y="520341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49" name="observed-plot-sample-120">
            <a:extLst xmlns:a="http://schemas.openxmlformats.org/drawingml/2006/main">
              <a:ext uri="{FF2B5EF4-FFF2-40B4-BE49-F238E27FC236}">
                <a16:creationId xmlns:a16="http://schemas.microsoft.com/office/drawing/2014/main" id="{98D73AF6-2DA1-4624-9C8F-A99890A7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9588" y="521435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0" name="observed-plot-sample-121">
            <a:extLst xmlns:a="http://schemas.openxmlformats.org/drawingml/2006/main">
              <a:ext uri="{FF2B5EF4-FFF2-40B4-BE49-F238E27FC236}">
                <a16:creationId xmlns:a16="http://schemas.microsoft.com/office/drawing/2014/main" id="{F07FBF13-A911-4CA4-BCCB-DFD988C7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7637" y="522618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1" name="observed-plot-sample-122">
            <a:extLst xmlns:a="http://schemas.openxmlformats.org/drawingml/2006/main">
              <a:ext uri="{FF2B5EF4-FFF2-40B4-BE49-F238E27FC236}">
                <a16:creationId xmlns:a16="http://schemas.microsoft.com/office/drawing/2014/main" id="{3086C5EE-FE4D-4E96-A5CE-F074E213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5695" y="523864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2" name="observed-plot-sample-123">
            <a:extLst xmlns:a="http://schemas.openxmlformats.org/drawingml/2006/main">
              <a:ext uri="{FF2B5EF4-FFF2-40B4-BE49-F238E27FC236}">
                <a16:creationId xmlns:a16="http://schemas.microsoft.com/office/drawing/2014/main" id="{C67BB787-D07B-4F23-A5C3-ED76CBDB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744" y="525151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3" name="observed-plot-sample-124">
            <a:extLst xmlns:a="http://schemas.openxmlformats.org/drawingml/2006/main">
              <a:ext uri="{FF2B5EF4-FFF2-40B4-BE49-F238E27FC236}">
                <a16:creationId xmlns:a16="http://schemas.microsoft.com/office/drawing/2014/main" id="{FDF000CE-105C-4A11-A7D0-79389998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1802" y="526458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4" name="observed-plot-sample-125">
            <a:extLst xmlns:a="http://schemas.openxmlformats.org/drawingml/2006/main">
              <a:ext uri="{FF2B5EF4-FFF2-40B4-BE49-F238E27FC236}">
                <a16:creationId xmlns:a16="http://schemas.microsoft.com/office/drawing/2014/main" id="{642B8A00-79EC-40C2-9A1E-738BA8E0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9850" y="527765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5" name="observed-plot-sample-126">
            <a:extLst xmlns:a="http://schemas.openxmlformats.org/drawingml/2006/main">
              <a:ext uri="{FF2B5EF4-FFF2-40B4-BE49-F238E27FC236}">
                <a16:creationId xmlns:a16="http://schemas.microsoft.com/office/drawing/2014/main" id="{E9CF0616-0D1B-44AD-B57C-55DC35BA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7909" y="529055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6" name="observed-plot-sample-127">
            <a:extLst xmlns:a="http://schemas.openxmlformats.org/drawingml/2006/main">
              <a:ext uri="{FF2B5EF4-FFF2-40B4-BE49-F238E27FC236}">
                <a16:creationId xmlns:a16="http://schemas.microsoft.com/office/drawing/2014/main" id="{7ED5BE96-B167-4C1A-9241-9020CEA6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967" y="530317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7" name="observed-plot-sample-128">
            <a:extLst xmlns:a="http://schemas.openxmlformats.org/drawingml/2006/main">
              <a:ext uri="{FF2B5EF4-FFF2-40B4-BE49-F238E27FC236}">
                <a16:creationId xmlns:a16="http://schemas.microsoft.com/office/drawing/2014/main" id="{632645CC-3774-403E-88FF-086E199E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015" y="531541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8" name="observed-plot-sample-129">
            <a:extLst xmlns:a="http://schemas.openxmlformats.org/drawingml/2006/main">
              <a:ext uri="{FF2B5EF4-FFF2-40B4-BE49-F238E27FC236}">
                <a16:creationId xmlns:a16="http://schemas.microsoft.com/office/drawing/2014/main" id="{5ED0EB00-99DA-4C2B-B39F-7C93F43C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2074" y="532722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59" name="observed-plot-sample-130">
            <a:extLst xmlns:a="http://schemas.openxmlformats.org/drawingml/2006/main">
              <a:ext uri="{FF2B5EF4-FFF2-40B4-BE49-F238E27FC236}">
                <a16:creationId xmlns:a16="http://schemas.microsoft.com/office/drawing/2014/main" id="{6585ABA9-6BE6-4AC1-B44C-EF620316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0122" y="533858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0" name="observed-plot-sample-131">
            <a:extLst xmlns:a="http://schemas.openxmlformats.org/drawingml/2006/main">
              <a:ext uri="{FF2B5EF4-FFF2-40B4-BE49-F238E27FC236}">
                <a16:creationId xmlns:a16="http://schemas.microsoft.com/office/drawing/2014/main" id="{B6DCDF18-21D3-458D-B231-EEB2FF7E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8180" y="534949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1" name="observed-plot-sample-132">
            <a:extLst xmlns:a="http://schemas.openxmlformats.org/drawingml/2006/main">
              <a:ext uri="{FF2B5EF4-FFF2-40B4-BE49-F238E27FC236}">
                <a16:creationId xmlns:a16="http://schemas.microsoft.com/office/drawing/2014/main" id="{615AFD3B-01B9-491F-AB4E-A9B2D932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229" y="536005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2" name="observed-plot-sample-133">
            <a:extLst xmlns:a="http://schemas.openxmlformats.org/drawingml/2006/main">
              <a:ext uri="{FF2B5EF4-FFF2-40B4-BE49-F238E27FC236}">
                <a16:creationId xmlns:a16="http://schemas.microsoft.com/office/drawing/2014/main" id="{E515A0F4-97F9-4B12-8E90-A7BC3E53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4287" y="537030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3" name="observed-plot-sample-134">
            <a:extLst xmlns:a="http://schemas.openxmlformats.org/drawingml/2006/main">
              <a:ext uri="{FF2B5EF4-FFF2-40B4-BE49-F238E27FC236}">
                <a16:creationId xmlns:a16="http://schemas.microsoft.com/office/drawing/2014/main" id="{7F4C4C9C-23AB-4573-9161-EAED7B9D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336" y="538037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4" name="observed-plot-sample-135">
            <a:extLst xmlns:a="http://schemas.openxmlformats.org/drawingml/2006/main">
              <a:ext uri="{FF2B5EF4-FFF2-40B4-BE49-F238E27FC236}">
                <a16:creationId xmlns:a16="http://schemas.microsoft.com/office/drawing/2014/main" id="{55379D30-8ACB-4173-90B1-2F768AA5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394" y="539041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5" name="observed-plot-sample-136">
            <a:extLst xmlns:a="http://schemas.openxmlformats.org/drawingml/2006/main">
              <a:ext uri="{FF2B5EF4-FFF2-40B4-BE49-F238E27FC236}">
                <a16:creationId xmlns:a16="http://schemas.microsoft.com/office/drawing/2014/main" id="{8E884E70-DBA6-468C-8C39-B540C888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8452" y="540055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6" name="observed-plot-sample-137">
            <a:extLst xmlns:a="http://schemas.openxmlformats.org/drawingml/2006/main">
              <a:ext uri="{FF2B5EF4-FFF2-40B4-BE49-F238E27FC236}">
                <a16:creationId xmlns:a16="http://schemas.microsoft.com/office/drawing/2014/main" id="{DF08682D-C973-45B9-BEC8-1DF3355B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6501" y="541094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7" name="observed-plot-sample-138">
            <a:extLst xmlns:a="http://schemas.openxmlformats.org/drawingml/2006/main">
              <a:ext uri="{FF2B5EF4-FFF2-40B4-BE49-F238E27FC236}">
                <a16:creationId xmlns:a16="http://schemas.microsoft.com/office/drawing/2014/main" id="{4A84D00A-E467-4872-B715-0E791C06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559" y="542175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8" name="observed-plot-sample-139">
            <a:extLst xmlns:a="http://schemas.openxmlformats.org/drawingml/2006/main">
              <a:ext uri="{FF2B5EF4-FFF2-40B4-BE49-F238E27FC236}">
                <a16:creationId xmlns:a16="http://schemas.microsoft.com/office/drawing/2014/main" id="{FF0336A1-F837-4510-87F9-38586811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2607" y="543313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69" name="observed-plot-sample-140">
            <a:extLst xmlns:a="http://schemas.openxmlformats.org/drawingml/2006/main">
              <a:ext uri="{FF2B5EF4-FFF2-40B4-BE49-F238E27FC236}">
                <a16:creationId xmlns:a16="http://schemas.microsoft.com/office/drawing/2014/main" id="{1D7E1417-74A1-43F9-A61A-74FEF3F2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0666" y="544521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0" name="observed-plot-sample-141">
            <a:extLst xmlns:a="http://schemas.openxmlformats.org/drawingml/2006/main">
              <a:ext uri="{FF2B5EF4-FFF2-40B4-BE49-F238E27FC236}">
                <a16:creationId xmlns:a16="http://schemas.microsoft.com/office/drawing/2014/main" id="{21E4C2B0-ACE2-48E3-8F78-AD634F38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8714" y="545810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1" name="observed-plot-sample-142">
            <a:extLst xmlns:a="http://schemas.openxmlformats.org/drawingml/2006/main">
              <a:ext uri="{FF2B5EF4-FFF2-40B4-BE49-F238E27FC236}">
                <a16:creationId xmlns:a16="http://schemas.microsoft.com/office/drawing/2014/main" id="{FC9E76CA-91E3-4C02-951A-7BB12599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6772" y="547190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2" name="observed-plot-sample-143">
            <a:extLst xmlns:a="http://schemas.openxmlformats.org/drawingml/2006/main">
              <a:ext uri="{FF2B5EF4-FFF2-40B4-BE49-F238E27FC236}">
                <a16:creationId xmlns:a16="http://schemas.microsoft.com/office/drawing/2014/main" id="{E7DCF110-77A4-40E6-9C30-12EC813E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821" y="548665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3" name="observed-plot-sample-144">
            <a:extLst xmlns:a="http://schemas.openxmlformats.org/drawingml/2006/main">
              <a:ext uri="{FF2B5EF4-FFF2-40B4-BE49-F238E27FC236}">
                <a16:creationId xmlns:a16="http://schemas.microsoft.com/office/drawing/2014/main" id="{A1BF1D4C-150E-4DEA-AC69-0E811946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2879" y="550240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4" name="observed-plot-sample-145">
            <a:extLst xmlns:a="http://schemas.openxmlformats.org/drawingml/2006/main">
              <a:ext uri="{FF2B5EF4-FFF2-40B4-BE49-F238E27FC236}">
                <a16:creationId xmlns:a16="http://schemas.microsoft.com/office/drawing/2014/main" id="{00D2B957-1785-4D47-BF64-5A660C89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0937" y="551911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5" name="observed-plot-sample-146">
            <a:extLst xmlns:a="http://schemas.openxmlformats.org/drawingml/2006/main">
              <a:ext uri="{FF2B5EF4-FFF2-40B4-BE49-F238E27FC236}">
                <a16:creationId xmlns:a16="http://schemas.microsoft.com/office/drawing/2014/main" id="{C5002E99-C82B-495F-892E-CBD246E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8986" y="553674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6" name="observed-plot-sample-147">
            <a:extLst xmlns:a="http://schemas.openxmlformats.org/drawingml/2006/main">
              <a:ext uri="{FF2B5EF4-FFF2-40B4-BE49-F238E27FC236}">
                <a16:creationId xmlns:a16="http://schemas.microsoft.com/office/drawing/2014/main" id="{5FD10FCA-3687-46F1-8BE5-BC5B261D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44" y="555519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7" name="observed-plot-sample-148">
            <a:extLst xmlns:a="http://schemas.openxmlformats.org/drawingml/2006/main">
              <a:ext uri="{FF2B5EF4-FFF2-40B4-BE49-F238E27FC236}">
                <a16:creationId xmlns:a16="http://schemas.microsoft.com/office/drawing/2014/main" id="{E8786083-96BD-4CDE-9AF3-D8F7DAFF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093" y="557435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8" name="observed-plot-sample-149">
            <a:extLst xmlns:a="http://schemas.openxmlformats.org/drawingml/2006/main">
              <a:ext uri="{FF2B5EF4-FFF2-40B4-BE49-F238E27FC236}">
                <a16:creationId xmlns:a16="http://schemas.microsoft.com/office/drawing/2014/main" id="{4083F89D-32F6-46AB-B9A3-F2A77763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151" y="559403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79" name="observed-plot-sample-150">
            <a:extLst xmlns:a="http://schemas.openxmlformats.org/drawingml/2006/main">
              <a:ext uri="{FF2B5EF4-FFF2-40B4-BE49-F238E27FC236}">
                <a16:creationId xmlns:a16="http://schemas.microsoft.com/office/drawing/2014/main" id="{333FC717-7AB5-4585-ABD7-D957E754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1199" y="561404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0" name="observed-plot-sample-151">
            <a:extLst xmlns:a="http://schemas.openxmlformats.org/drawingml/2006/main">
              <a:ext uri="{FF2B5EF4-FFF2-40B4-BE49-F238E27FC236}">
                <a16:creationId xmlns:a16="http://schemas.microsoft.com/office/drawing/2014/main" id="{45D81E84-F24F-4B1D-8AA2-FBF5CA8C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258" y="563416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1" name="observed-plot-sample-152">
            <a:extLst xmlns:a="http://schemas.openxmlformats.org/drawingml/2006/main">
              <a:ext uri="{FF2B5EF4-FFF2-40B4-BE49-F238E27FC236}">
                <a16:creationId xmlns:a16="http://schemas.microsoft.com/office/drawing/2014/main" id="{879F6897-F639-4B13-A30F-1C48E282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316" y="565415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2" name="observed-plot-sample-153">
            <a:extLst xmlns:a="http://schemas.openxmlformats.org/drawingml/2006/main">
              <a:ext uri="{FF2B5EF4-FFF2-40B4-BE49-F238E27FC236}">
                <a16:creationId xmlns:a16="http://schemas.microsoft.com/office/drawing/2014/main" id="{5E31880E-DAF9-4288-82F6-819D7596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5364" y="567375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3" name="observed-plot-sample-154">
            <a:extLst xmlns:a="http://schemas.openxmlformats.org/drawingml/2006/main">
              <a:ext uri="{FF2B5EF4-FFF2-40B4-BE49-F238E27FC236}">
                <a16:creationId xmlns:a16="http://schemas.microsoft.com/office/drawing/2014/main" id="{1B4D71EC-0E61-4A91-BC9F-85269C36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3423" y="569271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4" name="observed-plot-sample-155">
            <a:extLst xmlns:a="http://schemas.openxmlformats.org/drawingml/2006/main">
              <a:ext uri="{FF2B5EF4-FFF2-40B4-BE49-F238E27FC236}">
                <a16:creationId xmlns:a16="http://schemas.microsoft.com/office/drawing/2014/main" id="{53CD0DBE-2FC3-4311-8712-4122D04E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1471" y="571075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5" name="observed-plot-sample-156">
            <a:extLst xmlns:a="http://schemas.openxmlformats.org/drawingml/2006/main">
              <a:ext uri="{FF2B5EF4-FFF2-40B4-BE49-F238E27FC236}">
                <a16:creationId xmlns:a16="http://schemas.microsoft.com/office/drawing/2014/main" id="{D188506D-94D2-4EFB-B24D-4E905D6D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9529" y="572762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6" name="observed-plot-sample-157">
            <a:extLst xmlns:a="http://schemas.openxmlformats.org/drawingml/2006/main">
              <a:ext uri="{FF2B5EF4-FFF2-40B4-BE49-F238E27FC236}">
                <a16:creationId xmlns:a16="http://schemas.microsoft.com/office/drawing/2014/main" id="{0FD3B8D0-DDAC-4588-8E73-6AD806F2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7578" y="574310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7" name="observed-plot-sample-158">
            <a:extLst xmlns:a="http://schemas.openxmlformats.org/drawingml/2006/main">
              <a:ext uri="{FF2B5EF4-FFF2-40B4-BE49-F238E27FC236}">
                <a16:creationId xmlns:a16="http://schemas.microsoft.com/office/drawing/2014/main" id="{B13884E5-F2E0-42DB-9FBB-A8014791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5636" y="575697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8" name="observed-plot-sample-159">
            <a:extLst xmlns:a="http://schemas.openxmlformats.org/drawingml/2006/main">
              <a:ext uri="{FF2B5EF4-FFF2-40B4-BE49-F238E27FC236}">
                <a16:creationId xmlns:a16="http://schemas.microsoft.com/office/drawing/2014/main" id="{2255E45E-8FD9-4881-AD52-7DAFA4EC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3685" y="576905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89" name="observed-plot-sample-160">
            <a:extLst xmlns:a="http://schemas.openxmlformats.org/drawingml/2006/main">
              <a:ext uri="{FF2B5EF4-FFF2-40B4-BE49-F238E27FC236}">
                <a16:creationId xmlns:a16="http://schemas.microsoft.com/office/drawing/2014/main" id="{402FA3BB-63D5-4A56-8388-549E4B4D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743" y="577920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0" name="observed-plot-sample-161">
            <a:extLst xmlns:a="http://schemas.openxmlformats.org/drawingml/2006/main">
              <a:ext uri="{FF2B5EF4-FFF2-40B4-BE49-F238E27FC236}">
                <a16:creationId xmlns:a16="http://schemas.microsoft.com/office/drawing/2014/main" id="{5DCEBDFB-A9AA-4E86-A6E5-30F30FAA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9801" y="578730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1" name="observed-plot-sample-162">
            <a:extLst xmlns:a="http://schemas.openxmlformats.org/drawingml/2006/main">
              <a:ext uri="{FF2B5EF4-FFF2-40B4-BE49-F238E27FC236}">
                <a16:creationId xmlns:a16="http://schemas.microsoft.com/office/drawing/2014/main" id="{F7F24E22-2A76-459E-ADFE-51F29FD3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850" y="579330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2" name="observed-plot-sample-163">
            <a:extLst xmlns:a="http://schemas.openxmlformats.org/drawingml/2006/main">
              <a:ext uri="{FF2B5EF4-FFF2-40B4-BE49-F238E27FC236}">
                <a16:creationId xmlns:a16="http://schemas.microsoft.com/office/drawing/2014/main" id="{6D542AF7-BE2A-4F0F-B0E0-7BE32CEC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5908" y="579717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3" name="observed-plot-sample-164">
            <a:extLst xmlns:a="http://schemas.openxmlformats.org/drawingml/2006/main">
              <a:ext uri="{FF2B5EF4-FFF2-40B4-BE49-F238E27FC236}">
                <a16:creationId xmlns:a16="http://schemas.microsoft.com/office/drawing/2014/main" id="{C2912600-169A-4769-981B-70E5F9ED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3956" y="579894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4" name="observed-plot-sample-165">
            <a:extLst xmlns:a="http://schemas.openxmlformats.org/drawingml/2006/main">
              <a:ext uri="{FF2B5EF4-FFF2-40B4-BE49-F238E27FC236}">
                <a16:creationId xmlns:a16="http://schemas.microsoft.com/office/drawing/2014/main" id="{648DC4C0-A0D2-4F77-BA68-995EB56F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015" y="579869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5" name="observed-plot-sample-166">
            <a:extLst xmlns:a="http://schemas.openxmlformats.org/drawingml/2006/main">
              <a:ext uri="{FF2B5EF4-FFF2-40B4-BE49-F238E27FC236}">
                <a16:creationId xmlns:a16="http://schemas.microsoft.com/office/drawing/2014/main" id="{6BB1085E-2489-4587-9A78-1272FA8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0063" y="579653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6" name="observed-plot-sample-167">
            <a:extLst xmlns:a="http://schemas.openxmlformats.org/drawingml/2006/main">
              <a:ext uri="{FF2B5EF4-FFF2-40B4-BE49-F238E27FC236}">
                <a16:creationId xmlns:a16="http://schemas.microsoft.com/office/drawing/2014/main" id="{EC3B0A33-2DB1-4971-81B6-89F22D53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121" y="579261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7" name="observed-plot-sample-168">
            <a:extLst xmlns:a="http://schemas.openxmlformats.org/drawingml/2006/main">
              <a:ext uri="{FF2B5EF4-FFF2-40B4-BE49-F238E27FC236}">
                <a16:creationId xmlns:a16="http://schemas.microsoft.com/office/drawing/2014/main" id="{8ADF4021-63EA-457B-8A2F-B08BA9CA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6170" y="578713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8" name="observed-plot-sample-169">
            <a:extLst xmlns:a="http://schemas.openxmlformats.org/drawingml/2006/main">
              <a:ext uri="{FF2B5EF4-FFF2-40B4-BE49-F238E27FC236}">
                <a16:creationId xmlns:a16="http://schemas.microsoft.com/office/drawing/2014/main" id="{F50F1112-D238-4B06-B2C1-6A54ECCF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4228" y="578030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499" name="observed-plot-sample-170">
            <a:extLst xmlns:a="http://schemas.openxmlformats.org/drawingml/2006/main">
              <a:ext uri="{FF2B5EF4-FFF2-40B4-BE49-F238E27FC236}">
                <a16:creationId xmlns:a16="http://schemas.microsoft.com/office/drawing/2014/main" id="{A03DE8A5-9F2E-485E-BC6D-8455302A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2286" y="577236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0" name="observed-plot-sample-171">
            <a:extLst xmlns:a="http://schemas.openxmlformats.org/drawingml/2006/main">
              <a:ext uri="{FF2B5EF4-FFF2-40B4-BE49-F238E27FC236}">
                <a16:creationId xmlns:a16="http://schemas.microsoft.com/office/drawing/2014/main" id="{ED829494-5765-41FF-9566-10C94909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0335" y="576356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1" name="observed-plot-sample-172">
            <a:extLst xmlns:a="http://schemas.openxmlformats.org/drawingml/2006/main">
              <a:ext uri="{FF2B5EF4-FFF2-40B4-BE49-F238E27FC236}">
                <a16:creationId xmlns:a16="http://schemas.microsoft.com/office/drawing/2014/main" id="{0C9FDBAB-DBFC-4495-B06D-C486ED9C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8393" y="575419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2" name="observed-plot-sample-173">
            <a:extLst xmlns:a="http://schemas.openxmlformats.org/drawingml/2006/main">
              <a:ext uri="{FF2B5EF4-FFF2-40B4-BE49-F238E27FC236}">
                <a16:creationId xmlns:a16="http://schemas.microsoft.com/office/drawing/2014/main" id="{6F91D64E-7A50-42C6-9A4F-DE209ED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442" y="574449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3" name="observed-plot-sample-174">
            <a:extLst xmlns:a="http://schemas.openxmlformats.org/drawingml/2006/main">
              <a:ext uri="{FF2B5EF4-FFF2-40B4-BE49-F238E27FC236}">
                <a16:creationId xmlns:a16="http://schemas.microsoft.com/office/drawing/2014/main" id="{F7F02E81-7F67-43C8-88D2-E8AA3477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4500" y="573474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4" name="observed-plot-sample-175">
            <a:extLst xmlns:a="http://schemas.openxmlformats.org/drawingml/2006/main">
              <a:ext uri="{FF2B5EF4-FFF2-40B4-BE49-F238E27FC236}">
                <a16:creationId xmlns:a16="http://schemas.microsoft.com/office/drawing/2014/main" id="{8766A27E-96B3-4B2C-8546-81D0A997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548" y="572517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5" name="observed-plot-sample-176">
            <a:extLst xmlns:a="http://schemas.openxmlformats.org/drawingml/2006/main">
              <a:ext uri="{FF2B5EF4-FFF2-40B4-BE49-F238E27FC236}">
                <a16:creationId xmlns:a16="http://schemas.microsoft.com/office/drawing/2014/main" id="{A537DD0D-1F77-44FC-A00F-4D3C2BDB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0607" y="571601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6" name="observed-plot-sample-177">
            <a:extLst xmlns:a="http://schemas.openxmlformats.org/drawingml/2006/main">
              <a:ext uri="{FF2B5EF4-FFF2-40B4-BE49-F238E27FC236}">
                <a16:creationId xmlns:a16="http://schemas.microsoft.com/office/drawing/2014/main" id="{570D8DC7-1934-4EAD-BB3E-B542E8E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665" y="570745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7" name="observed-plot-sample-178">
            <a:extLst xmlns:a="http://schemas.openxmlformats.org/drawingml/2006/main">
              <a:ext uri="{FF2B5EF4-FFF2-40B4-BE49-F238E27FC236}">
                <a16:creationId xmlns:a16="http://schemas.microsoft.com/office/drawing/2014/main" id="{789B1930-501E-40C9-9FEE-A09B6AED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6713" y="569966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8" name="observed-plot-sample-179">
            <a:extLst xmlns:a="http://schemas.openxmlformats.org/drawingml/2006/main">
              <a:ext uri="{FF2B5EF4-FFF2-40B4-BE49-F238E27FC236}">
                <a16:creationId xmlns:a16="http://schemas.microsoft.com/office/drawing/2014/main" id="{AB8474D8-B177-4591-9B96-7BB11037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772" y="569278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09" name="observed-plot-sample-180">
            <a:extLst xmlns:a="http://schemas.openxmlformats.org/drawingml/2006/main">
              <a:ext uri="{FF2B5EF4-FFF2-40B4-BE49-F238E27FC236}">
                <a16:creationId xmlns:a16="http://schemas.microsoft.com/office/drawing/2014/main" id="{E58B3111-8379-40E5-867E-A1C42ADF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820" y="568691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0" name="observed-plot-sample-181">
            <a:extLst xmlns:a="http://schemas.openxmlformats.org/drawingml/2006/main">
              <a:ext uri="{FF2B5EF4-FFF2-40B4-BE49-F238E27FC236}">
                <a16:creationId xmlns:a16="http://schemas.microsoft.com/office/drawing/2014/main" id="{F975A311-3007-49CA-9E09-EFD05687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0878" y="568208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1" name="observed-plot-sample-182">
            <a:extLst xmlns:a="http://schemas.openxmlformats.org/drawingml/2006/main">
              <a:ext uri="{FF2B5EF4-FFF2-40B4-BE49-F238E27FC236}">
                <a16:creationId xmlns:a16="http://schemas.microsoft.com/office/drawing/2014/main" id="{B8FDD279-3558-4346-B939-72AEC7B3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927" y="567831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2" name="observed-plot-sample-183">
            <a:extLst xmlns:a="http://schemas.openxmlformats.org/drawingml/2006/main">
              <a:ext uri="{FF2B5EF4-FFF2-40B4-BE49-F238E27FC236}">
                <a16:creationId xmlns:a16="http://schemas.microsoft.com/office/drawing/2014/main" id="{31D75AF7-F1CC-475A-9407-9E66539F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6985" y="567560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3" name="observed-plot-sample-184">
            <a:extLst xmlns:a="http://schemas.openxmlformats.org/drawingml/2006/main">
              <a:ext uri="{FF2B5EF4-FFF2-40B4-BE49-F238E27FC236}">
                <a16:creationId xmlns:a16="http://schemas.microsoft.com/office/drawing/2014/main" id="{0B2EF979-9831-4511-B406-18E205D7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5034" y="567387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4" name="observed-plot-sample-185">
            <a:extLst xmlns:a="http://schemas.openxmlformats.org/drawingml/2006/main">
              <a:ext uri="{FF2B5EF4-FFF2-40B4-BE49-F238E27FC236}">
                <a16:creationId xmlns:a16="http://schemas.microsoft.com/office/drawing/2014/main" id="{64710CBF-C8FF-45EA-8E4D-88CF0605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3092" y="567304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5" name="observed-plot-sample-186">
            <a:extLst xmlns:a="http://schemas.openxmlformats.org/drawingml/2006/main">
              <a:ext uri="{FF2B5EF4-FFF2-40B4-BE49-F238E27FC236}">
                <a16:creationId xmlns:a16="http://schemas.microsoft.com/office/drawing/2014/main" id="{D7E9E6A1-296D-4961-BE25-D6C769DA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150" y="567299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6" name="observed-plot-sample-187">
            <a:extLst xmlns:a="http://schemas.openxmlformats.org/drawingml/2006/main">
              <a:ext uri="{FF2B5EF4-FFF2-40B4-BE49-F238E27FC236}">
                <a16:creationId xmlns:a16="http://schemas.microsoft.com/office/drawing/2014/main" id="{E96F99F7-8327-4590-BB7F-A4996F9E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9199" y="567358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7" name="observed-plot-sample-188">
            <a:extLst xmlns:a="http://schemas.openxmlformats.org/drawingml/2006/main">
              <a:ext uri="{FF2B5EF4-FFF2-40B4-BE49-F238E27FC236}">
                <a16:creationId xmlns:a16="http://schemas.microsoft.com/office/drawing/2014/main" id="{9920035A-9D51-41C3-BA64-5142381C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7257" y="567467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8" name="observed-plot-sample-189">
            <a:extLst xmlns:a="http://schemas.openxmlformats.org/drawingml/2006/main">
              <a:ext uri="{FF2B5EF4-FFF2-40B4-BE49-F238E27FC236}">
                <a16:creationId xmlns:a16="http://schemas.microsoft.com/office/drawing/2014/main" id="{37F87750-C747-4E5A-A7FE-91D96B2C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5305" y="567608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19" name="observed-plot-sample-190">
            <a:extLst xmlns:a="http://schemas.openxmlformats.org/drawingml/2006/main">
              <a:ext uri="{FF2B5EF4-FFF2-40B4-BE49-F238E27FC236}">
                <a16:creationId xmlns:a16="http://schemas.microsoft.com/office/drawing/2014/main" id="{C48AE9DE-CD05-47EB-91C3-9A04B265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3364" y="567765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0" name="observed-plot-sample-191">
            <a:extLst xmlns:a="http://schemas.openxmlformats.org/drawingml/2006/main">
              <a:ext uri="{FF2B5EF4-FFF2-40B4-BE49-F238E27FC236}">
                <a16:creationId xmlns:a16="http://schemas.microsoft.com/office/drawing/2014/main" id="{61B5AE3E-F722-4171-BAF9-03AE0B7F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1412" y="567924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1" name="observed-plot-sample-192">
            <a:extLst xmlns:a="http://schemas.openxmlformats.org/drawingml/2006/main">
              <a:ext uri="{FF2B5EF4-FFF2-40B4-BE49-F238E27FC236}">
                <a16:creationId xmlns:a16="http://schemas.microsoft.com/office/drawing/2014/main" id="{883BC073-BDE8-4126-8F0F-4C8BE6BD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470" y="568068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2" name="observed-plot-sample-193">
            <a:extLst xmlns:a="http://schemas.openxmlformats.org/drawingml/2006/main">
              <a:ext uri="{FF2B5EF4-FFF2-40B4-BE49-F238E27FC236}">
                <a16:creationId xmlns:a16="http://schemas.microsoft.com/office/drawing/2014/main" id="{04E8F1E6-3B45-4E9B-B483-2493A5F7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7519" y="568184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3" name="observed-plot-sample-194">
            <a:extLst xmlns:a="http://schemas.openxmlformats.org/drawingml/2006/main">
              <a:ext uri="{FF2B5EF4-FFF2-40B4-BE49-F238E27FC236}">
                <a16:creationId xmlns:a16="http://schemas.microsoft.com/office/drawing/2014/main" id="{B8994143-3328-4D63-B9C1-5A953C1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5577" y="568263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4" name="observed-plot-sample-195">
            <a:extLst xmlns:a="http://schemas.openxmlformats.org/drawingml/2006/main">
              <a:ext uri="{FF2B5EF4-FFF2-40B4-BE49-F238E27FC236}">
                <a16:creationId xmlns:a16="http://schemas.microsoft.com/office/drawing/2014/main" id="{88FE8893-197C-48E6-A89B-8783AE39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3635" y="568296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5" name="observed-plot-sample-196">
            <a:extLst xmlns:a="http://schemas.openxmlformats.org/drawingml/2006/main">
              <a:ext uri="{FF2B5EF4-FFF2-40B4-BE49-F238E27FC236}">
                <a16:creationId xmlns:a16="http://schemas.microsoft.com/office/drawing/2014/main" id="{7285A2C2-4783-4F60-81D9-929A58CD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684" y="568277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6" name="observed-plot-sample-197">
            <a:extLst xmlns:a="http://schemas.openxmlformats.org/drawingml/2006/main">
              <a:ext uri="{FF2B5EF4-FFF2-40B4-BE49-F238E27FC236}">
                <a16:creationId xmlns:a16="http://schemas.microsoft.com/office/drawing/2014/main" id="{D56D398D-0B54-4D64-B557-98D0BEDE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9742" y="568206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7" name="observed-plot-sample-198">
            <a:extLst xmlns:a="http://schemas.openxmlformats.org/drawingml/2006/main">
              <a:ext uri="{FF2B5EF4-FFF2-40B4-BE49-F238E27FC236}">
                <a16:creationId xmlns:a16="http://schemas.microsoft.com/office/drawing/2014/main" id="{4A03A859-2AAC-45C1-8E8E-7F311CE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7791" y="568082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8" name="observed-plot-sample-199">
            <a:extLst xmlns:a="http://schemas.openxmlformats.org/drawingml/2006/main">
              <a:ext uri="{FF2B5EF4-FFF2-40B4-BE49-F238E27FC236}">
                <a16:creationId xmlns:a16="http://schemas.microsoft.com/office/drawing/2014/main" id="{7DEF24E5-A3F4-46B0-B30C-6EF7758B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5849" y="567911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29" name="observed-plot-sample-200">
            <a:extLst xmlns:a="http://schemas.openxmlformats.org/drawingml/2006/main">
              <a:ext uri="{FF2B5EF4-FFF2-40B4-BE49-F238E27FC236}">
                <a16:creationId xmlns:a16="http://schemas.microsoft.com/office/drawing/2014/main" id="{B9996202-158F-4545-A00D-31A0B35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3897" y="567702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0" name="observed-plot-sample-201">
            <a:extLst xmlns:a="http://schemas.openxmlformats.org/drawingml/2006/main">
              <a:ext uri="{FF2B5EF4-FFF2-40B4-BE49-F238E27FC236}">
                <a16:creationId xmlns:a16="http://schemas.microsoft.com/office/drawing/2014/main" id="{18D07DFF-307E-4CE0-8CC1-3490D526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1956" y="567464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1" name="observed-plot-sample-202">
            <a:extLst xmlns:a="http://schemas.openxmlformats.org/drawingml/2006/main">
              <a:ext uri="{FF2B5EF4-FFF2-40B4-BE49-F238E27FC236}">
                <a16:creationId xmlns:a16="http://schemas.microsoft.com/office/drawing/2014/main" id="{B49D71EB-8CA0-4FA4-9A46-F1A2935F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0014" y="567210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2" name="observed-plot-sample-203">
            <a:extLst xmlns:a="http://schemas.openxmlformats.org/drawingml/2006/main">
              <a:ext uri="{FF2B5EF4-FFF2-40B4-BE49-F238E27FC236}">
                <a16:creationId xmlns:a16="http://schemas.microsoft.com/office/drawing/2014/main" id="{0B8CE135-2042-48C8-BB7C-E7B23C57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8062" y="566956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3" name="observed-plot-sample-204">
            <a:extLst xmlns:a="http://schemas.openxmlformats.org/drawingml/2006/main">
              <a:ext uri="{FF2B5EF4-FFF2-40B4-BE49-F238E27FC236}">
                <a16:creationId xmlns:a16="http://schemas.microsoft.com/office/drawing/2014/main" id="{11F41959-79DF-4264-BDFF-E90317AA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6120" y="566718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4" name="observed-plot-sample-205">
            <a:extLst xmlns:a="http://schemas.openxmlformats.org/drawingml/2006/main">
              <a:ext uri="{FF2B5EF4-FFF2-40B4-BE49-F238E27FC236}">
                <a16:creationId xmlns:a16="http://schemas.microsoft.com/office/drawing/2014/main" id="{388C3E46-2CDD-4188-A5F5-7F04551E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4169" y="566514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5" name="observed-plot-sample-206">
            <a:extLst xmlns:a="http://schemas.openxmlformats.org/drawingml/2006/main">
              <a:ext uri="{FF2B5EF4-FFF2-40B4-BE49-F238E27FC236}">
                <a16:creationId xmlns:a16="http://schemas.microsoft.com/office/drawing/2014/main" id="{CA251DCD-67EC-474A-8848-32FB4309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2227" y="566360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6" name="observed-plot-sample-207">
            <a:extLst xmlns:a="http://schemas.openxmlformats.org/drawingml/2006/main">
              <a:ext uri="{FF2B5EF4-FFF2-40B4-BE49-F238E27FC236}">
                <a16:creationId xmlns:a16="http://schemas.microsoft.com/office/drawing/2014/main" id="{274F8459-6DB3-4802-88DA-A9D16CF3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0276" y="566273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7" name="observed-plot-sample-208">
            <a:extLst xmlns:a="http://schemas.openxmlformats.org/drawingml/2006/main">
              <a:ext uri="{FF2B5EF4-FFF2-40B4-BE49-F238E27FC236}">
                <a16:creationId xmlns:a16="http://schemas.microsoft.com/office/drawing/2014/main" id="{B5DFCACA-7E55-4E79-A02E-0423AD4B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8334" y="566269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8" name="observed-plot-sample-209">
            <a:extLst xmlns:a="http://schemas.openxmlformats.org/drawingml/2006/main">
              <a:ext uri="{FF2B5EF4-FFF2-40B4-BE49-F238E27FC236}">
                <a16:creationId xmlns:a16="http://schemas.microsoft.com/office/drawing/2014/main" id="{F9D2F180-4A7D-4742-881A-2DDF93A8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6383" y="566362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39" name="observed-plot-sample-210">
            <a:extLst xmlns:a="http://schemas.openxmlformats.org/drawingml/2006/main">
              <a:ext uri="{FF2B5EF4-FFF2-40B4-BE49-F238E27FC236}">
                <a16:creationId xmlns:a16="http://schemas.microsoft.com/office/drawing/2014/main" id="{19338FF4-F943-4694-8780-F82F9CDC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4441" y="566562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0" name="observed-plot-sample-211">
            <a:extLst xmlns:a="http://schemas.openxmlformats.org/drawingml/2006/main">
              <a:ext uri="{FF2B5EF4-FFF2-40B4-BE49-F238E27FC236}">
                <a16:creationId xmlns:a16="http://schemas.microsoft.com/office/drawing/2014/main" id="{D403A255-E28A-418F-8C0D-F6A7C33B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2499" y="566877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1" name="observed-plot-sample-212">
            <a:extLst xmlns:a="http://schemas.openxmlformats.org/drawingml/2006/main">
              <a:ext uri="{FF2B5EF4-FFF2-40B4-BE49-F238E27FC236}">
                <a16:creationId xmlns:a16="http://schemas.microsoft.com/office/drawing/2014/main" id="{9CE533C7-DD00-4403-8299-0FAD0F3D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548" y="567312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2" name="observed-plot-sample-213">
            <a:extLst xmlns:a="http://schemas.openxmlformats.org/drawingml/2006/main">
              <a:ext uri="{FF2B5EF4-FFF2-40B4-BE49-F238E27FC236}">
                <a16:creationId xmlns:a16="http://schemas.microsoft.com/office/drawing/2014/main" id="{132D680E-1EE5-4A2F-9DFA-CB122801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8606" y="567870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3" name="observed-plot-sample-214">
            <a:extLst xmlns:a="http://schemas.openxmlformats.org/drawingml/2006/main">
              <a:ext uri="{FF2B5EF4-FFF2-40B4-BE49-F238E27FC236}">
                <a16:creationId xmlns:a16="http://schemas.microsoft.com/office/drawing/2014/main" id="{C1165771-2922-4D20-AEDC-A04489BA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6654" y="568544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4" name="observed-plot-sample-215">
            <a:extLst xmlns:a="http://schemas.openxmlformats.org/drawingml/2006/main">
              <a:ext uri="{FF2B5EF4-FFF2-40B4-BE49-F238E27FC236}">
                <a16:creationId xmlns:a16="http://schemas.microsoft.com/office/drawing/2014/main" id="{F3C834CD-CD1B-45B7-BABA-7F68508D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4713" y="569329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5" name="observed-plot-sample-216">
            <a:extLst xmlns:a="http://schemas.openxmlformats.org/drawingml/2006/main">
              <a:ext uri="{FF2B5EF4-FFF2-40B4-BE49-F238E27FC236}">
                <a16:creationId xmlns:a16="http://schemas.microsoft.com/office/drawing/2014/main" id="{5ED61D10-3ED3-4CDF-A5A2-E9A0A943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2761" y="570214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6" name="observed-plot-sample-217">
            <a:extLst xmlns:a="http://schemas.openxmlformats.org/drawingml/2006/main">
              <a:ext uri="{FF2B5EF4-FFF2-40B4-BE49-F238E27FC236}">
                <a16:creationId xmlns:a16="http://schemas.microsoft.com/office/drawing/2014/main" id="{953AF547-A2C6-4C41-8349-36E19B86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19" y="571184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7" name="observed-plot-sample-218">
            <a:extLst xmlns:a="http://schemas.openxmlformats.org/drawingml/2006/main">
              <a:ext uri="{FF2B5EF4-FFF2-40B4-BE49-F238E27FC236}">
                <a16:creationId xmlns:a16="http://schemas.microsoft.com/office/drawing/2014/main" id="{9C6523E2-CB7E-4324-9E88-608CC6C0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868" y="572222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8" name="observed-plot-sample-219">
            <a:extLst xmlns:a="http://schemas.openxmlformats.org/drawingml/2006/main">
              <a:ext uri="{FF2B5EF4-FFF2-40B4-BE49-F238E27FC236}">
                <a16:creationId xmlns:a16="http://schemas.microsoft.com/office/drawing/2014/main" id="{96D8C93F-982E-406F-8D1A-69E2138A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6926" y="573305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49" name="observed-plot-sample-220">
            <a:extLst xmlns:a="http://schemas.openxmlformats.org/drawingml/2006/main">
              <a:ext uri="{FF2B5EF4-FFF2-40B4-BE49-F238E27FC236}">
                <a16:creationId xmlns:a16="http://schemas.microsoft.com/office/drawing/2014/main" id="{C98E40C0-8EF7-408C-928C-D975D97D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4984" y="574410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0" name="observed-plot-sample-221">
            <a:extLst xmlns:a="http://schemas.openxmlformats.org/drawingml/2006/main">
              <a:ext uri="{FF2B5EF4-FFF2-40B4-BE49-F238E27FC236}">
                <a16:creationId xmlns:a16="http://schemas.microsoft.com/office/drawing/2014/main" id="{07BA59A1-F452-497A-A009-271C17AB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3033" y="5755138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1" name="observed-plot-sample-222">
            <a:extLst xmlns:a="http://schemas.openxmlformats.org/drawingml/2006/main">
              <a:ext uri="{FF2B5EF4-FFF2-40B4-BE49-F238E27FC236}">
                <a16:creationId xmlns:a16="http://schemas.microsoft.com/office/drawing/2014/main" id="{672288D5-BE08-4E70-A7C4-428D1B87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091" y="576588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2" name="observed-plot-sample-223">
            <a:extLst xmlns:a="http://schemas.openxmlformats.org/drawingml/2006/main">
              <a:ext uri="{FF2B5EF4-FFF2-40B4-BE49-F238E27FC236}">
                <a16:creationId xmlns:a16="http://schemas.microsoft.com/office/drawing/2014/main" id="{05A3C1A8-F7E9-46AE-A624-1618391E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9140" y="577607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3" name="observed-plot-sample-224">
            <a:extLst xmlns:a="http://schemas.openxmlformats.org/drawingml/2006/main">
              <a:ext uri="{FF2B5EF4-FFF2-40B4-BE49-F238E27FC236}">
                <a16:creationId xmlns:a16="http://schemas.microsoft.com/office/drawing/2014/main" id="{E540FEC9-448C-4A83-8A88-96469845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7198" y="578544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4" name="observed-plot-sample-225">
            <a:extLst xmlns:a="http://schemas.openxmlformats.org/drawingml/2006/main">
              <a:ext uri="{FF2B5EF4-FFF2-40B4-BE49-F238E27FC236}">
                <a16:creationId xmlns:a16="http://schemas.microsoft.com/office/drawing/2014/main" id="{75C4AE42-8715-4165-B679-7DF0BD04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246" y="579377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5" name="observed-plot-sample-226">
            <a:extLst xmlns:a="http://schemas.openxmlformats.org/drawingml/2006/main">
              <a:ext uri="{FF2B5EF4-FFF2-40B4-BE49-F238E27FC236}">
                <a16:creationId xmlns:a16="http://schemas.microsoft.com/office/drawing/2014/main" id="{29968946-2F66-40A3-BBA9-23FD8475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3305" y="580080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6" name="observed-plot-sample-227">
            <a:extLst xmlns:a="http://schemas.openxmlformats.org/drawingml/2006/main">
              <a:ext uri="{FF2B5EF4-FFF2-40B4-BE49-F238E27FC236}">
                <a16:creationId xmlns:a16="http://schemas.microsoft.com/office/drawing/2014/main" id="{FF392828-057C-4438-85C0-175DFDEF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363" y="580634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7" name="observed-plot-sample-228">
            <a:extLst xmlns:a="http://schemas.openxmlformats.org/drawingml/2006/main">
              <a:ext uri="{FF2B5EF4-FFF2-40B4-BE49-F238E27FC236}">
                <a16:creationId xmlns:a16="http://schemas.microsoft.com/office/drawing/2014/main" id="{C69BAF2E-7018-4D21-8210-2B745F7B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411" y="581024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8" name="observed-plot-sample-229">
            <a:extLst xmlns:a="http://schemas.openxmlformats.org/drawingml/2006/main">
              <a:ext uri="{FF2B5EF4-FFF2-40B4-BE49-F238E27FC236}">
                <a16:creationId xmlns:a16="http://schemas.microsoft.com/office/drawing/2014/main" id="{5183F290-DA73-43F8-B9FD-828745D3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7469" y="581235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59" name="observed-plot-sample-230">
            <a:extLst xmlns:a="http://schemas.openxmlformats.org/drawingml/2006/main">
              <a:ext uri="{FF2B5EF4-FFF2-40B4-BE49-F238E27FC236}">
                <a16:creationId xmlns:a16="http://schemas.microsoft.com/office/drawing/2014/main" id="{B3BE6C94-6507-47C0-959B-3376FDE3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518" y="581261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0" name="observed-plot-sample-231">
            <a:extLst xmlns:a="http://schemas.openxmlformats.org/drawingml/2006/main">
              <a:ext uri="{FF2B5EF4-FFF2-40B4-BE49-F238E27FC236}">
                <a16:creationId xmlns:a16="http://schemas.microsoft.com/office/drawing/2014/main" id="{465412A9-B0DD-487B-8EA3-A2C3EC81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576" y="581096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1" name="observed-plot-sample-232">
            <a:extLst xmlns:a="http://schemas.openxmlformats.org/drawingml/2006/main">
              <a:ext uri="{FF2B5EF4-FFF2-40B4-BE49-F238E27FC236}">
                <a16:creationId xmlns:a16="http://schemas.microsoft.com/office/drawing/2014/main" id="{E481F308-2C03-4B77-B20C-ADCAD6C4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625" y="580742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2" name="observed-plot-sample-233">
            <a:extLst xmlns:a="http://schemas.openxmlformats.org/drawingml/2006/main">
              <a:ext uri="{FF2B5EF4-FFF2-40B4-BE49-F238E27FC236}">
                <a16:creationId xmlns:a16="http://schemas.microsoft.com/office/drawing/2014/main" id="{3678206D-0685-478B-AF0F-5EB043EA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9683" y="580204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3" name="observed-plot-sample-234">
            <a:extLst xmlns:a="http://schemas.openxmlformats.org/drawingml/2006/main">
              <a:ext uri="{FF2B5EF4-FFF2-40B4-BE49-F238E27FC236}">
                <a16:creationId xmlns:a16="http://schemas.microsoft.com/office/drawing/2014/main" id="{E0366376-7DD5-4A49-8958-F308CB23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7732" y="579494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4" name="observed-plot-sample-235">
            <a:extLst xmlns:a="http://schemas.openxmlformats.org/drawingml/2006/main">
              <a:ext uri="{FF2B5EF4-FFF2-40B4-BE49-F238E27FC236}">
                <a16:creationId xmlns:a16="http://schemas.microsoft.com/office/drawing/2014/main" id="{28766F17-4191-48E4-87D0-3B9369C8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790" y="578624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5" name="observed-plot-sample-236">
            <a:extLst xmlns:a="http://schemas.openxmlformats.org/drawingml/2006/main">
              <a:ext uri="{FF2B5EF4-FFF2-40B4-BE49-F238E27FC236}">
                <a16:creationId xmlns:a16="http://schemas.microsoft.com/office/drawing/2014/main" id="{81AA6D1F-3695-4694-9732-A33635A8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3848" y="577616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6" name="observed-plot-sample-237">
            <a:extLst xmlns:a="http://schemas.openxmlformats.org/drawingml/2006/main">
              <a:ext uri="{FF2B5EF4-FFF2-40B4-BE49-F238E27FC236}">
                <a16:creationId xmlns:a16="http://schemas.microsoft.com/office/drawing/2014/main" id="{90020B70-7DFB-48D4-8AD4-06D06CCB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1897" y="576489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7" name="observed-plot-sample-238">
            <a:extLst xmlns:a="http://schemas.openxmlformats.org/drawingml/2006/main">
              <a:ext uri="{FF2B5EF4-FFF2-40B4-BE49-F238E27FC236}">
                <a16:creationId xmlns:a16="http://schemas.microsoft.com/office/drawing/2014/main" id="{9D32E6AA-3F8D-4567-8B94-2C5F6421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9955" y="575270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8" name="observed-plot-sample-239">
            <a:extLst xmlns:a="http://schemas.openxmlformats.org/drawingml/2006/main">
              <a:ext uri="{FF2B5EF4-FFF2-40B4-BE49-F238E27FC236}">
                <a16:creationId xmlns:a16="http://schemas.microsoft.com/office/drawing/2014/main" id="{DD58E4CB-A7D8-4F0F-982B-33480BAE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8003" y="573985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69" name="observed-plot-sample-240">
            <a:extLst xmlns:a="http://schemas.openxmlformats.org/drawingml/2006/main">
              <a:ext uri="{FF2B5EF4-FFF2-40B4-BE49-F238E27FC236}">
                <a16:creationId xmlns:a16="http://schemas.microsoft.com/office/drawing/2014/main" id="{34026C91-DBF1-47F3-BB8A-1D9784F7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6061" y="572664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0" name="observed-plot-sample-241">
            <a:extLst xmlns:a="http://schemas.openxmlformats.org/drawingml/2006/main">
              <a:ext uri="{FF2B5EF4-FFF2-40B4-BE49-F238E27FC236}">
                <a16:creationId xmlns:a16="http://schemas.microsoft.com/office/drawing/2014/main" id="{FEF0F9FE-92E0-44BC-871D-42A168D9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4110" y="571334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1" name="observed-plot-sample-242">
            <a:extLst xmlns:a="http://schemas.openxmlformats.org/drawingml/2006/main">
              <a:ext uri="{FF2B5EF4-FFF2-40B4-BE49-F238E27FC236}">
                <a16:creationId xmlns:a16="http://schemas.microsoft.com/office/drawing/2014/main" id="{37156442-D6AC-4CA0-9FCA-C0E51935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2168" y="570026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2" name="observed-plot-sample-243">
            <a:extLst xmlns:a="http://schemas.openxmlformats.org/drawingml/2006/main">
              <a:ext uri="{FF2B5EF4-FFF2-40B4-BE49-F238E27FC236}">
                <a16:creationId xmlns:a16="http://schemas.microsoft.com/office/drawing/2014/main" id="{278BA6B8-046A-4796-9FF4-8164B9E7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0217" y="568768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3" name="observed-plot-sample-244">
            <a:extLst xmlns:a="http://schemas.openxmlformats.org/drawingml/2006/main">
              <a:ext uri="{FF2B5EF4-FFF2-40B4-BE49-F238E27FC236}">
                <a16:creationId xmlns:a16="http://schemas.microsoft.com/office/drawing/2014/main" id="{9925ED5C-4BE5-472D-AE8F-D9A8BD29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275" y="567585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4" name="observed-plot-sample-245">
            <a:extLst xmlns:a="http://schemas.openxmlformats.org/drawingml/2006/main">
              <a:ext uri="{FF2B5EF4-FFF2-40B4-BE49-F238E27FC236}">
                <a16:creationId xmlns:a16="http://schemas.microsoft.com/office/drawing/2014/main" id="{646BCD72-A29C-442D-8BC4-BF466555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6333" y="5665022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5" name="observed-plot-sample-246">
            <a:extLst xmlns:a="http://schemas.openxmlformats.org/drawingml/2006/main">
              <a:ext uri="{FF2B5EF4-FFF2-40B4-BE49-F238E27FC236}">
                <a16:creationId xmlns:a16="http://schemas.microsoft.com/office/drawing/2014/main" id="{5C69B9A4-DF8F-4A9E-9FBA-E6A2AE64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4382" y="5655393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6" name="observed-plot-sample-247">
            <a:extLst xmlns:a="http://schemas.openxmlformats.org/drawingml/2006/main">
              <a:ext uri="{FF2B5EF4-FFF2-40B4-BE49-F238E27FC236}">
                <a16:creationId xmlns:a16="http://schemas.microsoft.com/office/drawing/2014/main" id="{A779D24E-88EA-4E56-91D8-739AC4A3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2440" y="5647134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7" name="observed-plot-sample-248">
            <a:extLst xmlns:a="http://schemas.openxmlformats.org/drawingml/2006/main">
              <a:ext uri="{FF2B5EF4-FFF2-40B4-BE49-F238E27FC236}">
                <a16:creationId xmlns:a16="http://schemas.microsoft.com/office/drawing/2014/main" id="{5425BE94-5C32-4648-AFE4-F466ED51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489" y="564038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8" name="observed-plot-sample-249">
            <a:extLst xmlns:a="http://schemas.openxmlformats.org/drawingml/2006/main">
              <a:ext uri="{FF2B5EF4-FFF2-40B4-BE49-F238E27FC236}">
                <a16:creationId xmlns:a16="http://schemas.microsoft.com/office/drawing/2014/main" id="{FE292ADD-23DC-4167-A484-A3A45FF2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547" y="563520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79" name="observed-plot-sample-250">
            <a:extLst xmlns:a="http://schemas.openxmlformats.org/drawingml/2006/main">
              <a:ext uri="{FF2B5EF4-FFF2-40B4-BE49-F238E27FC236}">
                <a16:creationId xmlns:a16="http://schemas.microsoft.com/office/drawing/2014/main" id="{1B32DB8A-77FF-44E6-9221-C90599DE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6595" y="5631675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0" name="observed-plot-sample-251">
            <a:extLst xmlns:a="http://schemas.openxmlformats.org/drawingml/2006/main">
              <a:ext uri="{FF2B5EF4-FFF2-40B4-BE49-F238E27FC236}">
                <a16:creationId xmlns:a16="http://schemas.microsoft.com/office/drawing/2014/main" id="{95241690-22E7-42B9-94B1-507165F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4654" y="562977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1" name="observed-plot-sample-252">
            <a:extLst xmlns:a="http://schemas.openxmlformats.org/drawingml/2006/main">
              <a:ext uri="{FF2B5EF4-FFF2-40B4-BE49-F238E27FC236}">
                <a16:creationId xmlns:a16="http://schemas.microsoft.com/office/drawing/2014/main" id="{73FF2F36-FF44-49FE-93FE-BECC1A15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2712" y="562945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2" name="observed-plot-sample-253">
            <a:extLst xmlns:a="http://schemas.openxmlformats.org/drawingml/2006/main">
              <a:ext uri="{FF2B5EF4-FFF2-40B4-BE49-F238E27FC236}">
                <a16:creationId xmlns:a16="http://schemas.microsoft.com/office/drawing/2014/main" id="{4EAE26DE-161F-41A9-A49F-F4BB6144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0760" y="5630637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3" name="observed-plot-sample-254">
            <a:extLst xmlns:a="http://schemas.openxmlformats.org/drawingml/2006/main">
              <a:ext uri="{FF2B5EF4-FFF2-40B4-BE49-F238E27FC236}">
                <a16:creationId xmlns:a16="http://schemas.microsoft.com/office/drawing/2014/main" id="{0ACE9437-CF36-4304-B981-B34BEA7B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8818" y="563320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4" name="observed-plot-sample-255">
            <a:extLst xmlns:a="http://schemas.openxmlformats.org/drawingml/2006/main">
              <a:ext uri="{FF2B5EF4-FFF2-40B4-BE49-F238E27FC236}">
                <a16:creationId xmlns:a16="http://schemas.microsoft.com/office/drawing/2014/main" id="{CAA04BB4-0E08-4E98-B69E-8A6F44A0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6867" y="563699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5" name="observed-plot-sample-256">
            <a:extLst xmlns:a="http://schemas.openxmlformats.org/drawingml/2006/main">
              <a:ext uri="{FF2B5EF4-FFF2-40B4-BE49-F238E27FC236}">
                <a16:creationId xmlns:a16="http://schemas.microsoft.com/office/drawing/2014/main" id="{7A4036A6-BFDA-4322-B50E-F94C5E96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4925" y="5641829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6" name="observed-plot-sample-257">
            <a:extLst xmlns:a="http://schemas.openxmlformats.org/drawingml/2006/main">
              <a:ext uri="{FF2B5EF4-FFF2-40B4-BE49-F238E27FC236}">
                <a16:creationId xmlns:a16="http://schemas.microsoft.com/office/drawing/2014/main" id="{E218FF0F-1356-4EAC-A205-5F79DF01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974" y="564750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7" name="observed-plot-sample-258">
            <a:extLst xmlns:a="http://schemas.openxmlformats.org/drawingml/2006/main">
              <a:ext uri="{FF2B5EF4-FFF2-40B4-BE49-F238E27FC236}">
                <a16:creationId xmlns:a16="http://schemas.microsoft.com/office/drawing/2014/main" id="{D315F17A-5BD5-4FC5-921A-B5645CD3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1032" y="5653821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8" name="observed-plot-sample-259">
            <a:extLst xmlns:a="http://schemas.openxmlformats.org/drawingml/2006/main">
              <a:ext uri="{FF2B5EF4-FFF2-40B4-BE49-F238E27FC236}">
                <a16:creationId xmlns:a16="http://schemas.microsoft.com/office/drawing/2014/main" id="{96B2E428-C545-4FCC-B981-E12F8647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9081" y="5660546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89" name="observed-plot-sample-260">
            <a:extLst xmlns:a="http://schemas.openxmlformats.org/drawingml/2006/main">
              <a:ext uri="{FF2B5EF4-FFF2-40B4-BE49-F238E27FC236}">
                <a16:creationId xmlns:a16="http://schemas.microsoft.com/office/drawing/2014/main" id="{02CACA26-1DD9-48E9-8588-E6F29411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7139" y="5667480"/>
            <a:ext cx="8573" cy="8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F6E"/>
          </a:solidFill>
          <a:ln xmlns:a="http://schemas.openxmlformats.org/drawingml/2006/main" w="953">
            <a:noFill/>
            <a:prstDash val="solid"/>
          </a:ln>
        </p:spPr>
      </p:sp>
      <p:sp>
        <p:nvSpPr>
          <p:cNvPr id="590" name="measurement-panel">
            <a:extLst xmlns:a="http://schemas.openxmlformats.org/drawingml/2006/main">
              <a:ext uri="{FF2B5EF4-FFF2-40B4-BE49-F238E27FC236}">
                <a16:creationId xmlns:a16="http://schemas.microsoft.com/office/drawing/2014/main" id="{6E97A2F2-2DC9-447F-A7B6-658C49AB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952500"/>
            <a:ext cx="2914650" cy="5943600"/>
          </a:xfrm>
          <a:prstGeom xmlns:a="http://schemas.openxmlformats.org/drawingml/2006/main" prst="roundRect">
            <a:avLst>
              <a:gd name="adj" fmla="val 8497"/>
            </a:avLst>
          </a:prstGeom>
          <a:noFill xmlns:a="http://schemas.openxmlformats.org/drawingml/2006/main"/>
          <a:ln xmlns:a="http://schemas.openxmlformats.org/drawingml/2006/main" w="30480">
            <a:solidFill>
              <a:srgbClr val="5D8FC6"/>
            </a:solidFill>
            <a:prstDash val="dash"/>
          </a:ln>
        </p:spPr>
      </p:sp>
      <p:sp>
        <p:nvSpPr>
          <p:cNvPr id="591" name="noise-frame">
            <a:extLst xmlns:a="http://schemas.openxmlformats.org/drawingml/2006/main">
              <a:ext uri="{FF2B5EF4-FFF2-40B4-BE49-F238E27FC236}">
                <a16:creationId xmlns:a16="http://schemas.microsoft.com/office/drawing/2014/main" id="{CBFD94A0-6707-47AC-9E1F-E52CCF4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2171700" cy="2190750"/>
          </a:xfrm>
          <a:prstGeom xmlns:a="http://schemas.openxmlformats.org/drawingml/2006/main" prst="roundRect">
            <a:avLst>
              <a:gd name="adj" fmla="val 6579"/>
            </a:avLst>
          </a:prstGeom>
          <a:noFill xmlns:a="http://schemas.openxmlformats.org/drawingml/2006/main"/>
          <a:ln xmlns:a="http://schemas.openxmlformats.org/drawingml/2006/main" w="32385">
            <a:solidFill>
              <a:srgbClr val="0D2F6E"/>
            </a:solidFill>
            <a:prstDash val="solid"/>
          </a:ln>
        </p:spPr>
      </p:sp>
      <p:sp>
        <p:nvSpPr>
          <p:cNvPr id="592" name="generator-frame">
            <a:extLst xmlns:a="http://schemas.openxmlformats.org/drawingml/2006/main">
              <a:ext uri="{FF2B5EF4-FFF2-40B4-BE49-F238E27FC236}">
                <a16:creationId xmlns:a16="http://schemas.microsoft.com/office/drawing/2014/main" id="{FB0DE1CD-1ADA-43F1-98BF-B6002CFA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19275"/>
            <a:ext cx="3676650" cy="2819400"/>
          </a:xfrm>
          <a:prstGeom xmlns:a="http://schemas.openxmlformats.org/drawingml/2006/main" prst="roundRect">
            <a:avLst>
              <a:gd name="adj" fmla="val 6757"/>
            </a:avLst>
          </a:prstGeom>
          <a:noFill xmlns:a="http://schemas.openxmlformats.org/drawingml/2006/main"/>
          <a:ln xmlns:a="http://schemas.openxmlformats.org/drawingml/2006/main" w="32385">
            <a:solidFill>
              <a:srgbClr val="5A258C"/>
            </a:solidFill>
            <a:prstDash val="solid"/>
          </a:ln>
        </p:spPr>
      </p:sp>
      <p:sp>
        <p:nvSpPr>
          <p:cNvPr id="593" name="reconstruction-frame">
            <a:extLst xmlns:a="http://schemas.openxmlformats.org/drawingml/2006/main">
              <a:ext uri="{FF2B5EF4-FFF2-40B4-BE49-F238E27FC236}">
                <a16:creationId xmlns:a16="http://schemas.microsoft.com/office/drawing/2014/main" id="{C04BB8A0-1465-4E48-BF31-01276CD2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95500"/>
            <a:ext cx="2200275" cy="222885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32385">
            <a:solidFill>
              <a:srgbClr val="0B6262"/>
            </a:solidFill>
            <a:prstDash val="solid"/>
          </a:ln>
        </p:spPr>
      </p:sp>
      <p:sp>
        <p:nvSpPr>
          <p:cNvPr id="594" name="operator-frame">
            <a:extLst xmlns:a="http://schemas.openxmlformats.org/drawingml/2006/main">
              <a:ext uri="{FF2B5EF4-FFF2-40B4-BE49-F238E27FC236}">
                <a16:creationId xmlns:a16="http://schemas.microsoft.com/office/drawing/2014/main" id="{46B948C7-D397-4FBF-94E1-0A0D0D04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657475"/>
            <a:ext cx="1114425" cy="1085850"/>
          </a:xfrm>
          <a:prstGeom xmlns:a="http://schemas.openxmlformats.org/drawingml/2006/main" prst="roundRect">
            <a:avLst>
              <a:gd name="adj" fmla="val 13158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C57300"/>
            </a:solidFill>
            <a:prstDash val="solid"/>
          </a:ln>
        </p:spPr>
      </p:sp>
      <p:sp>
        <p:nvSpPr>
          <p:cNvPr id="595" name="predicted-frame">
            <a:extLst xmlns:a="http://schemas.openxmlformats.org/drawingml/2006/main">
              <a:ext uri="{FF2B5EF4-FFF2-40B4-BE49-F238E27FC236}">
                <a16:creationId xmlns:a16="http://schemas.microsoft.com/office/drawing/2014/main" id="{CEFDF496-7B25-4AD7-B3B9-6E53B70E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173355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596" name="loss-node">
            <a:extLst xmlns:a="http://schemas.openxmlformats.org/drawingml/2006/main">
              <a:ext uri="{FF2B5EF4-FFF2-40B4-BE49-F238E27FC236}">
                <a16:creationId xmlns:a16="http://schemas.microsoft.com/office/drawing/2014/main" id="{28163BA4-AA54-4F9A-B985-08333287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457575"/>
            <a:ext cx="1028700" cy="1019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597" name="observed-frame">
            <a:extLst xmlns:a="http://schemas.openxmlformats.org/drawingml/2006/main">
              <a:ext uri="{FF2B5EF4-FFF2-40B4-BE49-F238E27FC236}">
                <a16:creationId xmlns:a16="http://schemas.microsoft.com/office/drawing/2014/main" id="{A599AE8B-3EAF-488C-908E-C88601A8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933950"/>
            <a:ext cx="2333625" cy="1219200"/>
          </a:xfrm>
          <a:prstGeom xmlns:a="http://schemas.openxmlformats.org/drawingml/2006/main" prst="roundRect">
            <a:avLst>
              <a:gd name="adj" fmla="val 9375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D2F6E"/>
            </a:solidFill>
            <a:prstDash val="solid"/>
          </a:ln>
        </p:spPr>
      </p:sp>
      <p:sp>
        <p:nvSpPr>
          <p:cNvPr id="598" name="feedback-caption">
            <a:extLst xmlns:a="http://schemas.openxmlformats.org/drawingml/2006/main">
              <a:ext uri="{FF2B5EF4-FFF2-40B4-BE49-F238E27FC236}">
                <a16:creationId xmlns:a16="http://schemas.microsoft.com/office/drawing/2014/main" id="{EDD673D0-4082-4D59-A07F-94EAB94D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865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3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A258C"/>
                </a:solidFill>
              </a:defRPr>
            </a:pPr>
            <a:r>
              <a:rPr sz="1575">
                <a:solidFill>
                  <a:srgbClr val="5A258C"/>
                </a:solidFill>
              </a:rPr>
              <a:t>optimize θ</a:t>
            </a:r>
          </a:p>
        </p:txBody>
      </p:sp>
      <p:pic>
        <p:nvPicPr>
          <p:cNvPr id="1206" name="eq-z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3f6a2608e46f0">
            <a:extLst>
              <a:ext uri="{96DAC541-7B7A-43D3-8B79-37D633B846F1}">
                <asvg:svgBlip xmlns:asvg="http://schemas.microsoft.com/office/drawing/2016/SVG/main" r:embed="R6925a03c673544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6361" y="1381125"/>
            <a:ext cx="437178" cy="428625"/>
          </a:xfrm>
          <a:prstGeom xmlns:a="http://schemas.openxmlformats.org/drawingml/2006/main" prst="rect">
            <a:avLst/>
          </a:prstGeom>
        </p:spPr>
      </p:pic>
      <p:pic>
        <p:nvPicPr>
          <p:cNvPr id="1207" name="eq-genera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4f583225d4e31">
            <a:extLst>
              <a:ext uri="{96DAC541-7B7A-43D3-8B79-37D633B846F1}">
                <asvg:svgBlip xmlns:asvg="http://schemas.microsoft.com/office/drawing/2016/SVG/main" r:embed="Rf57a1ea84cf740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9467" y="1857375"/>
            <a:ext cx="749067" cy="590550"/>
          </a:xfrm>
          <a:prstGeom xmlns:a="http://schemas.openxmlformats.org/drawingml/2006/main" prst="rect">
            <a:avLst/>
          </a:prstGeom>
        </p:spPr>
      </p:pic>
      <p:pic>
        <p:nvPicPr>
          <p:cNvPr id="1208" name="eq-xha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7df6079c449e2">
            <a:extLst>
              <a:ext uri="{96DAC541-7B7A-43D3-8B79-37D633B846F1}">
                <asvg:svgBlip xmlns:asvg="http://schemas.microsoft.com/office/drawing/2016/SVG/main" r:embed="R28f920a2517745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13358" y="1381125"/>
            <a:ext cx="375534" cy="514350"/>
          </a:xfrm>
          <a:prstGeom xmlns:a="http://schemas.openxmlformats.org/drawingml/2006/main" prst="rect">
            <a:avLst/>
          </a:prstGeom>
        </p:spPr>
      </p:pic>
      <p:pic>
        <p:nvPicPr>
          <p:cNvPr id="1209" name="eq-opera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a39b9ceed45df">
            <a:extLst>
              <a:ext uri="{96DAC541-7B7A-43D3-8B79-37D633B846F1}">
                <asvg:svgBlip xmlns:asvg="http://schemas.microsoft.com/office/drawing/2016/SVG/main" r:embed="Rf77305fe30f04d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18770" y="2838450"/>
            <a:ext cx="546260" cy="552450"/>
          </a:xfrm>
          <a:prstGeom xmlns:a="http://schemas.openxmlformats.org/drawingml/2006/main" prst="rect">
            <a:avLst/>
          </a:prstGeom>
        </p:spPr>
      </p:pic>
      <p:pic>
        <p:nvPicPr>
          <p:cNvPr id="1210" name="eq-yha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5e87a7330844f4">
            <a:extLst>
              <a:ext uri="{96DAC541-7B7A-43D3-8B79-37D633B846F1}">
                <asvg:svgBlip xmlns:asvg="http://schemas.microsoft.com/office/drawing/2016/SVG/main" r:embed="R69fc9274893947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33772" y="1104900"/>
            <a:ext cx="278856" cy="523875"/>
          </a:xfrm>
          <a:prstGeom xmlns:a="http://schemas.openxmlformats.org/drawingml/2006/main" prst="rect">
            <a:avLst/>
          </a:prstGeom>
        </p:spPr>
      </p:pic>
      <p:pic>
        <p:nvPicPr>
          <p:cNvPr id="1211" name="eq-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7012575894633">
            <a:extLst>
              <a:ext uri="{96DAC541-7B7A-43D3-8B79-37D633B846F1}">
                <asvg:svgBlip xmlns:asvg="http://schemas.microsoft.com/office/drawing/2016/SVG/main" r:embed="Re4362459cca445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13313" y="6210300"/>
            <a:ext cx="338824" cy="457200"/>
          </a:xfrm>
          <a:prstGeom xmlns:a="http://schemas.openxmlformats.org/drawingml/2006/main" prst="rect">
            <a:avLst/>
          </a:prstGeom>
        </p:spPr>
      </p:pic>
      <p:pic>
        <p:nvPicPr>
          <p:cNvPr id="1212" name="eq-los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a9ca4f6594d13">
            <a:extLst>
              <a:ext uri="{96DAC541-7B7A-43D3-8B79-37D633B846F1}">
                <asvg:svgBlip xmlns:asvg="http://schemas.microsoft.com/office/drawing/2016/SVG/main" r:embed="Reb25db99a8d848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06475" y="3808124"/>
            <a:ext cx="933450" cy="289502"/>
          </a:xfrm>
          <a:prstGeom xmlns:a="http://schemas.openxmlformats.org/drawingml/2006/main" prst="rect">
            <a:avLst/>
          </a:prstGeom>
        </p:spPr>
      </p:pic>
      <p:pic>
        <p:nvPicPr>
          <p:cNvPr id="1213" name="eq-objectiv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399ddcc06447a">
            <a:extLst>
              <a:ext uri="{96DAC541-7B7A-43D3-8B79-37D633B846F1}">
                <asvg:svgBlip xmlns:asvg="http://schemas.microsoft.com/office/drawing/2016/SVG/main" r:embed="R9ae5113539af41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95625" y="7315688"/>
            <a:ext cx="5715000" cy="856275"/>
          </a:xfrm>
          <a:prstGeom xmlns:a="http://schemas.openxmlformats.org/drawingml/2006/main" prst="rect">
            <a:avLst/>
          </a:prstGeom>
        </p:spPr>
      </p:pic>
      <p:pic>
        <p:nvPicPr>
          <p:cNvPr id="1214" name="eq-reconstruc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2201d7cdb4bc4">
            <a:extLst>
              <a:ext uri="{96DAC541-7B7A-43D3-8B79-37D633B846F1}">
                <asvg:svgBlip xmlns:asvg="http://schemas.microsoft.com/office/drawing/2016/SVG/main" r:embed="R4769971e263848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72700" y="7477125"/>
            <a:ext cx="2213398" cy="485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3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2026-08-27T17:39:19.5780000Z</dcterms:created>
  <dcterms:modified xsi:type="dcterms:W3CDTF">2026-08-27T17:39:19.5780000Z</dcterms:modified>
</coreProperties>
</file>