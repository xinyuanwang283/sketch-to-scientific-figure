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082f4acd7945b1" /><Relationship Type="http://schemas.openxmlformats.org/officeDocument/2006/relationships/extended-properties" Target="/docProps/app.xml" Id="Ra730ff0fc2524fc8" /><Relationship Type="http://schemas.openxmlformats.org/officeDocument/2006/relationships/officeDocument" Target="/ppt/presentation.xml" Id="R1bbaed57f6b64d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402245a924a43"/>
  </p:sldMasterIdLst>
  <p:notesMasterIdLst>
    <p:notesMasterId xmlns:r="http://schemas.openxmlformats.org/officeDocument/2006/relationships" r:id="Rb15a46047b7e4549"/>
  </p:notesMasterIdLst>
  <p:sldIdLst>
    <p:sldId xmlns:r="http://schemas.openxmlformats.org/officeDocument/2006/relationships" id="256" r:id="Rf8a1f74a9d1446b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857bf6ac04ab5" /><Relationship Type="http://schemas.openxmlformats.org/officeDocument/2006/relationships/slideMaster" Target="/ppt/slideMasters/slideMaster1.xml" Id="R134402245a924a43" /><Relationship Type="http://schemas.openxmlformats.org/officeDocument/2006/relationships/notesMaster" Target="/ppt/notesMasters/notesMaster1.xml" Id="Rb15a46047b7e4549" /><Relationship Type="http://schemas.openxmlformats.org/officeDocument/2006/relationships/presProps" Target="/ppt/presProps.xml" Id="R74fa695ec2ba49dd" /><Relationship Type="http://schemas.openxmlformats.org/officeDocument/2006/relationships/tableStyles" Target="/ppt/tableStyles.xml" Id="Rb905abbc4c544edc" /><Relationship Type="http://schemas.openxmlformats.org/officeDocument/2006/relationships/slide" Target="/ppt/slides/slide1.xml" Id="Rf8a1f74a9d1446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3add9d4db54e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2dc1a813e14056" /><Relationship Type="http://schemas.openxmlformats.org/officeDocument/2006/relationships/notesMaster" Target="/ppt/notesMasters/notesMaster1.xml" Id="R7a9b5cebdedd42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 region-first native editable review revision.</a:t>
            </a:r>
          </a:p>
          <a:p xmlns:a="http://schemas.openxmlformats.org/drawingml/2006/main">
            <a:r>
              <a:t>Canonical source: source/semantic_figure.json</a:t>
            </a:r>
          </a:p>
          <a:p xmlns:a="http://schemas.openxmlformats.org/drawingml/2006/main">
            <a:r>
              <a:t>Selected-candidate map: source/selected_candidate_map.json</a:t>
            </a:r>
          </a:p>
          <a:p xmlns:a="http://schemas.openxmlformats.org/drawingml/2006/main">
            <a:r>
              <a:t>Candidate crops are reference-only and are not embedded in this slide.</a:t>
            </a:r>
          </a:p>
          <a:p xmlns:a="http://schemas.openxmlformats.org/drawingml/2006/main">
            <a:r>
              <a:t>All scientific frames, regions, plots, connectors, arrowheads, and labels are native PowerPoint objects.</a:t>
            </a:r>
          </a:p>
          <a:p xmlns:a="http://schemas.openxmlformats.org/drawingml/2006/main">
            <a:r>
              <a:t>Equations are locally rendered vector SVG objects whose target boxes preserve their intrinsic viewBox ratio.</a:t>
            </a:r>
          </a:p>
          <a:p xmlns:a="http://schemas.openxmlformats.org/drawingml/2006/main">
            <a:r>
              <a:t>Automated checks do not establish scientific correctness; final researcher approval remains pending.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source/selected_candidate_map.json — selected visual direction map.</a:t>
            </a:r>
          </a:p>
          <a:p xmlns:a="http://schemas.openxmlformats.org/drawingml/2006/main">
            <a:r>
              <a:t>- source/math/eq_z.svg — locally rendered vector equation.</a:t>
            </a:r>
          </a:p>
          <a:p xmlns:a="http://schemas.openxmlformats.org/drawingml/2006/main">
            <a:r>
              <a:t>- source/math/eq_generator.svg — locally rendered vector equation.</a:t>
            </a:r>
          </a:p>
          <a:p xmlns:a="http://schemas.openxmlformats.org/drawingml/2006/main">
            <a:r>
              <a:t>- source/math/eq_xhat.svg — locally rendered vector equation.</a:t>
            </a:r>
          </a:p>
          <a:p xmlns:a="http://schemas.openxmlformats.org/drawingml/2006/main">
            <a:r>
              <a:t>- source/math/eq_operator.svg — locally rendered vector equation.</a:t>
            </a:r>
          </a:p>
          <a:p xmlns:a="http://schemas.openxmlformats.org/drawingml/2006/main">
            <a:r>
              <a:t>- source/math/eq_yhat.svg — locally rendered vector equation.</a:t>
            </a:r>
          </a:p>
          <a:p xmlns:a="http://schemas.openxmlformats.org/drawingml/2006/main">
            <a:r>
              <a:t>- source/math/eq_y.svg — locally rendered vector equation.</a:t>
            </a:r>
          </a:p>
          <a:p xmlns:a="http://schemas.openxmlformats.org/drawingml/2006/main">
            <a:r>
              <a:t>- source/math/eq_loss.svg — locally rendered vector equation.</a:t>
            </a:r>
          </a:p>
          <a:p xmlns:a="http://schemas.openxmlformats.org/drawingml/2006/main">
            <a:r>
              <a:t>- source/math/eq_objective.svg — locally rendered vector equation.</a:t>
            </a:r>
          </a:p>
          <a:p xmlns:a="http://schemas.openxmlformats.org/drawingml/2006/main">
            <a:r>
              <a:t>- source/math/eq_reconstruction.svg — locally rendered vector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2f2d4f63f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8235c1365489e" /><Relationship Type="http://schemas.openxmlformats.org/officeDocument/2006/relationships/slideLayout" Target="/ppt/slideLayouts/slideLayout1.xml" Id="R01dae6582d2a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dae6582d2a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596ed702644f7" /><Relationship Type="http://schemas.openxmlformats.org/officeDocument/2006/relationships/image" Target="/ppt/media/image.png" Id="R952e4a045a2b40c7" /><Relationship Type="http://schemas.openxmlformats.org/officeDocument/2006/relationships/image" Target="/ppt/media/image.svg" Id="R25b1f8d63a144028" /><Relationship Type="http://schemas.openxmlformats.org/officeDocument/2006/relationships/image" Target="/ppt/media/image2.png" Id="Rebdb9a82c55c4609" /><Relationship Type="http://schemas.openxmlformats.org/officeDocument/2006/relationships/image" Target="/ppt/media/image2.svg" Id="Re07b343d2a5f4fcb" /><Relationship Type="http://schemas.openxmlformats.org/officeDocument/2006/relationships/image" Target="/ppt/media/image3.png" Id="R120a37dabfa4465f" /><Relationship Type="http://schemas.openxmlformats.org/officeDocument/2006/relationships/image" Target="/ppt/media/image3.svg" Id="R30c17f9b556a44c1" /><Relationship Type="http://schemas.openxmlformats.org/officeDocument/2006/relationships/image" Target="/ppt/media/image4.png" Id="R9199c0910db64431" /><Relationship Type="http://schemas.openxmlformats.org/officeDocument/2006/relationships/image" Target="/ppt/media/image4.svg" Id="R82a2f2b218524752" /><Relationship Type="http://schemas.openxmlformats.org/officeDocument/2006/relationships/image" Target="/ppt/media/image5.png" Id="R448d595a3c3742b4" /><Relationship Type="http://schemas.openxmlformats.org/officeDocument/2006/relationships/image" Target="/ppt/media/image5.svg" Id="R708cabf54eed4fbc" /><Relationship Type="http://schemas.openxmlformats.org/officeDocument/2006/relationships/image" Target="/ppt/media/image6.png" Id="R86e6412e72e84c28" /><Relationship Type="http://schemas.openxmlformats.org/officeDocument/2006/relationships/image" Target="/ppt/media/image6.svg" Id="Rc6ed1d2d75354b3e" /><Relationship Type="http://schemas.openxmlformats.org/officeDocument/2006/relationships/image" Target="/ppt/media/image7.png" Id="R740cf31c71604f10" /><Relationship Type="http://schemas.openxmlformats.org/officeDocument/2006/relationships/image" Target="/ppt/media/image7.svg" Id="R971a2f0ae9624406" /><Relationship Type="http://schemas.openxmlformats.org/officeDocument/2006/relationships/image" Target="/ppt/media/image8.png" Id="Rd57e5619558f4587" /><Relationship Type="http://schemas.openxmlformats.org/officeDocument/2006/relationships/image" Target="/ppt/media/image8.svg" Id="Ra9d74d89cd4940f4" /><Relationship Type="http://schemas.openxmlformats.org/officeDocument/2006/relationships/image" Target="/ppt/media/image9.png" Id="R4f90c735a92844ee" /><Relationship Type="http://schemas.openxmlformats.org/officeDocument/2006/relationships/image" Target="/ppt/media/image9.svg" Id="Rd075da03d39d4283" /><Relationship Type="http://schemas.openxmlformats.org/officeDocument/2006/relationships/notesSlide" Target="/ppt/notesSlides/notesSlide1.xml" Id="R94a5628afa4241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3" name="flow-z-generator-shaft">
            <a:extLst xmlns:a="http://schemas.openxmlformats.org/drawingml/2006/main">
              <a:ext uri="{FF2B5EF4-FFF2-40B4-BE49-F238E27FC236}">
                <a16:creationId xmlns:a16="http://schemas.microsoft.com/office/drawing/2014/main" id="{CA62B894-43D8-4978-A3F7-FD2F8A6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733425" cy="9525"/>
          </a:xfrm>
          <a:custGeom xmlns:a="http://schemas.openxmlformats.org/drawingml/2006/main">
            <a:pathLst>
              <a:path w="733425" h="9525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2" name="flow-z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37D4D729-B9FD-46A6-A9FB-4B6BB34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3" name="flow-generator-reconstruction-shaft">
            <a:extLst xmlns:a="http://schemas.openxmlformats.org/drawingml/2006/main">
              <a:ext uri="{FF2B5EF4-FFF2-40B4-BE49-F238E27FC236}">
                <a16:creationId xmlns:a16="http://schemas.microsoft.com/office/drawing/2014/main" id="{D13932B3-0A0C-4768-8E6A-90BD4BAC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4" name="flow-generator-reconstruction-arrowhead">
            <a:extLst xmlns:a="http://schemas.openxmlformats.org/drawingml/2006/main">
              <a:ext uri="{FF2B5EF4-FFF2-40B4-BE49-F238E27FC236}">
                <a16:creationId xmlns:a16="http://schemas.microsoft.com/office/drawing/2014/main" id="{5E50A097-29B6-4B39-BC8A-2AEA5EA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5" name="flow-reconstruction-operator-shaft">
            <a:extLst xmlns:a="http://schemas.openxmlformats.org/drawingml/2006/main">
              <a:ext uri="{FF2B5EF4-FFF2-40B4-BE49-F238E27FC236}">
                <a16:creationId xmlns:a16="http://schemas.microsoft.com/office/drawing/2014/main" id="{A33F0EF1-48EA-43FE-A14F-7CCB8C07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6" name="flow-reconstruction-operator-arrowhead">
            <a:extLst xmlns:a="http://schemas.openxmlformats.org/drawingml/2006/main">
              <a:ext uri="{FF2B5EF4-FFF2-40B4-BE49-F238E27FC236}">
                <a16:creationId xmlns:a16="http://schemas.microsoft.com/office/drawing/2014/main" id="{14F5F4B2-2CDB-4DC0-9D9E-C68A642E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7" name="flow-operator-predicted-shaft">
            <a:extLst xmlns:a="http://schemas.openxmlformats.org/drawingml/2006/main">
              <a:ext uri="{FF2B5EF4-FFF2-40B4-BE49-F238E27FC236}">
                <a16:creationId xmlns:a16="http://schemas.microsoft.com/office/drawing/2014/main" id="{02C69839-5BB2-4218-8B3C-A2C5D37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143250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8" name="flow-operator-predicted-arrowhead">
            <a:extLst xmlns:a="http://schemas.openxmlformats.org/drawingml/2006/main">
              <a:ext uri="{FF2B5EF4-FFF2-40B4-BE49-F238E27FC236}">
                <a16:creationId xmlns:a16="http://schemas.microsoft.com/office/drawing/2014/main" id="{507A7716-CDE7-4F7C-B4D1-C0D49DB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9" name="flow-predicted-loss-shaft">
            <a:extLst xmlns:a="http://schemas.openxmlformats.org/drawingml/2006/main">
              <a:ext uri="{FF2B5EF4-FFF2-40B4-BE49-F238E27FC236}">
                <a16:creationId xmlns:a16="http://schemas.microsoft.com/office/drawing/2014/main" id="{57075773-93C9-4809-8F14-46A2E50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97180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0" name="flow-predicted-loss-arrowhead">
            <a:extLst xmlns:a="http://schemas.openxmlformats.org/drawingml/2006/main">
              <a:ext uri="{FF2B5EF4-FFF2-40B4-BE49-F238E27FC236}">
                <a16:creationId xmlns:a16="http://schemas.microsoft.com/office/drawing/2014/main" id="{6CFB3A1D-DC08-4DD4-9A90-0CA27B6D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288" y="32575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61913" y="123825"/>
                </a:moveTo>
                <a:lnTo>
                  <a:pt x="0" y="0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1" name="flow-observed-loss-shaft">
            <a:extLst xmlns:a="http://schemas.openxmlformats.org/drawingml/2006/main">
              <a:ext uri="{FF2B5EF4-FFF2-40B4-BE49-F238E27FC236}">
                <a16:creationId xmlns:a16="http://schemas.microsoft.com/office/drawing/2014/main" id="{908E20ED-0B92-40D4-AA43-2AC8AC0C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676775"/>
            <a:ext cx="9525" cy="257175"/>
          </a:xfrm>
          <a:custGeom xmlns:a="http://schemas.openxmlformats.org/drawingml/2006/main">
            <a:pathLst>
              <a:path w="952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2" name="flow-observed-loss-arrowhead">
            <a:extLst xmlns:a="http://schemas.openxmlformats.org/drawingml/2006/main">
              <a:ext uri="{FF2B5EF4-FFF2-40B4-BE49-F238E27FC236}">
                <a16:creationId xmlns:a16="http://schemas.microsoft.com/office/drawing/2014/main" id="{745F4766-C9A9-43AB-BEB4-4486570B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288" y="45529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61913" y="0"/>
                </a:moveTo>
                <a:lnTo>
                  <a:pt x="123825" y="123825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3" name="feedback-optimize-generator-shaft">
            <a:extLst xmlns:a="http://schemas.openxmlformats.org/drawingml/2006/main">
              <a:ext uri="{FF2B5EF4-FFF2-40B4-BE49-F238E27FC236}">
                <a16:creationId xmlns:a16="http://schemas.microsoft.com/office/drawing/2014/main" id="{3791AE97-E9D0-4170-9547-13C8B33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71925"/>
            <a:ext cx="8248650" cy="2390775"/>
          </a:xfrm>
          <a:custGeom xmlns:a="http://schemas.openxmlformats.org/drawingml/2006/main">
            <a:pathLst>
              <a:path w="8248650" h="2390775">
                <a:moveTo>
                  <a:pt x="8248650" y="0"/>
                </a:moveTo>
                <a:lnTo>
                  <a:pt x="7305675" y="0"/>
                </a:lnTo>
                <a:lnTo>
                  <a:pt x="7305675" y="2390775"/>
                </a:lnTo>
                <a:lnTo>
                  <a:pt x="0" y="2390775"/>
                </a:lnTo>
                <a:lnTo>
                  <a:pt x="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A258C"/>
            </a:solidFill>
            <a:prstDash val="dash"/>
          </a:ln>
        </p:spPr>
      </p:sp>
      <p:sp>
        <p:nvSpPr>
          <p:cNvPr id="14" name="feedback-optimize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4A5D2218-2CFA-4513-A545-4FCC5CE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47148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61913" y="0"/>
                </a:moveTo>
                <a:lnTo>
                  <a:pt x="123825" y="123825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5A258C"/>
          </a:solidFill>
          <a:ln xmlns:a="http://schemas.openxmlformats.org/drawingml/2006/main" w="953">
            <a:solidFill>
              <a:srgbClr val="5A258C"/>
            </a:solidFill>
            <a:prstDash val="solid"/>
          </a:ln>
        </p:spPr>
      </p:sp>
      <p:sp>
        <p:nvSpPr>
          <p:cNvPr id="15" name="measurement-panel-fill">
            <a:extLst xmlns:a="http://schemas.openxmlformats.org/drawingml/2006/main">
              <a:ext uri="{FF2B5EF4-FFF2-40B4-BE49-F238E27FC236}">
                <a16:creationId xmlns:a16="http://schemas.microsoft.com/office/drawing/2014/main" id="{8F705362-DD78-4E9B-8FFE-89544A83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52500"/>
            <a:ext cx="2914650" cy="5943600"/>
          </a:xfrm>
          <a:prstGeom xmlns:a="http://schemas.openxmlformats.org/drawingml/2006/main" prst="roundRect">
            <a:avLst>
              <a:gd name="adj" fmla="val 8497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" name="noise-frame-fill">
            <a:extLst xmlns:a="http://schemas.openxmlformats.org/drawingml/2006/main">
              <a:ext uri="{FF2B5EF4-FFF2-40B4-BE49-F238E27FC236}">
                <a16:creationId xmlns:a16="http://schemas.microsoft.com/office/drawing/2014/main" id="{BB7A2078-BFFF-44AB-9222-4D5A7CA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171700" cy="219075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" name="generator-frame-fill">
            <a:extLst xmlns:a="http://schemas.openxmlformats.org/drawingml/2006/main">
              <a:ext uri="{FF2B5EF4-FFF2-40B4-BE49-F238E27FC236}">
                <a16:creationId xmlns:a16="http://schemas.microsoft.com/office/drawing/2014/main" id="{A63C857E-7F6F-4EC6-A134-A1525905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76650" cy="28194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7F2FC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" name="reconstruction-frame-fill">
            <a:extLst xmlns:a="http://schemas.openxmlformats.org/drawingml/2006/main">
              <a:ext uri="{FF2B5EF4-FFF2-40B4-BE49-F238E27FC236}">
                <a16:creationId xmlns:a16="http://schemas.microsoft.com/office/drawing/2014/main" id="{509CC92B-DABE-402E-AA64-B1B8C6D3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2200275" cy="22288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9DEE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" name="operator-frame-fill">
            <a:extLst xmlns:a="http://schemas.openxmlformats.org/drawingml/2006/main">
              <a:ext uri="{FF2B5EF4-FFF2-40B4-BE49-F238E27FC236}">
                <a16:creationId xmlns:a16="http://schemas.microsoft.com/office/drawing/2014/main" id="{518F1E53-60C3-46B8-ABDD-13ECB32F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57475"/>
            <a:ext cx="1114425" cy="10858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" name="predicted-frame-fill">
            <a:extLst xmlns:a="http://schemas.openxmlformats.org/drawingml/2006/main">
              <a:ext uri="{FF2B5EF4-FFF2-40B4-BE49-F238E27FC236}">
                <a16:creationId xmlns:a16="http://schemas.microsoft.com/office/drawing/2014/main" id="{4229CA78-1CA6-49D4-88BB-56F64B1A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3355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" name="loss-node-fill">
            <a:extLst xmlns:a="http://schemas.openxmlformats.org/drawingml/2006/main">
              <a:ext uri="{FF2B5EF4-FFF2-40B4-BE49-F238E27FC236}">
                <a16:creationId xmlns:a16="http://schemas.microsoft.com/office/drawing/2014/main" id="{4EDAC2F8-736B-4CE0-9EE5-E52986A7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57575"/>
            <a:ext cx="1028700" cy="1019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" name="observed-frame-fill">
            <a:extLst xmlns:a="http://schemas.openxmlformats.org/drawingml/2006/main">
              <a:ext uri="{FF2B5EF4-FFF2-40B4-BE49-F238E27FC236}">
                <a16:creationId xmlns:a16="http://schemas.microsoft.com/office/drawing/2014/main" id="{0C83ACAF-BF5F-44E9-9017-BDB7AAB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33950"/>
            <a:ext cx="23336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" name="noise-dot-0001">
            <a:extLst xmlns:a="http://schemas.openxmlformats.org/drawingml/2006/main">
              <a:ext uri="{FF2B5EF4-FFF2-40B4-BE49-F238E27FC236}">
                <a16:creationId xmlns:a16="http://schemas.microsoft.com/office/drawing/2014/main" id="{CBA6043B-F760-46F5-8D3D-284BAD9E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14" y="2347455"/>
            <a:ext cx="15164" cy="15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" name="noise-dot-0002">
            <a:extLst xmlns:a="http://schemas.openxmlformats.org/drawingml/2006/main">
              <a:ext uri="{FF2B5EF4-FFF2-40B4-BE49-F238E27FC236}">
                <a16:creationId xmlns:a16="http://schemas.microsoft.com/office/drawing/2014/main" id="{9E059A9F-DF3E-4A2A-ABFE-26167426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60" y="3270990"/>
            <a:ext cx="17726" cy="17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" name="noise-dot-0003">
            <a:extLst xmlns:a="http://schemas.openxmlformats.org/drawingml/2006/main">
              <a:ext uri="{FF2B5EF4-FFF2-40B4-BE49-F238E27FC236}">
                <a16:creationId xmlns:a16="http://schemas.microsoft.com/office/drawing/2014/main" id="{A8B5DB0D-5CE9-4AE8-921B-A7EEDA59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337" y="2422808"/>
            <a:ext cx="15450" cy="1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" name="noise-dot-0004">
            <a:extLst xmlns:a="http://schemas.openxmlformats.org/drawingml/2006/main">
              <a:ext uri="{FF2B5EF4-FFF2-40B4-BE49-F238E27FC236}">
                <a16:creationId xmlns:a16="http://schemas.microsoft.com/office/drawing/2014/main" id="{09D73FA2-96C6-408C-A9C7-AE488D20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983" y="3475320"/>
            <a:ext cx="17974" cy="17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" name="noise-dot-0005">
            <a:extLst xmlns:a="http://schemas.openxmlformats.org/drawingml/2006/main">
              <a:ext uri="{FF2B5EF4-FFF2-40B4-BE49-F238E27FC236}">
                <a16:creationId xmlns:a16="http://schemas.microsoft.com/office/drawing/2014/main" id="{6C458C0B-D650-4EBF-8F3C-2629FA1C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350" y="3230366"/>
            <a:ext cx="21365" cy="21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" name="noise-dot-0006">
            <a:extLst xmlns:a="http://schemas.openxmlformats.org/drawingml/2006/main">
              <a:ext uri="{FF2B5EF4-FFF2-40B4-BE49-F238E27FC236}">
                <a16:creationId xmlns:a16="http://schemas.microsoft.com/office/drawing/2014/main" id="{E9D61A74-859C-4D2C-8021-AE135488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80" y="2640797"/>
            <a:ext cx="30518" cy="305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" name="noise-dot-0007">
            <a:extLst xmlns:a="http://schemas.openxmlformats.org/drawingml/2006/main">
              <a:ext uri="{FF2B5EF4-FFF2-40B4-BE49-F238E27FC236}">
                <a16:creationId xmlns:a16="http://schemas.microsoft.com/office/drawing/2014/main" id="{76249C7B-EA96-47B1-B4A4-0B4BE2A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394" y="2615355"/>
            <a:ext cx="24460" cy="24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" name="noise-dot-0008">
            <a:extLst xmlns:a="http://schemas.openxmlformats.org/drawingml/2006/main">
              <a:ext uri="{FF2B5EF4-FFF2-40B4-BE49-F238E27FC236}">
                <a16:creationId xmlns:a16="http://schemas.microsoft.com/office/drawing/2014/main" id="{784E14BC-2C28-4145-B809-3726A549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442" y="2317985"/>
            <a:ext cx="13611" cy="13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" name="noise-dot-0009">
            <a:extLst xmlns:a="http://schemas.openxmlformats.org/drawingml/2006/main">
              <a:ext uri="{FF2B5EF4-FFF2-40B4-BE49-F238E27FC236}">
                <a16:creationId xmlns:a16="http://schemas.microsoft.com/office/drawing/2014/main" id="{23EE288A-A34A-4E86-B525-91748A53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130" y="2336387"/>
            <a:ext cx="16135" cy="16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" name="noise-dot-0010">
            <a:extLst xmlns:a="http://schemas.openxmlformats.org/drawingml/2006/main">
              <a:ext uri="{FF2B5EF4-FFF2-40B4-BE49-F238E27FC236}">
                <a16:creationId xmlns:a16="http://schemas.microsoft.com/office/drawing/2014/main" id="{5DB5171A-84E8-4C84-BC8F-F4DC3896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167" y="2450354"/>
            <a:ext cx="32033" cy="32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" name="noise-dot-0011">
            <a:extLst xmlns:a="http://schemas.openxmlformats.org/drawingml/2006/main">
              <a:ext uri="{FF2B5EF4-FFF2-40B4-BE49-F238E27FC236}">
                <a16:creationId xmlns:a16="http://schemas.microsoft.com/office/drawing/2014/main" id="{D750B5B1-CCEC-4A99-B512-2FB4527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953" y="4052840"/>
            <a:ext cx="20317" cy="20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" name="noise-dot-0012">
            <a:extLst xmlns:a="http://schemas.openxmlformats.org/drawingml/2006/main">
              <a:ext uri="{FF2B5EF4-FFF2-40B4-BE49-F238E27FC236}">
                <a16:creationId xmlns:a16="http://schemas.microsoft.com/office/drawing/2014/main" id="{9B1A0D3B-9443-4A3B-8800-A47A3447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24" y="2936157"/>
            <a:ext cx="28813" cy="28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" name="noise-dot-0013">
            <a:extLst xmlns:a="http://schemas.openxmlformats.org/drawingml/2006/main">
              <a:ext uri="{FF2B5EF4-FFF2-40B4-BE49-F238E27FC236}">
                <a16:creationId xmlns:a16="http://schemas.microsoft.com/office/drawing/2014/main" id="{75D44B6B-5BBE-4DE4-8795-44B65620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562" y="2967485"/>
            <a:ext cx="29508" cy="29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" name="noise-dot-0014">
            <a:extLst xmlns:a="http://schemas.openxmlformats.org/drawingml/2006/main">
              <a:ext uri="{FF2B5EF4-FFF2-40B4-BE49-F238E27FC236}">
                <a16:creationId xmlns:a16="http://schemas.microsoft.com/office/drawing/2014/main" id="{E98B6CB1-8012-467E-B436-D769B2C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226" y="4003300"/>
            <a:ext cx="31899" cy="31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" name="noise-dot-0015">
            <a:extLst xmlns:a="http://schemas.openxmlformats.org/drawingml/2006/main">
              <a:ext uri="{FF2B5EF4-FFF2-40B4-BE49-F238E27FC236}">
                <a16:creationId xmlns:a16="http://schemas.microsoft.com/office/drawing/2014/main" id="{98973BA2-C5C4-4E4B-8148-C7C0DAA8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56" y="3870436"/>
            <a:ext cx="22679" cy="22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" name="noise-dot-0016">
            <a:extLst xmlns:a="http://schemas.openxmlformats.org/drawingml/2006/main">
              <a:ext uri="{FF2B5EF4-FFF2-40B4-BE49-F238E27FC236}">
                <a16:creationId xmlns:a16="http://schemas.microsoft.com/office/drawing/2014/main" id="{B666079B-6CF2-43F8-B1D0-A2421328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862" y="2762555"/>
            <a:ext cx="31899" cy="31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" name="noise-dot-0017">
            <a:extLst xmlns:a="http://schemas.openxmlformats.org/drawingml/2006/main">
              <a:ext uri="{FF2B5EF4-FFF2-40B4-BE49-F238E27FC236}">
                <a16:creationId xmlns:a16="http://schemas.microsoft.com/office/drawing/2014/main" id="{46B5785E-5E88-483D-984E-ABAC5BA9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1" y="2881112"/>
            <a:ext cx="18679" cy="18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" name="noise-dot-0018">
            <a:extLst xmlns:a="http://schemas.openxmlformats.org/drawingml/2006/main">
              <a:ext uri="{FF2B5EF4-FFF2-40B4-BE49-F238E27FC236}">
                <a16:creationId xmlns:a16="http://schemas.microsoft.com/office/drawing/2014/main" id="{1C97AEAA-89D7-47CE-8442-4CC2BA1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370" y="3541138"/>
            <a:ext cx="12097" cy="12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" name="noise-dot-0019">
            <a:extLst xmlns:a="http://schemas.openxmlformats.org/drawingml/2006/main">
              <a:ext uri="{FF2B5EF4-FFF2-40B4-BE49-F238E27FC236}">
                <a16:creationId xmlns:a16="http://schemas.microsoft.com/office/drawing/2014/main" id="{3D42106E-1864-4277-A685-65146F4D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76" y="3308223"/>
            <a:ext cx="27899" cy="27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" name="noise-dot-0020">
            <a:extLst xmlns:a="http://schemas.openxmlformats.org/drawingml/2006/main">
              <a:ext uri="{FF2B5EF4-FFF2-40B4-BE49-F238E27FC236}">
                <a16:creationId xmlns:a16="http://schemas.microsoft.com/office/drawing/2014/main" id="{63E755CE-E728-4993-A752-A3BF027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80" y="2503037"/>
            <a:ext cx="14335" cy="1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" name="noise-dot-0021">
            <a:extLst xmlns:a="http://schemas.openxmlformats.org/drawingml/2006/main">
              <a:ext uri="{FF2B5EF4-FFF2-40B4-BE49-F238E27FC236}">
                <a16:creationId xmlns:a16="http://schemas.microsoft.com/office/drawing/2014/main" id="{B447D3A3-84D1-4ACE-AA2E-89B2493C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11" y="3505924"/>
            <a:ext cx="16688" cy="16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" name="noise-dot-0022">
            <a:extLst xmlns:a="http://schemas.openxmlformats.org/drawingml/2006/main">
              <a:ext uri="{FF2B5EF4-FFF2-40B4-BE49-F238E27FC236}">
                <a16:creationId xmlns:a16="http://schemas.microsoft.com/office/drawing/2014/main" id="{4139EC9D-11B2-4216-A271-62A4FF9A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972" y="4080558"/>
            <a:ext cx="26413" cy="26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" name="noise-dot-0023">
            <a:extLst xmlns:a="http://schemas.openxmlformats.org/drawingml/2006/main">
              <a:ext uri="{FF2B5EF4-FFF2-40B4-BE49-F238E27FC236}">
                <a16:creationId xmlns:a16="http://schemas.microsoft.com/office/drawing/2014/main" id="{A0D22BA5-50C4-403C-B9D8-3CAD2B0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127" y="4030837"/>
            <a:ext cx="15002" cy="15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" name="noise-dot-0024">
            <a:extLst xmlns:a="http://schemas.openxmlformats.org/drawingml/2006/main">
              <a:ext uri="{FF2B5EF4-FFF2-40B4-BE49-F238E27FC236}">
                <a16:creationId xmlns:a16="http://schemas.microsoft.com/office/drawing/2014/main" id="{15A86FCE-CF5D-4E7B-B9A7-0D2A52B6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826" y="3237271"/>
            <a:ext cx="32518" cy="325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" name="noise-dot-0025">
            <a:extLst xmlns:a="http://schemas.openxmlformats.org/drawingml/2006/main">
              <a:ext uri="{FF2B5EF4-FFF2-40B4-BE49-F238E27FC236}">
                <a16:creationId xmlns:a16="http://schemas.microsoft.com/office/drawing/2014/main" id="{A955838C-2BA6-457F-9BC8-CE5BCCD9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80" y="2725398"/>
            <a:ext cx="26060" cy="26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" name="noise-dot-0026">
            <a:extLst xmlns:a="http://schemas.openxmlformats.org/drawingml/2006/main">
              <a:ext uri="{FF2B5EF4-FFF2-40B4-BE49-F238E27FC236}">
                <a16:creationId xmlns:a16="http://schemas.microsoft.com/office/drawing/2014/main" id="{647EE003-CDF5-4511-999B-D52147C1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4" y="3318443"/>
            <a:ext cx="27022" cy="27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" name="noise-dot-0027">
            <a:extLst xmlns:a="http://schemas.openxmlformats.org/drawingml/2006/main">
              <a:ext uri="{FF2B5EF4-FFF2-40B4-BE49-F238E27FC236}">
                <a16:creationId xmlns:a16="http://schemas.microsoft.com/office/drawing/2014/main" id="{E599DDCE-09B5-4B74-B37D-FBD8D4F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83" y="3869074"/>
            <a:ext cx="22012" cy="220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" name="noise-dot-0028">
            <a:extLst xmlns:a="http://schemas.openxmlformats.org/drawingml/2006/main">
              <a:ext uri="{FF2B5EF4-FFF2-40B4-BE49-F238E27FC236}">
                <a16:creationId xmlns:a16="http://schemas.microsoft.com/office/drawing/2014/main" id="{1A99CDA1-5032-41E0-B114-78B349E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68" y="2239242"/>
            <a:ext cx="24689" cy="246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" name="noise-dot-0029">
            <a:extLst xmlns:a="http://schemas.openxmlformats.org/drawingml/2006/main">
              <a:ext uri="{FF2B5EF4-FFF2-40B4-BE49-F238E27FC236}">
                <a16:creationId xmlns:a16="http://schemas.microsoft.com/office/drawing/2014/main" id="{1182AC7D-9DCE-47C9-9735-8BF622D9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97" y="3394834"/>
            <a:ext cx="31947" cy="319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" name="noise-dot-0030">
            <a:extLst xmlns:a="http://schemas.openxmlformats.org/drawingml/2006/main">
              <a:ext uri="{FF2B5EF4-FFF2-40B4-BE49-F238E27FC236}">
                <a16:creationId xmlns:a16="http://schemas.microsoft.com/office/drawing/2014/main" id="{7712E11A-7528-4386-8D34-D3B651D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47" y="2928033"/>
            <a:ext cx="30404" cy="30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" name="noise-dot-0031">
            <a:extLst xmlns:a="http://schemas.openxmlformats.org/drawingml/2006/main">
              <a:ext uri="{FF2B5EF4-FFF2-40B4-BE49-F238E27FC236}">
                <a16:creationId xmlns:a16="http://schemas.microsoft.com/office/drawing/2014/main" id="{8178C4AB-8F6E-4A06-BBF5-19BF9086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37" y="3764728"/>
            <a:ext cx="23603" cy="23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" name="noise-dot-0032">
            <a:extLst xmlns:a="http://schemas.openxmlformats.org/drawingml/2006/main">
              <a:ext uri="{FF2B5EF4-FFF2-40B4-BE49-F238E27FC236}">
                <a16:creationId xmlns:a16="http://schemas.microsoft.com/office/drawing/2014/main" id="{0D51DF0D-28BD-4E34-B2D7-6406311C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47" y="3161957"/>
            <a:ext cx="30671" cy="30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" name="noise-dot-0033">
            <a:extLst xmlns:a="http://schemas.openxmlformats.org/drawingml/2006/main">
              <a:ext uri="{FF2B5EF4-FFF2-40B4-BE49-F238E27FC236}">
                <a16:creationId xmlns:a16="http://schemas.microsoft.com/office/drawing/2014/main" id="{B436D9F1-B8E1-4D54-8C0B-754D6B13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468" y="2941006"/>
            <a:ext cx="14087" cy="14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" name="noise-dot-0034">
            <a:extLst xmlns:a="http://schemas.openxmlformats.org/drawingml/2006/main">
              <a:ext uri="{FF2B5EF4-FFF2-40B4-BE49-F238E27FC236}">
                <a16:creationId xmlns:a16="http://schemas.microsoft.com/office/drawing/2014/main" id="{EA85F82A-B4BA-43F0-8472-69A3234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5" y="2214220"/>
            <a:ext cx="13459" cy="13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" name="noise-dot-0035">
            <a:extLst xmlns:a="http://schemas.openxmlformats.org/drawingml/2006/main">
              <a:ext uri="{FF2B5EF4-FFF2-40B4-BE49-F238E27FC236}">
                <a16:creationId xmlns:a16="http://schemas.microsoft.com/office/drawing/2014/main" id="{B435232D-59DF-4C48-99A7-3AA5190A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758" y="3628501"/>
            <a:ext cx="25622" cy="25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" name="noise-dot-0036">
            <a:extLst xmlns:a="http://schemas.openxmlformats.org/drawingml/2006/main">
              <a:ext uri="{FF2B5EF4-FFF2-40B4-BE49-F238E27FC236}">
                <a16:creationId xmlns:a16="http://schemas.microsoft.com/office/drawing/2014/main" id="{E609BB07-13EC-4BFA-914C-3308A8B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75" y="2616013"/>
            <a:ext cx="20003" cy="20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" name="noise-dot-0037">
            <a:extLst xmlns:a="http://schemas.openxmlformats.org/drawingml/2006/main">
              <a:ext uri="{FF2B5EF4-FFF2-40B4-BE49-F238E27FC236}">
                <a16:creationId xmlns:a16="http://schemas.microsoft.com/office/drawing/2014/main" id="{485B3F8B-C7B4-45AC-A526-859EDA5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71" y="2683088"/>
            <a:ext cx="18107" cy="18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" name="noise-dot-0038">
            <a:extLst xmlns:a="http://schemas.openxmlformats.org/drawingml/2006/main">
              <a:ext uri="{FF2B5EF4-FFF2-40B4-BE49-F238E27FC236}">
                <a16:creationId xmlns:a16="http://schemas.microsoft.com/office/drawing/2014/main" id="{E8E17C93-D249-4AFD-BC29-7A41C85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599" y="2645950"/>
            <a:ext cx="17116" cy="17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" name="noise-dot-0039">
            <a:extLst xmlns:a="http://schemas.openxmlformats.org/drawingml/2006/main">
              <a:ext uri="{FF2B5EF4-FFF2-40B4-BE49-F238E27FC236}">
                <a16:creationId xmlns:a16="http://schemas.microsoft.com/office/drawing/2014/main" id="{69677A5E-657A-4246-96B6-8186DCC8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" y="2918412"/>
            <a:ext cx="25317" cy="25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" name="noise-dot-0040">
            <a:extLst xmlns:a="http://schemas.openxmlformats.org/drawingml/2006/main">
              <a:ext uri="{FF2B5EF4-FFF2-40B4-BE49-F238E27FC236}">
                <a16:creationId xmlns:a16="http://schemas.microsoft.com/office/drawing/2014/main" id="{48A6C8CD-2DAE-43E1-9001-64B89E0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309" y="2491711"/>
            <a:ext cx="12230" cy="12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" name="noise-dot-0041">
            <a:extLst xmlns:a="http://schemas.openxmlformats.org/drawingml/2006/main">
              <a:ext uri="{FF2B5EF4-FFF2-40B4-BE49-F238E27FC236}">
                <a16:creationId xmlns:a16="http://schemas.microsoft.com/office/drawing/2014/main" id="{C801A80F-A2F2-4B9C-A214-7400285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21" y="2917174"/>
            <a:ext cx="22698" cy="22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" name="noise-dot-0042">
            <a:extLst xmlns:a="http://schemas.openxmlformats.org/drawingml/2006/main">
              <a:ext uri="{FF2B5EF4-FFF2-40B4-BE49-F238E27FC236}">
                <a16:creationId xmlns:a16="http://schemas.microsoft.com/office/drawing/2014/main" id="{44579DCD-BC63-4EA9-8EB7-37B83AFF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52" y="3828431"/>
            <a:ext cx="31394" cy="31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" name="noise-dot-0043">
            <a:extLst xmlns:a="http://schemas.openxmlformats.org/drawingml/2006/main">
              <a:ext uri="{FF2B5EF4-FFF2-40B4-BE49-F238E27FC236}">
                <a16:creationId xmlns:a16="http://schemas.microsoft.com/office/drawing/2014/main" id="{45F016ED-3D09-4FC3-B3D3-1F001588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9" y="2166537"/>
            <a:ext cx="28708" cy="28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" name="noise-dot-0044">
            <a:extLst xmlns:a="http://schemas.openxmlformats.org/drawingml/2006/main">
              <a:ext uri="{FF2B5EF4-FFF2-40B4-BE49-F238E27FC236}">
                <a16:creationId xmlns:a16="http://schemas.microsoft.com/office/drawing/2014/main" id="{22FA36BD-29D7-4E27-9176-83323523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687" y="3239481"/>
            <a:ext cx="20422" cy="20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" name="noise-dot-0045">
            <a:extLst xmlns:a="http://schemas.openxmlformats.org/drawingml/2006/main">
              <a:ext uri="{FF2B5EF4-FFF2-40B4-BE49-F238E27FC236}">
                <a16:creationId xmlns:a16="http://schemas.microsoft.com/office/drawing/2014/main" id="{21AD18AF-0FBC-4670-A296-6291391A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589" y="2962104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" name="noise-dot-0046">
            <a:extLst xmlns:a="http://schemas.openxmlformats.org/drawingml/2006/main">
              <a:ext uri="{FF2B5EF4-FFF2-40B4-BE49-F238E27FC236}">
                <a16:creationId xmlns:a16="http://schemas.microsoft.com/office/drawing/2014/main" id="{FC716E25-BAD3-4ACC-AFBB-4992667F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968" y="3094806"/>
            <a:ext cx="24241" cy="24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" name="noise-dot-0047">
            <a:extLst xmlns:a="http://schemas.openxmlformats.org/drawingml/2006/main">
              <a:ext uri="{FF2B5EF4-FFF2-40B4-BE49-F238E27FC236}">
                <a16:creationId xmlns:a16="http://schemas.microsoft.com/office/drawing/2014/main" id="{D23F69D5-A8E6-489B-9656-CBB1F01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47" y="3011805"/>
            <a:ext cx="27823" cy="27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" name="noise-dot-0048">
            <a:extLst xmlns:a="http://schemas.openxmlformats.org/drawingml/2006/main">
              <a:ext uri="{FF2B5EF4-FFF2-40B4-BE49-F238E27FC236}">
                <a16:creationId xmlns:a16="http://schemas.microsoft.com/office/drawing/2014/main" id="{34E4978C-478B-4AFF-9D03-E2A1670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68" y="2541251"/>
            <a:ext cx="19145" cy="19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" name="noise-dot-0049">
            <a:extLst xmlns:a="http://schemas.openxmlformats.org/drawingml/2006/main">
              <a:ext uri="{FF2B5EF4-FFF2-40B4-BE49-F238E27FC236}">
                <a16:creationId xmlns:a16="http://schemas.microsoft.com/office/drawing/2014/main" id="{1DDAA0AE-17D6-46FF-B4C8-9439BFD2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90" y="2330101"/>
            <a:ext cx="20279" cy="20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" name="noise-dot-0050">
            <a:extLst xmlns:a="http://schemas.openxmlformats.org/drawingml/2006/main">
              <a:ext uri="{FF2B5EF4-FFF2-40B4-BE49-F238E27FC236}">
                <a16:creationId xmlns:a16="http://schemas.microsoft.com/office/drawing/2014/main" id="{0B705CC3-8155-4CB7-AD15-999AA3BD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808" y="2953121"/>
            <a:ext cx="16831" cy="16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" name="noise-dot-0051">
            <a:extLst xmlns:a="http://schemas.openxmlformats.org/drawingml/2006/main">
              <a:ext uri="{FF2B5EF4-FFF2-40B4-BE49-F238E27FC236}">
                <a16:creationId xmlns:a16="http://schemas.microsoft.com/office/drawing/2014/main" id="{774C6F34-C014-44F7-A1F6-E47D1A03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81" y="3293516"/>
            <a:ext cx="20574" cy="20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" name="noise-dot-0052">
            <a:extLst xmlns:a="http://schemas.openxmlformats.org/drawingml/2006/main">
              <a:ext uri="{FF2B5EF4-FFF2-40B4-BE49-F238E27FC236}">
                <a16:creationId xmlns:a16="http://schemas.microsoft.com/office/drawing/2014/main" id="{BFAB7876-24CD-4DBC-B24D-4AABEDA6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29" y="3771309"/>
            <a:ext cx="29023" cy="29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" name="noise-dot-0053">
            <a:extLst xmlns:a="http://schemas.openxmlformats.org/drawingml/2006/main">
              <a:ext uri="{FF2B5EF4-FFF2-40B4-BE49-F238E27FC236}">
                <a16:creationId xmlns:a16="http://schemas.microsoft.com/office/drawing/2014/main" id="{3160C5F0-7761-490B-B929-BBC2A8E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" y="3590668"/>
            <a:ext cx="15992" cy="15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" name="noise-dot-0054">
            <a:extLst xmlns:a="http://schemas.openxmlformats.org/drawingml/2006/main">
              <a:ext uri="{FF2B5EF4-FFF2-40B4-BE49-F238E27FC236}">
                <a16:creationId xmlns:a16="http://schemas.microsoft.com/office/drawing/2014/main" id="{5114D747-5924-4715-8777-748D348D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84" y="2935586"/>
            <a:ext cx="17459" cy="17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" name="noise-dot-0055">
            <a:extLst xmlns:a="http://schemas.openxmlformats.org/drawingml/2006/main">
              <a:ext uri="{FF2B5EF4-FFF2-40B4-BE49-F238E27FC236}">
                <a16:creationId xmlns:a16="http://schemas.microsoft.com/office/drawing/2014/main" id="{1EC8A621-C077-4C3A-966A-FFA1C5C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087" y="4069585"/>
            <a:ext cx="24917" cy="24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" name="noise-dot-0056">
            <a:extLst xmlns:a="http://schemas.openxmlformats.org/drawingml/2006/main">
              <a:ext uri="{FF2B5EF4-FFF2-40B4-BE49-F238E27FC236}">
                <a16:creationId xmlns:a16="http://schemas.microsoft.com/office/drawing/2014/main" id="{15506472-EA3F-4D7A-AD98-BD0D7B8E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18" y="2854052"/>
            <a:ext cx="11801" cy="118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" name="noise-dot-0057">
            <a:extLst xmlns:a="http://schemas.openxmlformats.org/drawingml/2006/main">
              <a:ext uri="{FF2B5EF4-FFF2-40B4-BE49-F238E27FC236}">
                <a16:creationId xmlns:a16="http://schemas.microsoft.com/office/drawing/2014/main" id="{5E609416-1B51-4E8C-867F-E6EF8682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969" y="2341740"/>
            <a:ext cx="25270" cy="25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" name="noise-dot-0058">
            <a:extLst xmlns:a="http://schemas.openxmlformats.org/drawingml/2006/main">
              <a:ext uri="{FF2B5EF4-FFF2-40B4-BE49-F238E27FC236}">
                <a16:creationId xmlns:a16="http://schemas.microsoft.com/office/drawing/2014/main" id="{0D50E466-F114-411B-BBD5-8138F18F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50" y="3683803"/>
            <a:ext cx="17507" cy="17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" name="noise-dot-0059">
            <a:extLst xmlns:a="http://schemas.openxmlformats.org/drawingml/2006/main">
              <a:ext uri="{FF2B5EF4-FFF2-40B4-BE49-F238E27FC236}">
                <a16:creationId xmlns:a16="http://schemas.microsoft.com/office/drawing/2014/main" id="{724F5EFB-91EC-46E7-AF4A-061A4B3B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926" y="2348694"/>
            <a:ext cx="31890" cy="318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" name="noise-dot-0060">
            <a:extLst xmlns:a="http://schemas.openxmlformats.org/drawingml/2006/main">
              <a:ext uri="{FF2B5EF4-FFF2-40B4-BE49-F238E27FC236}">
                <a16:creationId xmlns:a16="http://schemas.microsoft.com/office/drawing/2014/main" id="{E2CEA62E-5F65-4677-96CD-80A6546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85" y="3148155"/>
            <a:ext cx="17717" cy="17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" name="noise-dot-0061">
            <a:extLst xmlns:a="http://schemas.openxmlformats.org/drawingml/2006/main">
              <a:ext uri="{FF2B5EF4-FFF2-40B4-BE49-F238E27FC236}">
                <a16:creationId xmlns:a16="http://schemas.microsoft.com/office/drawing/2014/main" id="{2635F870-73F4-4FF9-97D9-B3B27D88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" y="2791263"/>
            <a:ext cx="22679" cy="22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" name="noise-dot-0062">
            <a:extLst xmlns:a="http://schemas.openxmlformats.org/drawingml/2006/main">
              <a:ext uri="{FF2B5EF4-FFF2-40B4-BE49-F238E27FC236}">
                <a16:creationId xmlns:a16="http://schemas.microsoft.com/office/drawing/2014/main" id="{7F8CC7AD-D428-4823-91B2-7B04C845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48" y="3155956"/>
            <a:ext cx="11582" cy="11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" name="noise-dot-0063">
            <a:extLst xmlns:a="http://schemas.openxmlformats.org/drawingml/2006/main">
              <a:ext uri="{FF2B5EF4-FFF2-40B4-BE49-F238E27FC236}">
                <a16:creationId xmlns:a16="http://schemas.microsoft.com/office/drawing/2014/main" id="{2BA75569-1AA4-454B-8FF6-83AA9701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463" y="2125494"/>
            <a:ext cx="19136" cy="19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" name="noise-dot-0064">
            <a:extLst xmlns:a="http://schemas.openxmlformats.org/drawingml/2006/main">
              <a:ext uri="{FF2B5EF4-FFF2-40B4-BE49-F238E27FC236}">
                <a16:creationId xmlns:a16="http://schemas.microsoft.com/office/drawing/2014/main" id="{EA32E659-048A-48CE-A88F-B2780374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51" y="3523879"/>
            <a:ext cx="13345" cy="1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" name="noise-dot-0065">
            <a:extLst xmlns:a="http://schemas.openxmlformats.org/drawingml/2006/main">
              <a:ext uri="{FF2B5EF4-FFF2-40B4-BE49-F238E27FC236}">
                <a16:creationId xmlns:a16="http://schemas.microsoft.com/office/drawing/2014/main" id="{3D24151F-FBF3-427C-B7AF-E357A42F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18" y="2254015"/>
            <a:ext cx="26184" cy="26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" name="noise-dot-0066">
            <a:extLst xmlns:a="http://schemas.openxmlformats.org/drawingml/2006/main">
              <a:ext uri="{FF2B5EF4-FFF2-40B4-BE49-F238E27FC236}">
                <a16:creationId xmlns:a16="http://schemas.microsoft.com/office/drawing/2014/main" id="{179B51A8-E0EA-46F3-B58C-0401D73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98" y="2218125"/>
            <a:ext cx="15573" cy="15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" name="noise-dot-0067">
            <a:extLst xmlns:a="http://schemas.openxmlformats.org/drawingml/2006/main">
              <a:ext uri="{FF2B5EF4-FFF2-40B4-BE49-F238E27FC236}">
                <a16:creationId xmlns:a16="http://schemas.microsoft.com/office/drawing/2014/main" id="{BEDBDB38-C756-45BA-B66D-ADF2F584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71" y="3888619"/>
            <a:ext cx="29813" cy="29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" name="noise-dot-0068">
            <a:extLst xmlns:a="http://schemas.openxmlformats.org/drawingml/2006/main">
              <a:ext uri="{FF2B5EF4-FFF2-40B4-BE49-F238E27FC236}">
                <a16:creationId xmlns:a16="http://schemas.microsoft.com/office/drawing/2014/main" id="{0373E5D3-967C-45C9-ABAA-B9FCFB24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365" y="3986917"/>
            <a:ext cx="27394" cy="27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" name="noise-dot-0069">
            <a:extLst xmlns:a="http://schemas.openxmlformats.org/drawingml/2006/main">
              <a:ext uri="{FF2B5EF4-FFF2-40B4-BE49-F238E27FC236}">
                <a16:creationId xmlns:a16="http://schemas.microsoft.com/office/drawing/2014/main" id="{A457B7B4-4468-4CE2-BA73-2F9B2C8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682" y="3709864"/>
            <a:ext cx="23765" cy="23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" name="noise-dot-0070">
            <a:extLst xmlns:a="http://schemas.openxmlformats.org/drawingml/2006/main">
              <a:ext uri="{FF2B5EF4-FFF2-40B4-BE49-F238E27FC236}">
                <a16:creationId xmlns:a16="http://schemas.microsoft.com/office/drawing/2014/main" id="{79420205-56B7-45E8-B2B1-E149AD30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04" y="2582475"/>
            <a:ext cx="12659" cy="12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" name="noise-dot-0071">
            <a:extLst xmlns:a="http://schemas.openxmlformats.org/drawingml/2006/main">
              <a:ext uri="{FF2B5EF4-FFF2-40B4-BE49-F238E27FC236}">
                <a16:creationId xmlns:a16="http://schemas.microsoft.com/office/drawing/2014/main" id="{86C3EB09-91E4-4FDA-AC72-A6533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15" y="4071299"/>
            <a:ext cx="26318" cy="26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" name="noise-dot-0072">
            <a:extLst xmlns:a="http://schemas.openxmlformats.org/drawingml/2006/main">
              <a:ext uri="{FF2B5EF4-FFF2-40B4-BE49-F238E27FC236}">
                <a16:creationId xmlns:a16="http://schemas.microsoft.com/office/drawing/2014/main" id="{BFA5E17E-E2ED-464B-8B0E-9EB7DB3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801" y="3203181"/>
            <a:ext cx="11621" cy="11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" name="noise-dot-0073">
            <a:extLst xmlns:a="http://schemas.openxmlformats.org/drawingml/2006/main">
              <a:ext uri="{FF2B5EF4-FFF2-40B4-BE49-F238E27FC236}">
                <a16:creationId xmlns:a16="http://schemas.microsoft.com/office/drawing/2014/main" id="{17D075F1-0231-4F4E-B105-DD0174AA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44" y="2154317"/>
            <a:ext cx="30880" cy="3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" name="noise-dot-0074">
            <a:extLst xmlns:a="http://schemas.openxmlformats.org/drawingml/2006/main">
              <a:ext uri="{FF2B5EF4-FFF2-40B4-BE49-F238E27FC236}">
                <a16:creationId xmlns:a16="http://schemas.microsoft.com/office/drawing/2014/main" id="{67FA3FEA-548F-4BF9-BCAA-7DF4FC8D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239" y="3535651"/>
            <a:ext cx="20669" cy="20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" name="noise-dot-0075">
            <a:extLst xmlns:a="http://schemas.openxmlformats.org/drawingml/2006/main">
              <a:ext uri="{FF2B5EF4-FFF2-40B4-BE49-F238E27FC236}">
                <a16:creationId xmlns:a16="http://schemas.microsoft.com/office/drawing/2014/main" id="{DEFD8728-6D54-49A6-B4EA-2E9422FA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25" y="2174062"/>
            <a:ext cx="26965" cy="26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" name="noise-dot-0076">
            <a:extLst xmlns:a="http://schemas.openxmlformats.org/drawingml/2006/main">
              <a:ext uri="{FF2B5EF4-FFF2-40B4-BE49-F238E27FC236}">
                <a16:creationId xmlns:a16="http://schemas.microsoft.com/office/drawing/2014/main" id="{FDB92740-1EDC-4BA4-8E07-DC805E7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67" y="2691994"/>
            <a:ext cx="26756" cy="26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" name="noise-dot-0077">
            <a:extLst xmlns:a="http://schemas.openxmlformats.org/drawingml/2006/main">
              <a:ext uri="{FF2B5EF4-FFF2-40B4-BE49-F238E27FC236}">
                <a16:creationId xmlns:a16="http://schemas.microsoft.com/office/drawing/2014/main" id="{98780766-52E1-4387-B451-33A11DAA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837" y="2359724"/>
            <a:ext cx="22879" cy="22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" name="noise-dot-0078">
            <a:extLst xmlns:a="http://schemas.openxmlformats.org/drawingml/2006/main">
              <a:ext uri="{FF2B5EF4-FFF2-40B4-BE49-F238E27FC236}">
                <a16:creationId xmlns:a16="http://schemas.microsoft.com/office/drawing/2014/main" id="{9D74D7AF-5DA1-4B29-8787-41A8703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" y="3320844"/>
            <a:ext cx="18050" cy="18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" name="noise-dot-0079">
            <a:extLst xmlns:a="http://schemas.openxmlformats.org/drawingml/2006/main">
              <a:ext uri="{FF2B5EF4-FFF2-40B4-BE49-F238E27FC236}">
                <a16:creationId xmlns:a16="http://schemas.microsoft.com/office/drawing/2014/main" id="{9CBB4F06-B05E-480E-8D1B-BF5BE43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92" y="3189113"/>
            <a:ext cx="20231" cy="20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" name="noise-dot-0080">
            <a:extLst xmlns:a="http://schemas.openxmlformats.org/drawingml/2006/main">
              <a:ext uri="{FF2B5EF4-FFF2-40B4-BE49-F238E27FC236}">
                <a16:creationId xmlns:a16="http://schemas.microsoft.com/office/drawing/2014/main" id="{9EBFAEAB-F39A-407F-826D-B7C818FE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2" y="3361811"/>
            <a:ext cx="16345" cy="16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" name="noise-dot-0081">
            <a:extLst xmlns:a="http://schemas.openxmlformats.org/drawingml/2006/main">
              <a:ext uri="{FF2B5EF4-FFF2-40B4-BE49-F238E27FC236}">
                <a16:creationId xmlns:a16="http://schemas.microsoft.com/office/drawing/2014/main" id="{F21B406F-37F5-4FCD-932F-56D994A7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249" y="3131334"/>
            <a:ext cx="22641" cy="22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" name="noise-dot-0082">
            <a:extLst xmlns:a="http://schemas.openxmlformats.org/drawingml/2006/main">
              <a:ext uri="{FF2B5EF4-FFF2-40B4-BE49-F238E27FC236}">
                <a16:creationId xmlns:a16="http://schemas.microsoft.com/office/drawing/2014/main" id="{C4440CEE-64BE-42C1-BF6E-07C72BBA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068" y="3836251"/>
            <a:ext cx="14811" cy="148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" name="noise-dot-0083">
            <a:extLst xmlns:a="http://schemas.openxmlformats.org/drawingml/2006/main">
              <a:ext uri="{FF2B5EF4-FFF2-40B4-BE49-F238E27FC236}">
                <a16:creationId xmlns:a16="http://schemas.microsoft.com/office/drawing/2014/main" id="{2FCE6FB5-EDED-4585-9B09-90E21295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95" y="2321452"/>
            <a:ext cx="11763" cy="11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" name="noise-dot-0084">
            <a:extLst xmlns:a="http://schemas.openxmlformats.org/drawingml/2006/main">
              <a:ext uri="{FF2B5EF4-FFF2-40B4-BE49-F238E27FC236}">
                <a16:creationId xmlns:a16="http://schemas.microsoft.com/office/drawing/2014/main" id="{62B1B74F-5DE9-4F97-8AB6-0CBA2D0A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1" y="3186208"/>
            <a:ext cx="22517" cy="225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" name="noise-dot-0085">
            <a:extLst xmlns:a="http://schemas.openxmlformats.org/drawingml/2006/main">
              <a:ext uri="{FF2B5EF4-FFF2-40B4-BE49-F238E27FC236}">
                <a16:creationId xmlns:a16="http://schemas.microsoft.com/office/drawing/2014/main" id="{8D2A47B8-70D2-4D93-A1A3-7D1D680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49" y="3884695"/>
            <a:ext cx="17183" cy="17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" name="noise-dot-0086">
            <a:extLst xmlns:a="http://schemas.openxmlformats.org/drawingml/2006/main">
              <a:ext uri="{FF2B5EF4-FFF2-40B4-BE49-F238E27FC236}">
                <a16:creationId xmlns:a16="http://schemas.microsoft.com/office/drawing/2014/main" id="{980B0D0A-54D6-496F-992D-FFDCF3B6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945" y="2528716"/>
            <a:ext cx="31166" cy="311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" name="noise-dot-0087">
            <a:extLst xmlns:a="http://schemas.openxmlformats.org/drawingml/2006/main">
              <a:ext uri="{FF2B5EF4-FFF2-40B4-BE49-F238E27FC236}">
                <a16:creationId xmlns:a16="http://schemas.microsoft.com/office/drawing/2014/main" id="{702F05F7-9DA6-4C2C-A0FB-2272436E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81" y="2181101"/>
            <a:ext cx="16697" cy="166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" name="noise-dot-0088">
            <a:extLst xmlns:a="http://schemas.openxmlformats.org/drawingml/2006/main">
              <a:ext uri="{FF2B5EF4-FFF2-40B4-BE49-F238E27FC236}">
                <a16:creationId xmlns:a16="http://schemas.microsoft.com/office/drawing/2014/main" id="{CAEB71C6-AE27-498D-865F-87DD9FC8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34" y="4088911"/>
            <a:ext cx="26041" cy="26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" name="noise-dot-0089">
            <a:extLst xmlns:a="http://schemas.openxmlformats.org/drawingml/2006/main">
              <a:ext uri="{FF2B5EF4-FFF2-40B4-BE49-F238E27FC236}">
                <a16:creationId xmlns:a16="http://schemas.microsoft.com/office/drawing/2014/main" id="{29E0F7EC-6BAB-4EEB-AFDA-95292A22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29" y="3227508"/>
            <a:ext cx="28604" cy="28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" name="noise-dot-0090">
            <a:extLst xmlns:a="http://schemas.openxmlformats.org/drawingml/2006/main">
              <a:ext uri="{FF2B5EF4-FFF2-40B4-BE49-F238E27FC236}">
                <a16:creationId xmlns:a16="http://schemas.microsoft.com/office/drawing/2014/main" id="{A1E060F2-4049-4988-9D6A-DCA00CF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34" y="2580742"/>
            <a:ext cx="23031" cy="23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" name="noise-dot-0091">
            <a:extLst xmlns:a="http://schemas.openxmlformats.org/drawingml/2006/main">
              <a:ext uri="{FF2B5EF4-FFF2-40B4-BE49-F238E27FC236}">
                <a16:creationId xmlns:a16="http://schemas.microsoft.com/office/drawing/2014/main" id="{F46E1546-BFD0-4672-81FF-348C665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68" y="3370507"/>
            <a:ext cx="23508" cy="23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" name="noise-dot-0092">
            <a:extLst xmlns:a="http://schemas.openxmlformats.org/drawingml/2006/main">
              <a:ext uri="{FF2B5EF4-FFF2-40B4-BE49-F238E27FC236}">
                <a16:creationId xmlns:a16="http://schemas.microsoft.com/office/drawing/2014/main" id="{CF1BBD28-94E6-4746-A276-8B2219EA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76" y="2183397"/>
            <a:ext cx="25060" cy="25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" name="noise-dot-0093">
            <a:extLst xmlns:a="http://schemas.openxmlformats.org/drawingml/2006/main">
              <a:ext uri="{FF2B5EF4-FFF2-40B4-BE49-F238E27FC236}">
                <a16:creationId xmlns:a16="http://schemas.microsoft.com/office/drawing/2014/main" id="{972C5D70-B9DA-44B9-803B-8204940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966" y="2263969"/>
            <a:ext cx="13497" cy="13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" name="noise-dot-0094">
            <a:extLst xmlns:a="http://schemas.openxmlformats.org/drawingml/2006/main">
              <a:ext uri="{FF2B5EF4-FFF2-40B4-BE49-F238E27FC236}">
                <a16:creationId xmlns:a16="http://schemas.microsoft.com/office/drawing/2014/main" id="{673A58DB-D2C3-4A12-8DA2-0D5B42D0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56" y="2761174"/>
            <a:ext cx="19526" cy="19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" name="noise-dot-0095">
            <a:extLst xmlns:a="http://schemas.openxmlformats.org/drawingml/2006/main">
              <a:ext uri="{FF2B5EF4-FFF2-40B4-BE49-F238E27FC236}">
                <a16:creationId xmlns:a16="http://schemas.microsoft.com/office/drawing/2014/main" id="{36DE4DFB-CBAC-46EA-8500-23BC1F6B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99" y="3589696"/>
            <a:ext cx="17678" cy="17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" name="noise-dot-0096">
            <a:extLst xmlns:a="http://schemas.openxmlformats.org/drawingml/2006/main">
              <a:ext uri="{FF2B5EF4-FFF2-40B4-BE49-F238E27FC236}">
                <a16:creationId xmlns:a16="http://schemas.microsoft.com/office/drawing/2014/main" id="{19A23540-13B3-4410-9801-C193809D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171" y="3870941"/>
            <a:ext cx="29632" cy="29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" name="noise-dot-0097">
            <a:extLst xmlns:a="http://schemas.openxmlformats.org/drawingml/2006/main">
              <a:ext uri="{FF2B5EF4-FFF2-40B4-BE49-F238E27FC236}">
                <a16:creationId xmlns:a16="http://schemas.microsoft.com/office/drawing/2014/main" id="{3FFB0AC9-E362-4BC7-8B29-D129C08B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71" y="3719179"/>
            <a:ext cx="24660" cy="24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" name="noise-dot-0098">
            <a:extLst xmlns:a="http://schemas.openxmlformats.org/drawingml/2006/main">
              <a:ext uri="{FF2B5EF4-FFF2-40B4-BE49-F238E27FC236}">
                <a16:creationId xmlns:a16="http://schemas.microsoft.com/office/drawing/2014/main" id="{92821271-2B79-44A4-B735-C9B00E11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03" y="2169805"/>
            <a:ext cx="15164" cy="15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" name="noise-dot-0099">
            <a:extLst xmlns:a="http://schemas.openxmlformats.org/drawingml/2006/main">
              <a:ext uri="{FF2B5EF4-FFF2-40B4-BE49-F238E27FC236}">
                <a16:creationId xmlns:a16="http://schemas.microsoft.com/office/drawing/2014/main" id="{FB68F3AC-ACE5-4C47-A2CD-3A2C25B7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56" y="2472261"/>
            <a:ext cx="13354" cy="13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" name="noise-dot-0100">
            <a:extLst xmlns:a="http://schemas.openxmlformats.org/drawingml/2006/main">
              <a:ext uri="{FF2B5EF4-FFF2-40B4-BE49-F238E27FC236}">
                <a16:creationId xmlns:a16="http://schemas.microsoft.com/office/drawing/2014/main" id="{FC03CC47-7273-4849-869A-076FEE57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913" y="2638073"/>
            <a:ext cx="31051" cy="31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" name="noise-dot-0101">
            <a:extLst xmlns:a="http://schemas.openxmlformats.org/drawingml/2006/main">
              <a:ext uri="{FF2B5EF4-FFF2-40B4-BE49-F238E27FC236}">
                <a16:creationId xmlns:a16="http://schemas.microsoft.com/office/drawing/2014/main" id="{4FF7F9D6-718E-4AC8-A9B0-A524A0EE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57" y="3492075"/>
            <a:ext cx="31899" cy="31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" name="noise-dot-0102">
            <a:extLst xmlns:a="http://schemas.openxmlformats.org/drawingml/2006/main">
              <a:ext uri="{FF2B5EF4-FFF2-40B4-BE49-F238E27FC236}">
                <a16:creationId xmlns:a16="http://schemas.microsoft.com/office/drawing/2014/main" id="{12B8D90F-E271-4955-AC4B-D5C188F2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59" y="2669372"/>
            <a:ext cx="17974" cy="17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" name="noise-dot-0103">
            <a:extLst xmlns:a="http://schemas.openxmlformats.org/drawingml/2006/main">
              <a:ext uri="{FF2B5EF4-FFF2-40B4-BE49-F238E27FC236}">
                <a16:creationId xmlns:a16="http://schemas.microsoft.com/office/drawing/2014/main" id="{169B60B1-C81E-4292-AD80-0B6CF793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674" y="2536812"/>
            <a:ext cx="30261" cy="30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" name="noise-dot-0104">
            <a:extLst xmlns:a="http://schemas.openxmlformats.org/drawingml/2006/main">
              <a:ext uri="{FF2B5EF4-FFF2-40B4-BE49-F238E27FC236}">
                <a16:creationId xmlns:a16="http://schemas.microsoft.com/office/drawing/2014/main" id="{876FF16B-96F5-44F4-AFE0-47478DB7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19" y="2696794"/>
            <a:ext cx="15554" cy="155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" name="noise-dot-0105">
            <a:extLst xmlns:a="http://schemas.openxmlformats.org/drawingml/2006/main">
              <a:ext uri="{FF2B5EF4-FFF2-40B4-BE49-F238E27FC236}">
                <a16:creationId xmlns:a16="http://schemas.microsoft.com/office/drawing/2014/main" id="{9AEEF105-AFD6-4CCE-BDB1-BACCCDB8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222" y="3506029"/>
            <a:ext cx="23889" cy="2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" name="noise-dot-0106">
            <a:extLst xmlns:a="http://schemas.openxmlformats.org/drawingml/2006/main">
              <a:ext uri="{FF2B5EF4-FFF2-40B4-BE49-F238E27FC236}">
                <a16:creationId xmlns:a16="http://schemas.microsoft.com/office/drawing/2014/main" id="{1EC480D0-ECD3-48EE-85C1-4A1530F7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314" y="3607994"/>
            <a:ext cx="31794" cy="31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" name="noise-dot-0107">
            <a:extLst xmlns:a="http://schemas.openxmlformats.org/drawingml/2006/main">
              <a:ext uri="{FF2B5EF4-FFF2-40B4-BE49-F238E27FC236}">
                <a16:creationId xmlns:a16="http://schemas.microsoft.com/office/drawing/2014/main" id="{F1E5F0CA-BC70-4F2F-962A-5624F2BF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353" y="3573809"/>
            <a:ext cx="20698" cy="20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" name="noise-dot-0108">
            <a:extLst xmlns:a="http://schemas.openxmlformats.org/drawingml/2006/main">
              <a:ext uri="{FF2B5EF4-FFF2-40B4-BE49-F238E27FC236}">
                <a16:creationId xmlns:a16="http://schemas.microsoft.com/office/drawing/2014/main" id="{CBCC8D2E-A2D8-49B1-A7A2-78FB66B3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722" y="4052078"/>
            <a:ext cx="26575" cy="26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" name="noise-dot-0109">
            <a:extLst xmlns:a="http://schemas.openxmlformats.org/drawingml/2006/main">
              <a:ext uri="{FF2B5EF4-FFF2-40B4-BE49-F238E27FC236}">
                <a16:creationId xmlns:a16="http://schemas.microsoft.com/office/drawing/2014/main" id="{991FF861-4CAB-46E4-BC23-F832F0E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16" y="2806294"/>
            <a:ext cx="32252" cy="32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2" name="noise-dot-0110">
            <a:extLst xmlns:a="http://schemas.openxmlformats.org/drawingml/2006/main">
              <a:ext uri="{FF2B5EF4-FFF2-40B4-BE49-F238E27FC236}">
                <a16:creationId xmlns:a16="http://schemas.microsoft.com/office/drawing/2014/main" id="{84653BBE-DB52-44ED-8D1A-E1D996BF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08" y="3227613"/>
            <a:ext cx="16212" cy="16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3" name="noise-dot-0111">
            <a:extLst xmlns:a="http://schemas.openxmlformats.org/drawingml/2006/main">
              <a:ext uri="{FF2B5EF4-FFF2-40B4-BE49-F238E27FC236}">
                <a16:creationId xmlns:a16="http://schemas.microsoft.com/office/drawing/2014/main" id="{EF98B2D1-0A53-4067-960B-9DFB464E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652" y="3215850"/>
            <a:ext cx="25241" cy="25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4" name="noise-dot-0112">
            <a:extLst xmlns:a="http://schemas.openxmlformats.org/drawingml/2006/main">
              <a:ext uri="{FF2B5EF4-FFF2-40B4-BE49-F238E27FC236}">
                <a16:creationId xmlns:a16="http://schemas.microsoft.com/office/drawing/2014/main" id="{5EA75B20-12A0-4CD7-A14B-34C6860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578" y="3610232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5" name="noise-dot-0113">
            <a:extLst xmlns:a="http://schemas.openxmlformats.org/drawingml/2006/main">
              <a:ext uri="{FF2B5EF4-FFF2-40B4-BE49-F238E27FC236}">
                <a16:creationId xmlns:a16="http://schemas.microsoft.com/office/drawing/2014/main" id="{98236F5A-E6C5-4E47-80E3-5EB9F1A7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468" y="2800217"/>
            <a:ext cx="19279" cy="19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6" name="noise-dot-0114">
            <a:extLst xmlns:a="http://schemas.openxmlformats.org/drawingml/2006/main">
              <a:ext uri="{FF2B5EF4-FFF2-40B4-BE49-F238E27FC236}">
                <a16:creationId xmlns:a16="http://schemas.microsoft.com/office/drawing/2014/main" id="{39D423E9-69E2-4288-ABE7-2B3CE85B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428" y="2327853"/>
            <a:ext cx="16955" cy="16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7" name="noise-dot-0115">
            <a:extLst xmlns:a="http://schemas.openxmlformats.org/drawingml/2006/main">
              <a:ext uri="{FF2B5EF4-FFF2-40B4-BE49-F238E27FC236}">
                <a16:creationId xmlns:a16="http://schemas.microsoft.com/office/drawing/2014/main" id="{45DAAC9C-6769-4048-AA36-FAD4CBF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834" y="3153527"/>
            <a:ext cx="29632" cy="29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8" name="noise-dot-0116">
            <a:extLst xmlns:a="http://schemas.openxmlformats.org/drawingml/2006/main">
              <a:ext uri="{FF2B5EF4-FFF2-40B4-BE49-F238E27FC236}">
                <a16:creationId xmlns:a16="http://schemas.microsoft.com/office/drawing/2014/main" id="{BD98DB4F-22AA-49A2-AA9B-F56FEFC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09" y="3812648"/>
            <a:ext cx="30794" cy="30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9" name="noise-dot-0117">
            <a:extLst xmlns:a="http://schemas.openxmlformats.org/drawingml/2006/main">
              <a:ext uri="{FF2B5EF4-FFF2-40B4-BE49-F238E27FC236}">
                <a16:creationId xmlns:a16="http://schemas.microsoft.com/office/drawing/2014/main" id="{B7998C6D-ABAB-4B9D-8285-0F9246AC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246" y="2232946"/>
            <a:ext cx="17583" cy="175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0" name="noise-dot-0118">
            <a:extLst xmlns:a="http://schemas.openxmlformats.org/drawingml/2006/main">
              <a:ext uri="{FF2B5EF4-FFF2-40B4-BE49-F238E27FC236}">
                <a16:creationId xmlns:a16="http://schemas.microsoft.com/office/drawing/2014/main" id="{12C89D49-D93A-4401-86E3-6F13B76D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393" y="3852358"/>
            <a:ext cx="31833" cy="31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1" name="noise-dot-0119">
            <a:extLst xmlns:a="http://schemas.openxmlformats.org/drawingml/2006/main">
              <a:ext uri="{FF2B5EF4-FFF2-40B4-BE49-F238E27FC236}">
                <a16:creationId xmlns:a16="http://schemas.microsoft.com/office/drawing/2014/main" id="{9B6C3509-78D0-4995-B8E2-0117866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63" y="2850852"/>
            <a:ext cx="27080" cy="27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2" name="noise-dot-0120">
            <a:extLst xmlns:a="http://schemas.openxmlformats.org/drawingml/2006/main">
              <a:ext uri="{FF2B5EF4-FFF2-40B4-BE49-F238E27FC236}">
                <a16:creationId xmlns:a16="http://schemas.microsoft.com/office/drawing/2014/main" id="{15058C34-E43E-4EF9-A6F3-3814FFEA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984" y="3168282"/>
            <a:ext cx="15078" cy="15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3" name="noise-dot-0121">
            <a:extLst xmlns:a="http://schemas.openxmlformats.org/drawingml/2006/main">
              <a:ext uri="{FF2B5EF4-FFF2-40B4-BE49-F238E27FC236}">
                <a16:creationId xmlns:a16="http://schemas.microsoft.com/office/drawing/2014/main" id="{BFACC3A2-50BD-40AA-B287-C4D93BFD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03" y="3947932"/>
            <a:ext cx="26099" cy="26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4" name="noise-dot-0122">
            <a:extLst xmlns:a="http://schemas.openxmlformats.org/drawingml/2006/main">
              <a:ext uri="{FF2B5EF4-FFF2-40B4-BE49-F238E27FC236}">
                <a16:creationId xmlns:a16="http://schemas.microsoft.com/office/drawing/2014/main" id="{9AD65055-1DED-4ADB-9711-B7A1949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29" y="2908392"/>
            <a:ext cx="17516" cy="17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5" name="noise-dot-0123">
            <a:extLst xmlns:a="http://schemas.openxmlformats.org/drawingml/2006/main">
              <a:ext uri="{FF2B5EF4-FFF2-40B4-BE49-F238E27FC236}">
                <a16:creationId xmlns:a16="http://schemas.microsoft.com/office/drawing/2014/main" id="{3D6A9FBC-92DF-4764-B163-32FE46D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40" y="3635007"/>
            <a:ext cx="22393" cy="223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6" name="noise-dot-0124">
            <a:extLst xmlns:a="http://schemas.openxmlformats.org/drawingml/2006/main">
              <a:ext uri="{FF2B5EF4-FFF2-40B4-BE49-F238E27FC236}">
                <a16:creationId xmlns:a16="http://schemas.microsoft.com/office/drawing/2014/main" id="{3A5A1BD0-8EEE-48A4-B7A6-2BE58E82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375" y="2282714"/>
            <a:ext cx="13183" cy="13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7" name="noise-dot-0125">
            <a:extLst xmlns:a="http://schemas.openxmlformats.org/drawingml/2006/main">
              <a:ext uri="{FF2B5EF4-FFF2-40B4-BE49-F238E27FC236}">
                <a16:creationId xmlns:a16="http://schemas.microsoft.com/office/drawing/2014/main" id="{3C879BAE-DE77-4A6E-ADE8-99421A70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928" y="3377927"/>
            <a:ext cx="14316" cy="14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8" name="noise-dot-0126">
            <a:extLst xmlns:a="http://schemas.openxmlformats.org/drawingml/2006/main">
              <a:ext uri="{FF2B5EF4-FFF2-40B4-BE49-F238E27FC236}">
                <a16:creationId xmlns:a16="http://schemas.microsoft.com/office/drawing/2014/main" id="{C99C725A-E970-43FD-9C29-58054402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825" y="3108865"/>
            <a:ext cx="26451" cy="26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9" name="noise-dot-0127">
            <a:extLst xmlns:a="http://schemas.openxmlformats.org/drawingml/2006/main">
              <a:ext uri="{FF2B5EF4-FFF2-40B4-BE49-F238E27FC236}">
                <a16:creationId xmlns:a16="http://schemas.microsoft.com/office/drawing/2014/main" id="{3E7A726F-277C-4186-94D6-B41C4CC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859" y="2666657"/>
            <a:ext cx="25175" cy="25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0" name="noise-dot-0128">
            <a:extLst xmlns:a="http://schemas.openxmlformats.org/drawingml/2006/main">
              <a:ext uri="{FF2B5EF4-FFF2-40B4-BE49-F238E27FC236}">
                <a16:creationId xmlns:a16="http://schemas.microsoft.com/office/drawing/2014/main" id="{6347C035-85B2-4433-BB67-3BDF213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259" y="2380488"/>
            <a:ext cx="23336" cy="23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1" name="noise-dot-0129">
            <a:extLst xmlns:a="http://schemas.openxmlformats.org/drawingml/2006/main">
              <a:ext uri="{FF2B5EF4-FFF2-40B4-BE49-F238E27FC236}">
                <a16:creationId xmlns:a16="http://schemas.microsoft.com/office/drawing/2014/main" id="{5BB3E8B0-A7F7-4045-A016-05D73C66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51" y="3678355"/>
            <a:ext cx="17478" cy="17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2" name="noise-dot-0130">
            <a:extLst xmlns:a="http://schemas.openxmlformats.org/drawingml/2006/main">
              <a:ext uri="{FF2B5EF4-FFF2-40B4-BE49-F238E27FC236}">
                <a16:creationId xmlns:a16="http://schemas.microsoft.com/office/drawing/2014/main" id="{DE2D2CC6-0010-4744-8C8F-065DDDFF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261" y="3472691"/>
            <a:ext cx="12592" cy="12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3" name="noise-dot-0131">
            <a:extLst xmlns:a="http://schemas.openxmlformats.org/drawingml/2006/main">
              <a:ext uri="{FF2B5EF4-FFF2-40B4-BE49-F238E27FC236}">
                <a16:creationId xmlns:a16="http://schemas.microsoft.com/office/drawing/2014/main" id="{ECD8EBCC-BFAF-4EB3-93D6-C503226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88" y="2716987"/>
            <a:ext cx="14640" cy="1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4" name="noise-dot-0132">
            <a:extLst xmlns:a="http://schemas.openxmlformats.org/drawingml/2006/main">
              <a:ext uri="{FF2B5EF4-FFF2-40B4-BE49-F238E27FC236}">
                <a16:creationId xmlns:a16="http://schemas.microsoft.com/office/drawing/2014/main" id="{9554EA55-7932-468F-998B-9FBAB4BB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040" y="3802218"/>
            <a:ext cx="25127" cy="25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5" name="noise-dot-0133">
            <a:extLst xmlns:a="http://schemas.openxmlformats.org/drawingml/2006/main">
              <a:ext uri="{FF2B5EF4-FFF2-40B4-BE49-F238E27FC236}">
                <a16:creationId xmlns:a16="http://schemas.microsoft.com/office/drawing/2014/main" id="{B96D6BB1-526E-4071-9692-3C887613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401" y="2137810"/>
            <a:ext cx="30547" cy="305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6" name="noise-dot-0134">
            <a:extLst xmlns:a="http://schemas.openxmlformats.org/drawingml/2006/main">
              <a:ext uri="{FF2B5EF4-FFF2-40B4-BE49-F238E27FC236}">
                <a16:creationId xmlns:a16="http://schemas.microsoft.com/office/drawing/2014/main" id="{426798C9-8C3E-4D9B-A319-93270290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872" y="3101550"/>
            <a:ext cx="12182" cy="121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7" name="noise-dot-0135">
            <a:extLst xmlns:a="http://schemas.openxmlformats.org/drawingml/2006/main">
              <a:ext uri="{FF2B5EF4-FFF2-40B4-BE49-F238E27FC236}">
                <a16:creationId xmlns:a16="http://schemas.microsoft.com/office/drawing/2014/main" id="{515D310C-51F7-4EE3-9224-26F7B8F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00" y="2974162"/>
            <a:ext cx="12363" cy="12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8" name="noise-dot-0136">
            <a:extLst xmlns:a="http://schemas.openxmlformats.org/drawingml/2006/main">
              <a:ext uri="{FF2B5EF4-FFF2-40B4-BE49-F238E27FC236}">
                <a16:creationId xmlns:a16="http://schemas.microsoft.com/office/drawing/2014/main" id="{5AF43107-23CC-4620-94AD-1C7F413D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860" y="2521725"/>
            <a:ext cx="28899" cy="28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9" name="noise-dot-0137">
            <a:extLst xmlns:a="http://schemas.openxmlformats.org/drawingml/2006/main">
              <a:ext uri="{FF2B5EF4-FFF2-40B4-BE49-F238E27FC236}">
                <a16:creationId xmlns:a16="http://schemas.microsoft.com/office/drawing/2014/main" id="{B2A59EE2-C5C9-4FCC-A0D5-7020F16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68" y="2199037"/>
            <a:ext cx="17650" cy="1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0" name="noise-dot-0138">
            <a:extLst xmlns:a="http://schemas.openxmlformats.org/drawingml/2006/main">
              <a:ext uri="{FF2B5EF4-FFF2-40B4-BE49-F238E27FC236}">
                <a16:creationId xmlns:a16="http://schemas.microsoft.com/office/drawing/2014/main" id="{807E483B-24D5-4082-A5E9-A2034EEE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334" y="2667695"/>
            <a:ext cx="12240" cy="12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1" name="noise-dot-0139">
            <a:extLst xmlns:a="http://schemas.openxmlformats.org/drawingml/2006/main">
              <a:ext uri="{FF2B5EF4-FFF2-40B4-BE49-F238E27FC236}">
                <a16:creationId xmlns:a16="http://schemas.microsoft.com/office/drawing/2014/main" id="{33ADAB74-5DC6-4ADA-B998-E95A9553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53" y="3556787"/>
            <a:ext cx="12278" cy="122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2" name="noise-dot-0140">
            <a:extLst xmlns:a="http://schemas.openxmlformats.org/drawingml/2006/main">
              <a:ext uri="{FF2B5EF4-FFF2-40B4-BE49-F238E27FC236}">
                <a16:creationId xmlns:a16="http://schemas.microsoft.com/office/drawing/2014/main" id="{3F3A0146-7EC4-45EF-B004-73C94B14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45" y="3264141"/>
            <a:ext cx="12925" cy="1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3" name="noise-dot-0141">
            <a:extLst xmlns:a="http://schemas.openxmlformats.org/drawingml/2006/main">
              <a:ext uri="{FF2B5EF4-FFF2-40B4-BE49-F238E27FC236}">
                <a16:creationId xmlns:a16="http://schemas.microsoft.com/office/drawing/2014/main" id="{4A37BC04-6599-4794-A234-FF15358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790" y="3304242"/>
            <a:ext cx="25432" cy="254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4" name="noise-dot-0142">
            <a:extLst xmlns:a="http://schemas.openxmlformats.org/drawingml/2006/main">
              <a:ext uri="{FF2B5EF4-FFF2-40B4-BE49-F238E27FC236}">
                <a16:creationId xmlns:a16="http://schemas.microsoft.com/office/drawing/2014/main" id="{44D73AC4-B468-4E05-96B5-86F9D3E9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721" y="4117953"/>
            <a:ext cx="14326" cy="143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5" name="noise-dot-0143">
            <a:extLst xmlns:a="http://schemas.openxmlformats.org/drawingml/2006/main">
              <a:ext uri="{FF2B5EF4-FFF2-40B4-BE49-F238E27FC236}">
                <a16:creationId xmlns:a16="http://schemas.microsoft.com/office/drawing/2014/main" id="{AD482A31-EC64-4BCF-9333-11275F77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242" y="3117247"/>
            <a:ext cx="15726" cy="15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6" name="noise-dot-0144">
            <a:extLst xmlns:a="http://schemas.openxmlformats.org/drawingml/2006/main">
              <a:ext uri="{FF2B5EF4-FFF2-40B4-BE49-F238E27FC236}">
                <a16:creationId xmlns:a16="http://schemas.microsoft.com/office/drawing/2014/main" id="{CFFEC5DE-AF47-422F-8418-2BC77857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746" y="2751801"/>
            <a:ext cx="17088" cy="170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7" name="noise-dot-0145">
            <a:extLst xmlns:a="http://schemas.openxmlformats.org/drawingml/2006/main">
              <a:ext uri="{FF2B5EF4-FFF2-40B4-BE49-F238E27FC236}">
                <a16:creationId xmlns:a16="http://schemas.microsoft.com/office/drawing/2014/main" id="{93BC122A-E907-41D8-8281-F611CD55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714" y="3302070"/>
            <a:ext cx="14659" cy="14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8" name="noise-dot-0146">
            <a:extLst xmlns:a="http://schemas.openxmlformats.org/drawingml/2006/main">
              <a:ext uri="{FF2B5EF4-FFF2-40B4-BE49-F238E27FC236}">
                <a16:creationId xmlns:a16="http://schemas.microsoft.com/office/drawing/2014/main" id="{93A041D0-FD74-4C07-8AB9-DA758BF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707" y="2936129"/>
            <a:ext cx="14326" cy="143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9" name="noise-dot-0147">
            <a:extLst xmlns:a="http://schemas.openxmlformats.org/drawingml/2006/main">
              <a:ext uri="{FF2B5EF4-FFF2-40B4-BE49-F238E27FC236}">
                <a16:creationId xmlns:a16="http://schemas.microsoft.com/office/drawing/2014/main" id="{8BA0A4BD-DEE3-44ED-A5BA-6FCBA17A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56" y="3398453"/>
            <a:ext cx="24660" cy="24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0" name="noise-dot-0148">
            <a:extLst xmlns:a="http://schemas.openxmlformats.org/drawingml/2006/main">
              <a:ext uri="{FF2B5EF4-FFF2-40B4-BE49-F238E27FC236}">
                <a16:creationId xmlns:a16="http://schemas.microsoft.com/office/drawing/2014/main" id="{D24A013E-AEDA-4868-B6B5-CB2B472C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366" y="2692679"/>
            <a:ext cx="32756" cy="32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1" name="noise-dot-0149">
            <a:extLst xmlns:a="http://schemas.openxmlformats.org/drawingml/2006/main">
              <a:ext uri="{FF2B5EF4-FFF2-40B4-BE49-F238E27FC236}">
                <a16:creationId xmlns:a16="http://schemas.microsoft.com/office/drawing/2014/main" id="{38CA5DE1-3977-4A7F-915C-1440C41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72" y="3634997"/>
            <a:ext cx="30118" cy="30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2" name="noise-dot-0150">
            <a:extLst xmlns:a="http://schemas.openxmlformats.org/drawingml/2006/main">
              <a:ext uri="{FF2B5EF4-FFF2-40B4-BE49-F238E27FC236}">
                <a16:creationId xmlns:a16="http://schemas.microsoft.com/office/drawing/2014/main" id="{1CA45A5C-6069-417F-AA82-493966B0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55" y="2972476"/>
            <a:ext cx="27365" cy="27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3" name="noise-dot-0151">
            <a:extLst xmlns:a="http://schemas.openxmlformats.org/drawingml/2006/main">
              <a:ext uri="{FF2B5EF4-FFF2-40B4-BE49-F238E27FC236}">
                <a16:creationId xmlns:a16="http://schemas.microsoft.com/office/drawing/2014/main" id="{4D3735AA-43A0-495A-AC5E-CA5890F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775" y="3286316"/>
            <a:ext cx="14316" cy="14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4" name="noise-dot-0152">
            <a:extLst xmlns:a="http://schemas.openxmlformats.org/drawingml/2006/main">
              <a:ext uri="{FF2B5EF4-FFF2-40B4-BE49-F238E27FC236}">
                <a16:creationId xmlns:a16="http://schemas.microsoft.com/office/drawing/2014/main" id="{F88D3C68-DBCC-4E98-852A-9E844B8D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381" y="2200818"/>
            <a:ext cx="30175" cy="30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5" name="noise-dot-0153">
            <a:extLst xmlns:a="http://schemas.openxmlformats.org/drawingml/2006/main">
              <a:ext uri="{FF2B5EF4-FFF2-40B4-BE49-F238E27FC236}">
                <a16:creationId xmlns:a16="http://schemas.microsoft.com/office/drawing/2014/main" id="{DC3DA14D-CA5F-4743-8815-9D6D32D5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34" y="2536631"/>
            <a:ext cx="27137" cy="27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6" name="noise-dot-0154">
            <a:extLst xmlns:a="http://schemas.openxmlformats.org/drawingml/2006/main">
              <a:ext uri="{FF2B5EF4-FFF2-40B4-BE49-F238E27FC236}">
                <a16:creationId xmlns:a16="http://schemas.microsoft.com/office/drawing/2014/main" id="{11D72C7C-AD91-4604-8299-D98504F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14" y="3834813"/>
            <a:ext cx="15050" cy="1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7" name="noise-dot-0155">
            <a:extLst xmlns:a="http://schemas.openxmlformats.org/drawingml/2006/main">
              <a:ext uri="{FF2B5EF4-FFF2-40B4-BE49-F238E27FC236}">
                <a16:creationId xmlns:a16="http://schemas.microsoft.com/office/drawing/2014/main" id="{8263DE98-DD69-468D-B502-501B6C9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112" y="2410149"/>
            <a:ext cx="22803" cy="22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8" name="noise-dot-0156">
            <a:extLst xmlns:a="http://schemas.openxmlformats.org/drawingml/2006/main">
              <a:ext uri="{FF2B5EF4-FFF2-40B4-BE49-F238E27FC236}">
                <a16:creationId xmlns:a16="http://schemas.microsoft.com/office/drawing/2014/main" id="{DB3944C9-13ED-4848-AF9D-2D5F0160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57" y="2406587"/>
            <a:ext cx="20136" cy="20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9" name="noise-dot-0157">
            <a:extLst xmlns:a="http://schemas.openxmlformats.org/drawingml/2006/main">
              <a:ext uri="{FF2B5EF4-FFF2-40B4-BE49-F238E27FC236}">
                <a16:creationId xmlns:a16="http://schemas.microsoft.com/office/drawing/2014/main" id="{DA9404DF-8D55-41C5-8A6A-687F7AB9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40" y="3971315"/>
            <a:ext cx="28604" cy="28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0" name="noise-dot-0158">
            <a:extLst xmlns:a="http://schemas.openxmlformats.org/drawingml/2006/main">
              <a:ext uri="{FF2B5EF4-FFF2-40B4-BE49-F238E27FC236}">
                <a16:creationId xmlns:a16="http://schemas.microsoft.com/office/drawing/2014/main" id="{2C5543A1-621F-4477-B308-DF335A55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1" y="3204286"/>
            <a:ext cx="20945" cy="20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" name="noise-dot-0159">
            <a:extLst xmlns:a="http://schemas.openxmlformats.org/drawingml/2006/main">
              <a:ext uri="{FF2B5EF4-FFF2-40B4-BE49-F238E27FC236}">
                <a16:creationId xmlns:a16="http://schemas.microsoft.com/office/drawing/2014/main" id="{E5C3E483-B64C-4923-88BF-418A0E6C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64" y="2499389"/>
            <a:ext cx="14068" cy="140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" name="noise-dot-0160">
            <a:extLst xmlns:a="http://schemas.openxmlformats.org/drawingml/2006/main">
              <a:ext uri="{FF2B5EF4-FFF2-40B4-BE49-F238E27FC236}">
                <a16:creationId xmlns:a16="http://schemas.microsoft.com/office/drawing/2014/main" id="{21E1A78D-EE93-499C-B90F-38532966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439" y="2729875"/>
            <a:ext cx="29308" cy="29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3" name="noise-dot-0161">
            <a:extLst xmlns:a="http://schemas.openxmlformats.org/drawingml/2006/main">
              <a:ext uri="{FF2B5EF4-FFF2-40B4-BE49-F238E27FC236}">
                <a16:creationId xmlns:a16="http://schemas.microsoft.com/office/drawing/2014/main" id="{6F35C2BB-EE14-49E8-926F-0CE0BE17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642" y="3229556"/>
            <a:ext cx="26718" cy="26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4" name="noise-dot-0162">
            <a:extLst xmlns:a="http://schemas.openxmlformats.org/drawingml/2006/main">
              <a:ext uri="{FF2B5EF4-FFF2-40B4-BE49-F238E27FC236}">
                <a16:creationId xmlns:a16="http://schemas.microsoft.com/office/drawing/2014/main" id="{41D14D49-022D-4DC0-93AB-A1D0943D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45" y="3067602"/>
            <a:ext cx="23346" cy="2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5" name="noise-dot-0163">
            <a:extLst xmlns:a="http://schemas.openxmlformats.org/drawingml/2006/main">
              <a:ext uri="{FF2B5EF4-FFF2-40B4-BE49-F238E27FC236}">
                <a16:creationId xmlns:a16="http://schemas.microsoft.com/office/drawing/2014/main" id="{1101D39F-59C9-4956-8CA3-0F5584BA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247" y="2611507"/>
            <a:ext cx="27851" cy="27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6" name="noise-dot-0164">
            <a:extLst xmlns:a="http://schemas.openxmlformats.org/drawingml/2006/main">
              <a:ext uri="{FF2B5EF4-FFF2-40B4-BE49-F238E27FC236}">
                <a16:creationId xmlns:a16="http://schemas.microsoft.com/office/drawing/2014/main" id="{8000106A-A720-45C3-894B-1F999A57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60" y="2323967"/>
            <a:ext cx="20669" cy="20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7" name="noise-dot-0165">
            <a:extLst xmlns:a="http://schemas.openxmlformats.org/drawingml/2006/main">
              <a:ext uri="{FF2B5EF4-FFF2-40B4-BE49-F238E27FC236}">
                <a16:creationId xmlns:a16="http://schemas.microsoft.com/office/drawing/2014/main" id="{3458A35D-43AF-44D8-804C-D414100A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523" y="3613109"/>
            <a:ext cx="22146" cy="22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8" name="noise-dot-0166">
            <a:extLst xmlns:a="http://schemas.openxmlformats.org/drawingml/2006/main">
              <a:ext uri="{FF2B5EF4-FFF2-40B4-BE49-F238E27FC236}">
                <a16:creationId xmlns:a16="http://schemas.microsoft.com/office/drawing/2014/main" id="{B1AEB37C-F75C-45E7-AB6D-EF1EB4ED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83" y="2473995"/>
            <a:ext cx="17440" cy="1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9" name="noise-dot-0167">
            <a:extLst xmlns:a="http://schemas.openxmlformats.org/drawingml/2006/main">
              <a:ext uri="{FF2B5EF4-FFF2-40B4-BE49-F238E27FC236}">
                <a16:creationId xmlns:a16="http://schemas.microsoft.com/office/drawing/2014/main" id="{86A8D1AC-4999-4770-86A9-C3FECD6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198" y="3701577"/>
            <a:ext cx="26184" cy="26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0" name="noise-dot-0168">
            <a:extLst xmlns:a="http://schemas.openxmlformats.org/drawingml/2006/main">
              <a:ext uri="{FF2B5EF4-FFF2-40B4-BE49-F238E27FC236}">
                <a16:creationId xmlns:a16="http://schemas.microsoft.com/office/drawing/2014/main" id="{8EA7A028-BB03-4BFF-890D-10EB33DC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3" y="2418274"/>
            <a:ext cx="24717" cy="24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1" name="noise-dot-0169">
            <a:extLst xmlns:a="http://schemas.openxmlformats.org/drawingml/2006/main">
              <a:ext uri="{FF2B5EF4-FFF2-40B4-BE49-F238E27FC236}">
                <a16:creationId xmlns:a16="http://schemas.microsoft.com/office/drawing/2014/main" id="{433E54C8-1F5A-4311-B317-2628EF2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49" y="3955885"/>
            <a:ext cx="26184" cy="26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2" name="noise-dot-0170">
            <a:extLst xmlns:a="http://schemas.openxmlformats.org/drawingml/2006/main">
              <a:ext uri="{FF2B5EF4-FFF2-40B4-BE49-F238E27FC236}">
                <a16:creationId xmlns:a16="http://schemas.microsoft.com/office/drawing/2014/main" id="{ADFC3404-1BB1-4B78-AF54-7D396F59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723" y="3548596"/>
            <a:ext cx="21879" cy="21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3" name="noise-dot-0171">
            <a:extLst xmlns:a="http://schemas.openxmlformats.org/drawingml/2006/main">
              <a:ext uri="{FF2B5EF4-FFF2-40B4-BE49-F238E27FC236}">
                <a16:creationId xmlns:a16="http://schemas.microsoft.com/office/drawing/2014/main" id="{00CC4DC2-64DD-43C2-BC2C-6E0F9F6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767" y="2339178"/>
            <a:ext cx="12392" cy="12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4" name="noise-dot-0172">
            <a:extLst xmlns:a="http://schemas.openxmlformats.org/drawingml/2006/main">
              <a:ext uri="{FF2B5EF4-FFF2-40B4-BE49-F238E27FC236}">
                <a16:creationId xmlns:a16="http://schemas.microsoft.com/office/drawing/2014/main" id="{13E3DA57-3CC6-4FE1-B24F-BDEC7309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30" y="4041915"/>
            <a:ext cx="24813" cy="24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5" name="noise-dot-0173">
            <a:extLst xmlns:a="http://schemas.openxmlformats.org/drawingml/2006/main">
              <a:ext uri="{FF2B5EF4-FFF2-40B4-BE49-F238E27FC236}">
                <a16:creationId xmlns:a16="http://schemas.microsoft.com/office/drawing/2014/main" id="{1BFC4D10-C32C-4BDD-862C-FFD8A6AB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15" y="4080129"/>
            <a:ext cx="17583" cy="175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6" name="noise-dot-0174">
            <a:extLst xmlns:a="http://schemas.openxmlformats.org/drawingml/2006/main">
              <a:ext uri="{FF2B5EF4-FFF2-40B4-BE49-F238E27FC236}">
                <a16:creationId xmlns:a16="http://schemas.microsoft.com/office/drawing/2014/main" id="{EB0C1D6A-9FB2-4C84-8DCA-6CB70285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51" y="2866520"/>
            <a:ext cx="23574" cy="23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7" name="noise-dot-0175">
            <a:extLst xmlns:a="http://schemas.openxmlformats.org/drawingml/2006/main">
              <a:ext uri="{FF2B5EF4-FFF2-40B4-BE49-F238E27FC236}">
                <a16:creationId xmlns:a16="http://schemas.microsoft.com/office/drawing/2014/main" id="{51CE0734-BE6F-45D6-AD61-657F18D7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11" y="3849319"/>
            <a:ext cx="19317" cy="19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8" name="noise-dot-0176">
            <a:extLst xmlns:a="http://schemas.openxmlformats.org/drawingml/2006/main">
              <a:ext uri="{FF2B5EF4-FFF2-40B4-BE49-F238E27FC236}">
                <a16:creationId xmlns:a16="http://schemas.microsoft.com/office/drawing/2014/main" id="{3E9B5E96-87B1-4143-BCB1-3EC822ED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60" y="3562131"/>
            <a:ext cx="24689" cy="246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9" name="noise-dot-0177">
            <a:extLst xmlns:a="http://schemas.openxmlformats.org/drawingml/2006/main">
              <a:ext uri="{FF2B5EF4-FFF2-40B4-BE49-F238E27FC236}">
                <a16:creationId xmlns:a16="http://schemas.microsoft.com/office/drawing/2014/main" id="{BFCD1BF7-B415-4DA6-A7FC-A0C4D238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885" y="2685536"/>
            <a:ext cx="17526" cy="17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0" name="noise-dot-0178">
            <a:extLst xmlns:a="http://schemas.openxmlformats.org/drawingml/2006/main">
              <a:ext uri="{FF2B5EF4-FFF2-40B4-BE49-F238E27FC236}">
                <a16:creationId xmlns:a16="http://schemas.microsoft.com/office/drawing/2014/main" id="{4AB5A584-ABCF-45E4-B292-60B14407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49" y="2969790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1" name="noise-dot-0179">
            <a:extLst xmlns:a="http://schemas.openxmlformats.org/drawingml/2006/main">
              <a:ext uri="{FF2B5EF4-FFF2-40B4-BE49-F238E27FC236}">
                <a16:creationId xmlns:a16="http://schemas.microsoft.com/office/drawing/2014/main" id="{E54414BB-133D-4EE3-9728-24DE648F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51" y="2733113"/>
            <a:ext cx="23622" cy="23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2" name="noise-dot-0180">
            <a:extLst xmlns:a="http://schemas.openxmlformats.org/drawingml/2006/main">
              <a:ext uri="{FF2B5EF4-FFF2-40B4-BE49-F238E27FC236}">
                <a16:creationId xmlns:a16="http://schemas.microsoft.com/office/drawing/2014/main" id="{5D952622-00CD-4C79-966B-F8EC396F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852" y="3594849"/>
            <a:ext cx="17202" cy="172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3" name="noise-dot-0181">
            <a:extLst xmlns:a="http://schemas.openxmlformats.org/drawingml/2006/main">
              <a:ext uri="{FF2B5EF4-FFF2-40B4-BE49-F238E27FC236}">
                <a16:creationId xmlns:a16="http://schemas.microsoft.com/office/drawing/2014/main" id="{65F56DF6-C386-44DF-B30B-1EF6C5D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61" y="4021198"/>
            <a:ext cx="14764" cy="14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4" name="noise-dot-0182">
            <a:extLst xmlns:a="http://schemas.openxmlformats.org/drawingml/2006/main">
              <a:ext uri="{FF2B5EF4-FFF2-40B4-BE49-F238E27FC236}">
                <a16:creationId xmlns:a16="http://schemas.microsoft.com/office/drawing/2014/main" id="{4B234FF5-5047-474D-8204-21A6FB3E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246" y="3894182"/>
            <a:ext cx="28023" cy="28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5" name="noise-dot-0183">
            <a:extLst xmlns:a="http://schemas.openxmlformats.org/drawingml/2006/main">
              <a:ext uri="{FF2B5EF4-FFF2-40B4-BE49-F238E27FC236}">
                <a16:creationId xmlns:a16="http://schemas.microsoft.com/office/drawing/2014/main" id="{5D671009-469B-40FE-B4CB-FE95C3A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669" y="2761498"/>
            <a:ext cx="28404" cy="28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6" name="noise-dot-0184">
            <a:extLst xmlns:a="http://schemas.openxmlformats.org/drawingml/2006/main">
              <a:ext uri="{FF2B5EF4-FFF2-40B4-BE49-F238E27FC236}">
                <a16:creationId xmlns:a16="http://schemas.microsoft.com/office/drawing/2014/main" id="{52F01740-4F22-4DC2-A893-A9DED47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446" y="2775956"/>
            <a:ext cx="28489" cy="284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7" name="noise-dot-0185">
            <a:extLst xmlns:a="http://schemas.openxmlformats.org/drawingml/2006/main">
              <a:ext uri="{FF2B5EF4-FFF2-40B4-BE49-F238E27FC236}">
                <a16:creationId xmlns:a16="http://schemas.microsoft.com/office/drawing/2014/main" id="{ED99BC66-1C87-425A-A9AF-59C422E2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423" y="3168787"/>
            <a:ext cx="26489" cy="264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8" name="noise-dot-0186">
            <a:extLst xmlns:a="http://schemas.openxmlformats.org/drawingml/2006/main">
              <a:ext uri="{FF2B5EF4-FFF2-40B4-BE49-F238E27FC236}">
                <a16:creationId xmlns:a16="http://schemas.microsoft.com/office/drawing/2014/main" id="{492DD1F8-8B63-4AB3-B80F-F6E1A5E8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75" y="2562949"/>
            <a:ext cx="19079" cy="190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9" name="noise-dot-0187">
            <a:extLst xmlns:a="http://schemas.openxmlformats.org/drawingml/2006/main">
              <a:ext uri="{FF2B5EF4-FFF2-40B4-BE49-F238E27FC236}">
                <a16:creationId xmlns:a16="http://schemas.microsoft.com/office/drawing/2014/main" id="{9AE5C50C-CABD-47B7-9B76-31D96E9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822" y="3578371"/>
            <a:ext cx="18278" cy="182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0" name="noise-dot-0188">
            <a:extLst xmlns:a="http://schemas.openxmlformats.org/drawingml/2006/main">
              <a:ext uri="{FF2B5EF4-FFF2-40B4-BE49-F238E27FC236}">
                <a16:creationId xmlns:a16="http://schemas.microsoft.com/office/drawing/2014/main" id="{7EA94B9D-7B93-4093-8132-65CBA028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35" y="3375860"/>
            <a:ext cx="13249" cy="13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1" name="noise-dot-0189">
            <a:extLst xmlns:a="http://schemas.openxmlformats.org/drawingml/2006/main">
              <a:ext uri="{FF2B5EF4-FFF2-40B4-BE49-F238E27FC236}">
                <a16:creationId xmlns:a16="http://schemas.microsoft.com/office/drawing/2014/main" id="{6883ED1F-BA64-42C9-A5AD-8C44B977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17" y="3757822"/>
            <a:ext cx="27222" cy="27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2" name="noise-dot-0190">
            <a:extLst xmlns:a="http://schemas.openxmlformats.org/drawingml/2006/main">
              <a:ext uri="{FF2B5EF4-FFF2-40B4-BE49-F238E27FC236}">
                <a16:creationId xmlns:a16="http://schemas.microsoft.com/office/drawing/2014/main" id="{F2CDFA15-D8C0-4456-AFFE-DB327B7F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443" y="4044105"/>
            <a:ext cx="24136" cy="24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3" name="noise-dot-0191">
            <a:extLst xmlns:a="http://schemas.openxmlformats.org/drawingml/2006/main">
              <a:ext uri="{FF2B5EF4-FFF2-40B4-BE49-F238E27FC236}">
                <a16:creationId xmlns:a16="http://schemas.microsoft.com/office/drawing/2014/main" id="{D7C2DC5C-454E-4CC5-94DC-D59FFDB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78" y="2377469"/>
            <a:ext cx="20250" cy="2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4" name="noise-dot-0192">
            <a:extLst xmlns:a="http://schemas.openxmlformats.org/drawingml/2006/main">
              <a:ext uri="{FF2B5EF4-FFF2-40B4-BE49-F238E27FC236}">
                <a16:creationId xmlns:a16="http://schemas.microsoft.com/office/drawing/2014/main" id="{9A6F82DB-2ADA-46EB-AD91-D6E463E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051" y="3759451"/>
            <a:ext cx="25508" cy="25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5" name="noise-dot-0193">
            <a:extLst xmlns:a="http://schemas.openxmlformats.org/drawingml/2006/main">
              <a:ext uri="{FF2B5EF4-FFF2-40B4-BE49-F238E27FC236}">
                <a16:creationId xmlns:a16="http://schemas.microsoft.com/office/drawing/2014/main" id="{5FCB1779-8601-49C6-996D-E8FD0832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52" y="3512506"/>
            <a:ext cx="11449" cy="114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6" name="noise-dot-0194">
            <a:extLst xmlns:a="http://schemas.openxmlformats.org/drawingml/2006/main">
              <a:ext uri="{FF2B5EF4-FFF2-40B4-BE49-F238E27FC236}">
                <a16:creationId xmlns:a16="http://schemas.microsoft.com/office/drawing/2014/main" id="{6BAF232B-FD81-42AD-9F60-30EB862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22" y="2609621"/>
            <a:ext cx="32595" cy="32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7" name="noise-dot-0195">
            <a:extLst xmlns:a="http://schemas.openxmlformats.org/drawingml/2006/main">
              <a:ext uri="{FF2B5EF4-FFF2-40B4-BE49-F238E27FC236}">
                <a16:creationId xmlns:a16="http://schemas.microsoft.com/office/drawing/2014/main" id="{DCD52102-CDB4-4DEE-AC51-B48163C3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056" y="2919574"/>
            <a:ext cx="27346" cy="27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8" name="noise-dot-0196">
            <a:extLst xmlns:a="http://schemas.openxmlformats.org/drawingml/2006/main">
              <a:ext uri="{FF2B5EF4-FFF2-40B4-BE49-F238E27FC236}">
                <a16:creationId xmlns:a16="http://schemas.microsoft.com/office/drawing/2014/main" id="{4CDB1594-BC2A-4CD4-BF03-88142EFB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07" y="3980983"/>
            <a:ext cx="22031" cy="22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9" name="noise-dot-0197">
            <a:extLst xmlns:a="http://schemas.openxmlformats.org/drawingml/2006/main">
              <a:ext uri="{FF2B5EF4-FFF2-40B4-BE49-F238E27FC236}">
                <a16:creationId xmlns:a16="http://schemas.microsoft.com/office/drawing/2014/main" id="{580A82ED-ADB3-4557-8F06-763C8B31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18" y="2306107"/>
            <a:ext cx="13897" cy="13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0" name="noise-dot-0198">
            <a:extLst xmlns:a="http://schemas.openxmlformats.org/drawingml/2006/main">
              <a:ext uri="{FF2B5EF4-FFF2-40B4-BE49-F238E27FC236}">
                <a16:creationId xmlns:a16="http://schemas.microsoft.com/office/drawing/2014/main" id="{7DCD2312-27C7-4127-863D-0EA697E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17" y="3905079"/>
            <a:ext cx="16031" cy="16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1" name="noise-dot-0199">
            <a:extLst xmlns:a="http://schemas.openxmlformats.org/drawingml/2006/main">
              <a:ext uri="{FF2B5EF4-FFF2-40B4-BE49-F238E27FC236}">
                <a16:creationId xmlns:a16="http://schemas.microsoft.com/office/drawing/2014/main" id="{9EAD229B-7382-41FD-AB95-1335B9F9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25" y="2541842"/>
            <a:ext cx="13926" cy="1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2" name="noise-dot-0200">
            <a:extLst xmlns:a="http://schemas.openxmlformats.org/drawingml/2006/main">
              <a:ext uri="{FF2B5EF4-FFF2-40B4-BE49-F238E27FC236}">
                <a16:creationId xmlns:a16="http://schemas.microsoft.com/office/drawing/2014/main" id="{5C2059C2-6BD4-4CF3-A3A7-6568F2D4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36" y="4078272"/>
            <a:ext cx="30347" cy="30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3" name="noise-dot-0201">
            <a:extLst xmlns:a="http://schemas.openxmlformats.org/drawingml/2006/main">
              <a:ext uri="{FF2B5EF4-FFF2-40B4-BE49-F238E27FC236}">
                <a16:creationId xmlns:a16="http://schemas.microsoft.com/office/drawing/2014/main" id="{51B09885-7C82-438B-ACD6-E5C854E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794" y="2556824"/>
            <a:ext cx="30156" cy="301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4" name="noise-dot-0202">
            <a:extLst xmlns:a="http://schemas.openxmlformats.org/drawingml/2006/main">
              <a:ext uri="{FF2B5EF4-FFF2-40B4-BE49-F238E27FC236}">
                <a16:creationId xmlns:a16="http://schemas.microsoft.com/office/drawing/2014/main" id="{CB7A4118-4443-4C36-AA98-DCDE8B7E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09" y="2708034"/>
            <a:ext cx="27861" cy="27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5" name="noise-dot-0203">
            <a:extLst xmlns:a="http://schemas.openxmlformats.org/drawingml/2006/main">
              <a:ext uri="{FF2B5EF4-FFF2-40B4-BE49-F238E27FC236}">
                <a16:creationId xmlns:a16="http://schemas.microsoft.com/office/drawing/2014/main" id="{877F9C4B-B343-4B99-9456-F745100B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77" y="2920660"/>
            <a:ext cx="18345" cy="18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6" name="noise-dot-0204">
            <a:extLst xmlns:a="http://schemas.openxmlformats.org/drawingml/2006/main">
              <a:ext uri="{FF2B5EF4-FFF2-40B4-BE49-F238E27FC236}">
                <a16:creationId xmlns:a16="http://schemas.microsoft.com/office/drawing/2014/main" id="{30B68E41-5B7A-4F7E-AB8F-606C9169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03" y="3482140"/>
            <a:ext cx="19879" cy="19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7" name="noise-dot-0205">
            <a:extLst xmlns:a="http://schemas.openxmlformats.org/drawingml/2006/main">
              <a:ext uri="{FF2B5EF4-FFF2-40B4-BE49-F238E27FC236}">
                <a16:creationId xmlns:a16="http://schemas.microsoft.com/office/drawing/2014/main" id="{ABE609F1-3928-4D9D-A7E7-E2AF9541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05" y="2201732"/>
            <a:ext cx="12659" cy="12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8" name="noise-dot-0206">
            <a:extLst xmlns:a="http://schemas.openxmlformats.org/drawingml/2006/main">
              <a:ext uri="{FF2B5EF4-FFF2-40B4-BE49-F238E27FC236}">
                <a16:creationId xmlns:a16="http://schemas.microsoft.com/office/drawing/2014/main" id="{914DA0A0-9680-44C5-A92A-6DF71206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21" y="3445850"/>
            <a:ext cx="18212" cy="18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9" name="noise-dot-0207">
            <a:extLst xmlns:a="http://schemas.openxmlformats.org/drawingml/2006/main">
              <a:ext uri="{FF2B5EF4-FFF2-40B4-BE49-F238E27FC236}">
                <a16:creationId xmlns:a16="http://schemas.microsoft.com/office/drawing/2014/main" id="{E0C57304-DA59-4392-ADC8-C0F9333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633" y="4141841"/>
            <a:ext cx="19555" cy="19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0" name="noise-dot-0208">
            <a:extLst xmlns:a="http://schemas.openxmlformats.org/drawingml/2006/main">
              <a:ext uri="{FF2B5EF4-FFF2-40B4-BE49-F238E27FC236}">
                <a16:creationId xmlns:a16="http://schemas.microsoft.com/office/drawing/2014/main" id="{C9AB5077-2DBB-4F68-941C-294D64DC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77" y="2133543"/>
            <a:ext cx="21927" cy="219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1" name="noise-dot-0209">
            <a:extLst xmlns:a="http://schemas.openxmlformats.org/drawingml/2006/main">
              <a:ext uri="{FF2B5EF4-FFF2-40B4-BE49-F238E27FC236}">
                <a16:creationId xmlns:a16="http://schemas.microsoft.com/office/drawing/2014/main" id="{7CFE7262-7E52-4963-9966-B9F729FF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942" y="3193961"/>
            <a:ext cx="14802" cy="14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2" name="noise-dot-0210">
            <a:extLst xmlns:a="http://schemas.openxmlformats.org/drawingml/2006/main">
              <a:ext uri="{FF2B5EF4-FFF2-40B4-BE49-F238E27FC236}">
                <a16:creationId xmlns:a16="http://schemas.microsoft.com/office/drawing/2014/main" id="{5680C9E7-88DD-4C88-8B31-CBD4331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66" y="3193771"/>
            <a:ext cx="25556" cy="25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3" name="noise-dot-0211">
            <a:extLst xmlns:a="http://schemas.openxmlformats.org/drawingml/2006/main">
              <a:ext uri="{FF2B5EF4-FFF2-40B4-BE49-F238E27FC236}">
                <a16:creationId xmlns:a16="http://schemas.microsoft.com/office/drawing/2014/main" id="{985FAE28-80BC-4397-8A10-6E04C24D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493" y="3649694"/>
            <a:ext cx="11382" cy="11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4" name="noise-dot-0212">
            <a:extLst xmlns:a="http://schemas.openxmlformats.org/drawingml/2006/main">
              <a:ext uri="{FF2B5EF4-FFF2-40B4-BE49-F238E27FC236}">
                <a16:creationId xmlns:a16="http://schemas.microsoft.com/office/drawing/2014/main" id="{444F7BAD-C7EA-4621-84E3-447E8A33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21" y="3835041"/>
            <a:ext cx="32052" cy="320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5" name="noise-dot-0213">
            <a:extLst xmlns:a="http://schemas.openxmlformats.org/drawingml/2006/main">
              <a:ext uri="{FF2B5EF4-FFF2-40B4-BE49-F238E27FC236}">
                <a16:creationId xmlns:a16="http://schemas.microsoft.com/office/drawing/2014/main" id="{41F87F89-5220-4116-94D3-47F6855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62" y="3111332"/>
            <a:ext cx="15802" cy="15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6" name="noise-dot-0214">
            <a:extLst xmlns:a="http://schemas.openxmlformats.org/drawingml/2006/main">
              <a:ext uri="{FF2B5EF4-FFF2-40B4-BE49-F238E27FC236}">
                <a16:creationId xmlns:a16="http://schemas.microsoft.com/office/drawing/2014/main" id="{9AB25016-024C-494E-B610-B34BB6DE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318" y="3523917"/>
            <a:ext cx="13478" cy="13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7" name="noise-dot-0215">
            <a:extLst xmlns:a="http://schemas.openxmlformats.org/drawingml/2006/main">
              <a:ext uri="{FF2B5EF4-FFF2-40B4-BE49-F238E27FC236}">
                <a16:creationId xmlns:a16="http://schemas.microsoft.com/office/drawing/2014/main" id="{88EE62AF-78C8-4BA1-895F-A0EDA0CC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1" y="3263208"/>
            <a:ext cx="18517" cy="185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8" name="noise-dot-0216">
            <a:extLst xmlns:a="http://schemas.openxmlformats.org/drawingml/2006/main">
              <a:ext uri="{FF2B5EF4-FFF2-40B4-BE49-F238E27FC236}">
                <a16:creationId xmlns:a16="http://schemas.microsoft.com/office/drawing/2014/main" id="{9E790738-C9E4-4E8D-9ACC-7CE39E59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52" y="2156165"/>
            <a:ext cx="24860" cy="24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9" name="noise-dot-0217">
            <a:extLst xmlns:a="http://schemas.openxmlformats.org/drawingml/2006/main">
              <a:ext uri="{FF2B5EF4-FFF2-40B4-BE49-F238E27FC236}">
                <a16:creationId xmlns:a16="http://schemas.microsoft.com/office/drawing/2014/main" id="{C3ED31DE-7567-4C49-BE6B-3561DA9C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170" y="2958608"/>
            <a:ext cx="14726" cy="14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0" name="noise-dot-0218">
            <a:extLst xmlns:a="http://schemas.openxmlformats.org/drawingml/2006/main">
              <a:ext uri="{FF2B5EF4-FFF2-40B4-BE49-F238E27FC236}">
                <a16:creationId xmlns:a16="http://schemas.microsoft.com/office/drawing/2014/main" id="{3CDEF46E-926D-4742-B37A-32FEA319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335" y="3921728"/>
            <a:ext cx="18459" cy="18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1" name="noise-dot-0219">
            <a:extLst xmlns:a="http://schemas.openxmlformats.org/drawingml/2006/main">
              <a:ext uri="{FF2B5EF4-FFF2-40B4-BE49-F238E27FC236}">
                <a16:creationId xmlns:a16="http://schemas.microsoft.com/office/drawing/2014/main" id="{D2A4D80D-E05A-4262-96BE-7B406BA0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247" y="3476682"/>
            <a:ext cx="29528" cy="29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2" name="noise-dot-0220">
            <a:extLst xmlns:a="http://schemas.openxmlformats.org/drawingml/2006/main">
              <a:ext uri="{FF2B5EF4-FFF2-40B4-BE49-F238E27FC236}">
                <a16:creationId xmlns:a16="http://schemas.microsoft.com/office/drawing/2014/main" id="{3EEDABCF-4D56-416B-896F-73E78ED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96" y="2175167"/>
            <a:ext cx="11201" cy="11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3" name="noise-dot-0221">
            <a:extLst xmlns:a="http://schemas.openxmlformats.org/drawingml/2006/main">
              <a:ext uri="{FF2B5EF4-FFF2-40B4-BE49-F238E27FC236}">
                <a16:creationId xmlns:a16="http://schemas.microsoft.com/office/drawing/2014/main" id="{080C5154-ADF6-49D1-9B9F-E95C0806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91" y="2350037"/>
            <a:ext cx="17812" cy="17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4" name="noise-dot-0222">
            <a:extLst xmlns:a="http://schemas.openxmlformats.org/drawingml/2006/main">
              <a:ext uri="{FF2B5EF4-FFF2-40B4-BE49-F238E27FC236}">
                <a16:creationId xmlns:a16="http://schemas.microsoft.com/office/drawing/2014/main" id="{ED38C61D-D272-49F1-89EB-8173C682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36" y="3543081"/>
            <a:ext cx="31880" cy="31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5" name="noise-dot-0223">
            <a:extLst xmlns:a="http://schemas.openxmlformats.org/drawingml/2006/main">
              <a:ext uri="{FF2B5EF4-FFF2-40B4-BE49-F238E27FC236}">
                <a16:creationId xmlns:a16="http://schemas.microsoft.com/office/drawing/2014/main" id="{33A336FB-9AD7-4234-8759-319C4EB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" y="2559282"/>
            <a:ext cx="32680" cy="32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6" name="noise-dot-0224">
            <a:extLst xmlns:a="http://schemas.openxmlformats.org/drawingml/2006/main">
              <a:ext uri="{FF2B5EF4-FFF2-40B4-BE49-F238E27FC236}">
                <a16:creationId xmlns:a16="http://schemas.microsoft.com/office/drawing/2014/main" id="{93F09A4C-B175-4104-9B98-A158FB45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533" y="3256588"/>
            <a:ext cx="17726" cy="17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7" name="noise-dot-0225">
            <a:extLst xmlns:a="http://schemas.openxmlformats.org/drawingml/2006/main">
              <a:ext uri="{FF2B5EF4-FFF2-40B4-BE49-F238E27FC236}">
                <a16:creationId xmlns:a16="http://schemas.microsoft.com/office/drawing/2014/main" id="{B3AAA6EE-73BE-486B-A700-114637BC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54" y="3056515"/>
            <a:ext cx="30070" cy="30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8" name="noise-dot-0226">
            <a:extLst xmlns:a="http://schemas.openxmlformats.org/drawingml/2006/main">
              <a:ext uri="{FF2B5EF4-FFF2-40B4-BE49-F238E27FC236}">
                <a16:creationId xmlns:a16="http://schemas.microsoft.com/office/drawing/2014/main" id="{6F61F92B-2BC7-4100-A611-B1592E46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81" y="3491074"/>
            <a:ext cx="19364" cy="19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9" name="noise-dot-0227">
            <a:extLst xmlns:a="http://schemas.openxmlformats.org/drawingml/2006/main">
              <a:ext uri="{FF2B5EF4-FFF2-40B4-BE49-F238E27FC236}">
                <a16:creationId xmlns:a16="http://schemas.microsoft.com/office/drawing/2014/main" id="{8AACD8F0-A677-4264-BEDB-B1689B22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32" y="4130631"/>
            <a:ext cx="31194" cy="31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0" name="noise-dot-0228">
            <a:extLst xmlns:a="http://schemas.openxmlformats.org/drawingml/2006/main">
              <a:ext uri="{FF2B5EF4-FFF2-40B4-BE49-F238E27FC236}">
                <a16:creationId xmlns:a16="http://schemas.microsoft.com/office/drawing/2014/main" id="{15784D88-33D8-4518-AF5A-828272DD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795" y="3374431"/>
            <a:ext cx="13506" cy="13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1" name="noise-dot-0229">
            <a:extLst xmlns:a="http://schemas.openxmlformats.org/drawingml/2006/main">
              <a:ext uri="{FF2B5EF4-FFF2-40B4-BE49-F238E27FC236}">
                <a16:creationId xmlns:a16="http://schemas.microsoft.com/office/drawing/2014/main" id="{92D46B4F-A6C1-4F62-A717-5448B6EC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69" y="3462528"/>
            <a:ext cx="23584" cy="23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2" name="noise-dot-0230">
            <a:extLst xmlns:a="http://schemas.openxmlformats.org/drawingml/2006/main">
              <a:ext uri="{FF2B5EF4-FFF2-40B4-BE49-F238E27FC236}">
                <a16:creationId xmlns:a16="http://schemas.microsoft.com/office/drawing/2014/main" id="{2C0FD358-20EE-4651-B685-B02EDD59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978" y="3767328"/>
            <a:ext cx="11287" cy="112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3" name="noise-dot-0231">
            <a:extLst xmlns:a="http://schemas.openxmlformats.org/drawingml/2006/main">
              <a:ext uri="{FF2B5EF4-FFF2-40B4-BE49-F238E27FC236}">
                <a16:creationId xmlns:a16="http://schemas.microsoft.com/office/drawing/2014/main" id="{865248D5-C5BB-4596-940A-DEAF8678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40" y="3058401"/>
            <a:ext cx="11640" cy="11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4" name="noise-dot-0232">
            <a:extLst xmlns:a="http://schemas.openxmlformats.org/drawingml/2006/main">
              <a:ext uri="{FF2B5EF4-FFF2-40B4-BE49-F238E27FC236}">
                <a16:creationId xmlns:a16="http://schemas.microsoft.com/office/drawing/2014/main" id="{706B4F77-D3C6-4425-B9E9-679C6738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61" y="2250091"/>
            <a:ext cx="24298" cy="2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5" name="noise-dot-0233">
            <a:extLst xmlns:a="http://schemas.openxmlformats.org/drawingml/2006/main">
              <a:ext uri="{FF2B5EF4-FFF2-40B4-BE49-F238E27FC236}">
                <a16:creationId xmlns:a16="http://schemas.microsoft.com/office/drawing/2014/main" id="{A6F0E244-A741-4D57-A682-2D603B8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855" y="3988908"/>
            <a:ext cx="29508" cy="29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6" name="noise-dot-0234">
            <a:extLst xmlns:a="http://schemas.openxmlformats.org/drawingml/2006/main">
              <a:ext uri="{FF2B5EF4-FFF2-40B4-BE49-F238E27FC236}">
                <a16:creationId xmlns:a16="http://schemas.microsoft.com/office/drawing/2014/main" id="{DDA7EA4E-2E72-4B85-8C13-CB1F408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986" y="2262749"/>
            <a:ext cx="31842" cy="31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7" name="noise-dot-0235">
            <a:extLst xmlns:a="http://schemas.openxmlformats.org/drawingml/2006/main">
              <a:ext uri="{FF2B5EF4-FFF2-40B4-BE49-F238E27FC236}">
                <a16:creationId xmlns:a16="http://schemas.microsoft.com/office/drawing/2014/main" id="{04ADE5F8-AA07-4337-92B7-512225E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56" y="2624823"/>
            <a:ext cx="19402" cy="19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8" name="noise-dot-0236">
            <a:extLst xmlns:a="http://schemas.openxmlformats.org/drawingml/2006/main">
              <a:ext uri="{FF2B5EF4-FFF2-40B4-BE49-F238E27FC236}">
                <a16:creationId xmlns:a16="http://schemas.microsoft.com/office/drawing/2014/main" id="{10A2824D-B5DD-4CB0-BADB-5E8AA6D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93" y="3532222"/>
            <a:ext cx="31823" cy="31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9" name="noise-dot-0237">
            <a:extLst xmlns:a="http://schemas.openxmlformats.org/drawingml/2006/main">
              <a:ext uri="{FF2B5EF4-FFF2-40B4-BE49-F238E27FC236}">
                <a16:creationId xmlns:a16="http://schemas.microsoft.com/office/drawing/2014/main" id="{93E008DF-4EED-4C13-A105-5E88747A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904" y="2946825"/>
            <a:ext cx="21774" cy="21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0" name="noise-dot-0238">
            <a:extLst xmlns:a="http://schemas.openxmlformats.org/drawingml/2006/main">
              <a:ext uri="{FF2B5EF4-FFF2-40B4-BE49-F238E27FC236}">
                <a16:creationId xmlns:a16="http://schemas.microsoft.com/office/drawing/2014/main" id="{55436EE5-3BE6-43B1-A9D4-0F519429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02" y="3999262"/>
            <a:ext cx="12459" cy="12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1" name="noise-dot-0239">
            <a:extLst xmlns:a="http://schemas.openxmlformats.org/drawingml/2006/main">
              <a:ext uri="{FF2B5EF4-FFF2-40B4-BE49-F238E27FC236}">
                <a16:creationId xmlns:a16="http://schemas.microsoft.com/office/drawing/2014/main" id="{9A976F16-13E5-48DA-B2F2-BDDD14F9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36" y="3388414"/>
            <a:ext cx="25537" cy="25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2" name="noise-dot-0240">
            <a:extLst xmlns:a="http://schemas.openxmlformats.org/drawingml/2006/main">
              <a:ext uri="{FF2B5EF4-FFF2-40B4-BE49-F238E27FC236}">
                <a16:creationId xmlns:a16="http://schemas.microsoft.com/office/drawing/2014/main" id="{90E81BF1-E4EE-4B56-98F2-429ACC44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03" y="2389232"/>
            <a:ext cx="22908" cy="22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3" name="noise-dot-0241">
            <a:extLst xmlns:a="http://schemas.openxmlformats.org/drawingml/2006/main">
              <a:ext uri="{FF2B5EF4-FFF2-40B4-BE49-F238E27FC236}">
                <a16:creationId xmlns:a16="http://schemas.microsoft.com/office/drawing/2014/main" id="{7F4E007E-4E74-4A50-8B16-6836FA7E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635" y="3421590"/>
            <a:ext cx="14040" cy="14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4" name="noise-dot-0242">
            <a:extLst xmlns:a="http://schemas.openxmlformats.org/drawingml/2006/main">
              <a:ext uri="{FF2B5EF4-FFF2-40B4-BE49-F238E27FC236}">
                <a16:creationId xmlns:a16="http://schemas.microsoft.com/office/drawing/2014/main" id="{AB788D23-F68A-488A-BF8A-C165E68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41" y="2440848"/>
            <a:ext cx="24632" cy="2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5" name="noise-dot-0243">
            <a:extLst xmlns:a="http://schemas.openxmlformats.org/drawingml/2006/main">
              <a:ext uri="{FF2B5EF4-FFF2-40B4-BE49-F238E27FC236}">
                <a16:creationId xmlns:a16="http://schemas.microsoft.com/office/drawing/2014/main" id="{816BAC19-FD4C-44C1-9395-1A87D1A4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67" y="3401911"/>
            <a:ext cx="29461" cy="2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6" name="noise-dot-0244">
            <a:extLst xmlns:a="http://schemas.openxmlformats.org/drawingml/2006/main">
              <a:ext uri="{FF2B5EF4-FFF2-40B4-BE49-F238E27FC236}">
                <a16:creationId xmlns:a16="http://schemas.microsoft.com/office/drawing/2014/main" id="{CAECF2A0-25DD-491C-8CA7-79421109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48" y="3577123"/>
            <a:ext cx="26375" cy="26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7" name="noise-dot-0245">
            <a:extLst xmlns:a="http://schemas.openxmlformats.org/drawingml/2006/main">
              <a:ext uri="{FF2B5EF4-FFF2-40B4-BE49-F238E27FC236}">
                <a16:creationId xmlns:a16="http://schemas.microsoft.com/office/drawing/2014/main" id="{49A8A28D-22BA-46C1-B76A-ACCE8927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47" y="2993165"/>
            <a:ext cx="13002" cy="13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8" name="noise-dot-0246">
            <a:extLst xmlns:a="http://schemas.openxmlformats.org/drawingml/2006/main">
              <a:ext uri="{FF2B5EF4-FFF2-40B4-BE49-F238E27FC236}">
                <a16:creationId xmlns:a16="http://schemas.microsoft.com/office/drawing/2014/main" id="{68A53002-5CD2-40E0-BA14-B56A9306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089" y="2408339"/>
            <a:ext cx="23203" cy="232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9" name="noise-dot-0247">
            <a:extLst xmlns:a="http://schemas.openxmlformats.org/drawingml/2006/main">
              <a:ext uri="{FF2B5EF4-FFF2-40B4-BE49-F238E27FC236}">
                <a16:creationId xmlns:a16="http://schemas.microsoft.com/office/drawing/2014/main" id="{4F4C5E9B-9906-48E7-94C6-3597F44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1" y="2220125"/>
            <a:ext cx="21003" cy="21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0" name="noise-dot-0248">
            <a:extLst xmlns:a="http://schemas.openxmlformats.org/drawingml/2006/main">
              <a:ext uri="{FF2B5EF4-FFF2-40B4-BE49-F238E27FC236}">
                <a16:creationId xmlns:a16="http://schemas.microsoft.com/office/drawing/2014/main" id="{6487083F-AE2D-4835-B7BD-A838F2B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23" y="2560234"/>
            <a:ext cx="24736" cy="24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1" name="noise-dot-0249">
            <a:extLst xmlns:a="http://schemas.openxmlformats.org/drawingml/2006/main">
              <a:ext uri="{FF2B5EF4-FFF2-40B4-BE49-F238E27FC236}">
                <a16:creationId xmlns:a16="http://schemas.microsoft.com/office/drawing/2014/main" id="{C76DE827-8725-4D02-932E-E311153E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369" y="3078166"/>
            <a:ext cx="28461" cy="28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2" name="noise-dot-0250">
            <a:extLst xmlns:a="http://schemas.openxmlformats.org/drawingml/2006/main">
              <a:ext uri="{FF2B5EF4-FFF2-40B4-BE49-F238E27FC236}">
                <a16:creationId xmlns:a16="http://schemas.microsoft.com/office/drawing/2014/main" id="{707A37E6-757F-465F-8C9D-C1A229F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131" y="4074204"/>
            <a:ext cx="27965" cy="27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3" name="noise-dot-0251">
            <a:extLst xmlns:a="http://schemas.openxmlformats.org/drawingml/2006/main">
              <a:ext uri="{FF2B5EF4-FFF2-40B4-BE49-F238E27FC236}">
                <a16:creationId xmlns:a16="http://schemas.microsoft.com/office/drawing/2014/main" id="{CC0183AD-5230-4D1D-B1F0-AFB84CF4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65" y="2277066"/>
            <a:ext cx="15230" cy="15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4" name="noise-dot-0252">
            <a:extLst xmlns:a="http://schemas.openxmlformats.org/drawingml/2006/main">
              <a:ext uri="{FF2B5EF4-FFF2-40B4-BE49-F238E27FC236}">
                <a16:creationId xmlns:a16="http://schemas.microsoft.com/office/drawing/2014/main" id="{C677815B-235E-40C2-B333-943955C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5" y="3348104"/>
            <a:ext cx="19421" cy="19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5" name="noise-dot-0253">
            <a:extLst xmlns:a="http://schemas.openxmlformats.org/drawingml/2006/main">
              <a:ext uri="{FF2B5EF4-FFF2-40B4-BE49-F238E27FC236}">
                <a16:creationId xmlns:a16="http://schemas.microsoft.com/office/drawing/2014/main" id="{FA61CA0F-E2D0-4BA8-B2C7-191BB05A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24" y="3093844"/>
            <a:ext cx="22298" cy="22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6" name="noise-dot-0254">
            <a:extLst xmlns:a="http://schemas.openxmlformats.org/drawingml/2006/main">
              <a:ext uri="{FF2B5EF4-FFF2-40B4-BE49-F238E27FC236}">
                <a16:creationId xmlns:a16="http://schemas.microsoft.com/office/drawing/2014/main" id="{BAA0BCED-0E53-4DF3-BBC9-AE28D4E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498" y="2204637"/>
            <a:ext cx="23917" cy="23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7" name="noise-dot-0255">
            <a:extLst xmlns:a="http://schemas.openxmlformats.org/drawingml/2006/main">
              <a:ext uri="{FF2B5EF4-FFF2-40B4-BE49-F238E27FC236}">
                <a16:creationId xmlns:a16="http://schemas.microsoft.com/office/drawing/2014/main" id="{5AFD640B-3441-4DB5-BAB6-5F7CFB1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08" y="3870903"/>
            <a:ext cx="20136" cy="20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8" name="noise-dot-0256">
            <a:extLst xmlns:a="http://schemas.openxmlformats.org/drawingml/2006/main">
              <a:ext uri="{FF2B5EF4-FFF2-40B4-BE49-F238E27FC236}">
                <a16:creationId xmlns:a16="http://schemas.microsoft.com/office/drawing/2014/main" id="{F1C103CD-D672-4F92-B74E-97F96DF6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80" y="3217345"/>
            <a:ext cx="31109" cy="311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9" name="noise-dot-0257">
            <a:extLst xmlns:a="http://schemas.openxmlformats.org/drawingml/2006/main">
              <a:ext uri="{FF2B5EF4-FFF2-40B4-BE49-F238E27FC236}">
                <a16:creationId xmlns:a16="http://schemas.microsoft.com/office/drawing/2014/main" id="{F79587D9-C8A6-444D-A5B1-2FB58DF0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64" y="3225356"/>
            <a:ext cx="17336" cy="17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0" name="noise-dot-0258">
            <a:extLst xmlns:a="http://schemas.openxmlformats.org/drawingml/2006/main">
              <a:ext uri="{FF2B5EF4-FFF2-40B4-BE49-F238E27FC236}">
                <a16:creationId xmlns:a16="http://schemas.microsoft.com/office/drawing/2014/main" id="{61482FEF-D192-4726-A16D-ECDC8D42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82" y="2624976"/>
            <a:ext cx="13687" cy="13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1" name="noise-dot-0259">
            <a:extLst xmlns:a="http://schemas.openxmlformats.org/drawingml/2006/main">
              <a:ext uri="{FF2B5EF4-FFF2-40B4-BE49-F238E27FC236}">
                <a16:creationId xmlns:a16="http://schemas.microsoft.com/office/drawing/2014/main" id="{2FFD39B1-8BFC-49EC-A17A-A49DFB23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01" y="3598097"/>
            <a:ext cx="27451" cy="27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2" name="noise-dot-0260">
            <a:extLst xmlns:a="http://schemas.openxmlformats.org/drawingml/2006/main">
              <a:ext uri="{FF2B5EF4-FFF2-40B4-BE49-F238E27FC236}">
                <a16:creationId xmlns:a16="http://schemas.microsoft.com/office/drawing/2014/main" id="{F4D8C55F-1008-49A4-ACF4-88355558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68" y="2284819"/>
            <a:ext cx="14526" cy="14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3" name="noise-dot-0261">
            <a:extLst xmlns:a="http://schemas.openxmlformats.org/drawingml/2006/main">
              <a:ext uri="{FF2B5EF4-FFF2-40B4-BE49-F238E27FC236}">
                <a16:creationId xmlns:a16="http://schemas.microsoft.com/office/drawing/2014/main" id="{8565CC0D-5C18-4FEE-8528-6D947495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33" y="3553482"/>
            <a:ext cx="32261" cy="32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4" name="noise-dot-0262">
            <a:extLst xmlns:a="http://schemas.openxmlformats.org/drawingml/2006/main">
              <a:ext uri="{FF2B5EF4-FFF2-40B4-BE49-F238E27FC236}">
                <a16:creationId xmlns:a16="http://schemas.microsoft.com/office/drawing/2014/main" id="{9C32D3E4-91CE-4351-9254-5B06D1E4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40" y="2648141"/>
            <a:ext cx="17850" cy="1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5" name="noise-dot-0263">
            <a:extLst xmlns:a="http://schemas.openxmlformats.org/drawingml/2006/main">
              <a:ext uri="{FF2B5EF4-FFF2-40B4-BE49-F238E27FC236}">
                <a16:creationId xmlns:a16="http://schemas.microsoft.com/office/drawing/2014/main" id="{A77D30D5-F44A-4CA5-B107-90D811C9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961" y="3788035"/>
            <a:ext cx="20374" cy="203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6" name="noise-dot-0264">
            <a:extLst xmlns:a="http://schemas.openxmlformats.org/drawingml/2006/main">
              <a:ext uri="{FF2B5EF4-FFF2-40B4-BE49-F238E27FC236}">
                <a16:creationId xmlns:a16="http://schemas.microsoft.com/office/drawing/2014/main" id="{E475E6F5-4715-4F58-90F2-3EC44C23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419" y="3858654"/>
            <a:ext cx="21831" cy="2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7" name="noise-dot-0265">
            <a:extLst xmlns:a="http://schemas.openxmlformats.org/drawingml/2006/main">
              <a:ext uri="{FF2B5EF4-FFF2-40B4-BE49-F238E27FC236}">
                <a16:creationId xmlns:a16="http://schemas.microsoft.com/office/drawing/2014/main" id="{E0DB5CC3-B2F4-4FDF-83EE-0E70183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31" y="3390890"/>
            <a:ext cx="15373" cy="15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8" name="noise-dot-0266">
            <a:extLst xmlns:a="http://schemas.openxmlformats.org/drawingml/2006/main">
              <a:ext uri="{FF2B5EF4-FFF2-40B4-BE49-F238E27FC236}">
                <a16:creationId xmlns:a16="http://schemas.microsoft.com/office/drawing/2014/main" id="{8AB70837-550E-478F-9142-9063E56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35" y="3731152"/>
            <a:ext cx="12316" cy="12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9" name="noise-dot-0267">
            <a:extLst xmlns:a="http://schemas.openxmlformats.org/drawingml/2006/main">
              <a:ext uri="{FF2B5EF4-FFF2-40B4-BE49-F238E27FC236}">
                <a16:creationId xmlns:a16="http://schemas.microsoft.com/office/drawing/2014/main" id="{154FAB6D-E7AD-48E9-A38C-E5C4ADF5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35" y="3623415"/>
            <a:ext cx="26822" cy="26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0" name="noise-dot-0268">
            <a:extLst xmlns:a="http://schemas.openxmlformats.org/drawingml/2006/main">
              <a:ext uri="{FF2B5EF4-FFF2-40B4-BE49-F238E27FC236}">
                <a16:creationId xmlns:a16="http://schemas.microsoft.com/office/drawing/2014/main" id="{89DD402B-3E19-4D06-86C1-B1735972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193" y="3632521"/>
            <a:ext cx="19498" cy="19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1" name="noise-dot-0269">
            <a:extLst xmlns:a="http://schemas.openxmlformats.org/drawingml/2006/main">
              <a:ext uri="{FF2B5EF4-FFF2-40B4-BE49-F238E27FC236}">
                <a16:creationId xmlns:a16="http://schemas.microsoft.com/office/drawing/2014/main" id="{A1CD578D-C422-43C7-A9DC-F06E2C07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63" y="2937062"/>
            <a:ext cx="15907" cy="159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2" name="noise-dot-0270">
            <a:extLst xmlns:a="http://schemas.openxmlformats.org/drawingml/2006/main">
              <a:ext uri="{FF2B5EF4-FFF2-40B4-BE49-F238E27FC236}">
                <a16:creationId xmlns:a16="http://schemas.microsoft.com/office/drawing/2014/main" id="{6B7ABFB1-7660-40C4-8F87-B93DB9D2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28" y="3227537"/>
            <a:ext cx="25403" cy="254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3" name="noise-dot-0271">
            <a:extLst xmlns:a="http://schemas.openxmlformats.org/drawingml/2006/main">
              <a:ext uri="{FF2B5EF4-FFF2-40B4-BE49-F238E27FC236}">
                <a16:creationId xmlns:a16="http://schemas.microsoft.com/office/drawing/2014/main" id="{D0939C5C-884E-4146-B8DE-A085F60B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" y="2667391"/>
            <a:ext cx="22917" cy="22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4" name="noise-dot-0272">
            <a:extLst xmlns:a="http://schemas.openxmlformats.org/drawingml/2006/main">
              <a:ext uri="{FF2B5EF4-FFF2-40B4-BE49-F238E27FC236}">
                <a16:creationId xmlns:a16="http://schemas.microsoft.com/office/drawing/2014/main" id="{665E132A-CCA3-4629-BB26-33B83771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86" y="2587895"/>
            <a:ext cx="20564" cy="20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5" name="noise-dot-0273">
            <a:extLst xmlns:a="http://schemas.openxmlformats.org/drawingml/2006/main">
              <a:ext uri="{FF2B5EF4-FFF2-40B4-BE49-F238E27FC236}">
                <a16:creationId xmlns:a16="http://schemas.microsoft.com/office/drawing/2014/main" id="{460815A8-7884-447D-9ABE-F8BB862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09" y="3758927"/>
            <a:ext cx="31899" cy="31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6" name="noise-dot-0274">
            <a:extLst xmlns:a="http://schemas.openxmlformats.org/drawingml/2006/main">
              <a:ext uri="{FF2B5EF4-FFF2-40B4-BE49-F238E27FC236}">
                <a16:creationId xmlns:a16="http://schemas.microsoft.com/office/drawing/2014/main" id="{01120539-325C-4168-8D0B-AD3A58E4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14" y="2972743"/>
            <a:ext cx="23136" cy="23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7" name="noise-dot-0275">
            <a:extLst xmlns:a="http://schemas.openxmlformats.org/drawingml/2006/main">
              <a:ext uri="{FF2B5EF4-FFF2-40B4-BE49-F238E27FC236}">
                <a16:creationId xmlns:a16="http://schemas.microsoft.com/office/drawing/2014/main" id="{63F25BFB-2A10-41ED-9137-9B07BF96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800" y="4003329"/>
            <a:ext cx="24822" cy="24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8" name="noise-dot-0276">
            <a:extLst xmlns:a="http://schemas.openxmlformats.org/drawingml/2006/main">
              <a:ext uri="{FF2B5EF4-FFF2-40B4-BE49-F238E27FC236}">
                <a16:creationId xmlns:a16="http://schemas.microsoft.com/office/drawing/2014/main" id="{0EE5F216-981D-421C-995B-0E9D108B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40" y="3036589"/>
            <a:ext cx="26470" cy="26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9" name="noise-dot-0277">
            <a:extLst xmlns:a="http://schemas.openxmlformats.org/drawingml/2006/main">
              <a:ext uri="{FF2B5EF4-FFF2-40B4-BE49-F238E27FC236}">
                <a16:creationId xmlns:a16="http://schemas.microsoft.com/office/drawing/2014/main" id="{7AC945EA-701B-44C0-BCD5-8EC44FFB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40" y="2221763"/>
            <a:ext cx="20793" cy="20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0" name="noise-dot-0278">
            <a:extLst xmlns:a="http://schemas.openxmlformats.org/drawingml/2006/main">
              <a:ext uri="{FF2B5EF4-FFF2-40B4-BE49-F238E27FC236}">
                <a16:creationId xmlns:a16="http://schemas.microsoft.com/office/drawing/2014/main" id="{46ABEACC-2A3E-49B4-84C2-95F6BCB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114" y="2790615"/>
            <a:ext cx="12440" cy="1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1" name="noise-dot-0279">
            <a:extLst xmlns:a="http://schemas.openxmlformats.org/drawingml/2006/main">
              <a:ext uri="{FF2B5EF4-FFF2-40B4-BE49-F238E27FC236}">
                <a16:creationId xmlns:a16="http://schemas.microsoft.com/office/drawing/2014/main" id="{76D4A97F-E848-4535-B8E2-8026A0A8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054" y="2529754"/>
            <a:ext cx="25222" cy="25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2" name="noise-dot-0280">
            <a:extLst xmlns:a="http://schemas.openxmlformats.org/drawingml/2006/main">
              <a:ext uri="{FF2B5EF4-FFF2-40B4-BE49-F238E27FC236}">
                <a16:creationId xmlns:a16="http://schemas.microsoft.com/office/drawing/2014/main" id="{5782E24C-6613-498B-8950-359CB0C3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67" y="3420885"/>
            <a:ext cx="19060" cy="1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3" name="noise-dot-0281">
            <a:extLst xmlns:a="http://schemas.openxmlformats.org/drawingml/2006/main">
              <a:ext uri="{FF2B5EF4-FFF2-40B4-BE49-F238E27FC236}">
                <a16:creationId xmlns:a16="http://schemas.microsoft.com/office/drawing/2014/main" id="{8B4FB891-FC13-43CD-A5BE-1F3B1785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" y="3806047"/>
            <a:ext cx="22984" cy="22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4" name="noise-dot-0282">
            <a:extLst xmlns:a="http://schemas.openxmlformats.org/drawingml/2006/main">
              <a:ext uri="{FF2B5EF4-FFF2-40B4-BE49-F238E27FC236}">
                <a16:creationId xmlns:a16="http://schemas.microsoft.com/office/drawing/2014/main" id="{176D23B1-C5C1-434A-ACFD-485B51C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338" y="3501695"/>
            <a:ext cx="12516" cy="12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5" name="noise-dot-0283">
            <a:extLst xmlns:a="http://schemas.openxmlformats.org/drawingml/2006/main">
              <a:ext uri="{FF2B5EF4-FFF2-40B4-BE49-F238E27FC236}">
                <a16:creationId xmlns:a16="http://schemas.microsoft.com/office/drawing/2014/main" id="{D670F837-1BCF-4A31-9316-41E8197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782" y="3301422"/>
            <a:ext cx="15050" cy="1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6" name="noise-dot-0284">
            <a:extLst xmlns:a="http://schemas.openxmlformats.org/drawingml/2006/main">
              <a:ext uri="{FF2B5EF4-FFF2-40B4-BE49-F238E27FC236}">
                <a16:creationId xmlns:a16="http://schemas.microsoft.com/office/drawing/2014/main" id="{2061D4AA-037F-4980-9F97-55679EE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919" y="4017093"/>
            <a:ext cx="11582" cy="11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7" name="noise-dot-0285">
            <a:extLst xmlns:a="http://schemas.openxmlformats.org/drawingml/2006/main">
              <a:ext uri="{FF2B5EF4-FFF2-40B4-BE49-F238E27FC236}">
                <a16:creationId xmlns:a16="http://schemas.microsoft.com/office/drawing/2014/main" id="{6AE792DC-91D2-4BAE-AFBD-4B9B3EEC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08" y="3509801"/>
            <a:ext cx="14192" cy="14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8" name="noise-dot-0286">
            <a:extLst xmlns:a="http://schemas.openxmlformats.org/drawingml/2006/main">
              <a:ext uri="{FF2B5EF4-FFF2-40B4-BE49-F238E27FC236}">
                <a16:creationId xmlns:a16="http://schemas.microsoft.com/office/drawing/2014/main" id="{EC99633A-611A-4D1F-A5BD-AAAAD9AA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073" y="3130420"/>
            <a:ext cx="21746" cy="21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9" name="noise-dot-0287">
            <a:extLst xmlns:a="http://schemas.openxmlformats.org/drawingml/2006/main">
              <a:ext uri="{FF2B5EF4-FFF2-40B4-BE49-F238E27FC236}">
                <a16:creationId xmlns:a16="http://schemas.microsoft.com/office/drawing/2014/main" id="{D0D5A562-B318-4B05-9C94-93D2B5F0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78" y="4089263"/>
            <a:ext cx="21669" cy="21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0" name="noise-dot-0288">
            <a:extLst xmlns:a="http://schemas.openxmlformats.org/drawingml/2006/main">
              <a:ext uri="{FF2B5EF4-FFF2-40B4-BE49-F238E27FC236}">
                <a16:creationId xmlns:a16="http://schemas.microsoft.com/office/drawing/2014/main" id="{80F9E3B5-DE36-42E7-9F47-AA9211E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15" y="2435790"/>
            <a:ext cx="31271" cy="312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1" name="noise-dot-0289">
            <a:extLst xmlns:a="http://schemas.openxmlformats.org/drawingml/2006/main">
              <a:ext uri="{FF2B5EF4-FFF2-40B4-BE49-F238E27FC236}">
                <a16:creationId xmlns:a16="http://schemas.microsoft.com/office/drawing/2014/main" id="{0F8B193A-F931-4CAB-B7D7-9DAD097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470" y="2752096"/>
            <a:ext cx="12687" cy="12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2" name="noise-dot-0290">
            <a:extLst xmlns:a="http://schemas.openxmlformats.org/drawingml/2006/main">
              <a:ext uri="{FF2B5EF4-FFF2-40B4-BE49-F238E27FC236}">
                <a16:creationId xmlns:a16="http://schemas.microsoft.com/office/drawing/2014/main" id="{54C79B32-CBCF-4C7E-93FC-9CB5FDD1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159" y="2660637"/>
            <a:ext cx="30642" cy="30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3" name="noise-dot-0291">
            <a:extLst xmlns:a="http://schemas.openxmlformats.org/drawingml/2006/main">
              <a:ext uri="{FF2B5EF4-FFF2-40B4-BE49-F238E27FC236}">
                <a16:creationId xmlns:a16="http://schemas.microsoft.com/office/drawing/2014/main" id="{C4757D93-6414-4A16-A01B-2448F7E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12" y="4089683"/>
            <a:ext cx="12354" cy="12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4" name="noise-dot-0292">
            <a:extLst xmlns:a="http://schemas.openxmlformats.org/drawingml/2006/main">
              <a:ext uri="{FF2B5EF4-FFF2-40B4-BE49-F238E27FC236}">
                <a16:creationId xmlns:a16="http://schemas.microsoft.com/office/drawing/2014/main" id="{ACD02C30-4493-4CF1-94E8-362C0D79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52" y="4082348"/>
            <a:ext cx="13907" cy="139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5" name="noise-dot-0293">
            <a:extLst xmlns:a="http://schemas.openxmlformats.org/drawingml/2006/main">
              <a:ext uri="{FF2B5EF4-FFF2-40B4-BE49-F238E27FC236}">
                <a16:creationId xmlns:a16="http://schemas.microsoft.com/office/drawing/2014/main" id="{C4F8E927-96DA-4F05-958B-60DEA532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45" y="3386595"/>
            <a:ext cx="18440" cy="18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6" name="noise-dot-0294">
            <a:extLst xmlns:a="http://schemas.openxmlformats.org/drawingml/2006/main">
              <a:ext uri="{FF2B5EF4-FFF2-40B4-BE49-F238E27FC236}">
                <a16:creationId xmlns:a16="http://schemas.microsoft.com/office/drawing/2014/main" id="{B3BF4EBD-0576-430F-A1D8-4B0F0E31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939" y="2643054"/>
            <a:ext cx="21803" cy="21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7" name="noise-dot-0295">
            <a:extLst xmlns:a="http://schemas.openxmlformats.org/drawingml/2006/main">
              <a:ext uri="{FF2B5EF4-FFF2-40B4-BE49-F238E27FC236}">
                <a16:creationId xmlns:a16="http://schemas.microsoft.com/office/drawing/2014/main" id="{7C37BF70-5568-42F0-B8F4-B59703EA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264" y="3546291"/>
            <a:ext cx="16107" cy="16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8" name="noise-dot-0296">
            <a:extLst xmlns:a="http://schemas.openxmlformats.org/drawingml/2006/main">
              <a:ext uri="{FF2B5EF4-FFF2-40B4-BE49-F238E27FC236}">
                <a16:creationId xmlns:a16="http://schemas.microsoft.com/office/drawing/2014/main" id="{C3599E60-7F47-4195-BF21-49EAEAA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48" y="2355809"/>
            <a:ext cx="15011" cy="15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9" name="noise-dot-0297">
            <a:extLst xmlns:a="http://schemas.openxmlformats.org/drawingml/2006/main">
              <a:ext uri="{FF2B5EF4-FFF2-40B4-BE49-F238E27FC236}">
                <a16:creationId xmlns:a16="http://schemas.microsoft.com/office/drawing/2014/main" id="{CBC03F82-EFAD-4DD2-AEB5-6981020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191" y="2713053"/>
            <a:ext cx="15411" cy="15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0" name="noise-dot-0298">
            <a:extLst xmlns:a="http://schemas.openxmlformats.org/drawingml/2006/main">
              <a:ext uri="{FF2B5EF4-FFF2-40B4-BE49-F238E27FC236}">
                <a16:creationId xmlns:a16="http://schemas.microsoft.com/office/drawing/2014/main" id="{C201CEC8-3725-4B1A-B166-E5AD80A3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78" y="3036789"/>
            <a:ext cx="21888" cy="21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1" name="noise-dot-0299">
            <a:extLst xmlns:a="http://schemas.openxmlformats.org/drawingml/2006/main">
              <a:ext uri="{FF2B5EF4-FFF2-40B4-BE49-F238E27FC236}">
                <a16:creationId xmlns:a16="http://schemas.microsoft.com/office/drawing/2014/main" id="{CF9A6663-1EFB-4275-9E04-B5C81A65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32" y="3903507"/>
            <a:ext cx="14011" cy="14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2" name="noise-dot-0300">
            <a:extLst xmlns:a="http://schemas.openxmlformats.org/drawingml/2006/main">
              <a:ext uri="{FF2B5EF4-FFF2-40B4-BE49-F238E27FC236}">
                <a16:creationId xmlns:a16="http://schemas.microsoft.com/office/drawing/2014/main" id="{69FF44D6-4D07-4C3C-94E7-327C0944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785" y="3315853"/>
            <a:ext cx="18688" cy="18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3" name="noise-dot-0301">
            <a:extLst xmlns:a="http://schemas.openxmlformats.org/drawingml/2006/main">
              <a:ext uri="{FF2B5EF4-FFF2-40B4-BE49-F238E27FC236}">
                <a16:creationId xmlns:a16="http://schemas.microsoft.com/office/drawing/2014/main" id="{F1E09911-AD34-45CA-8FB1-C08A8C6B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951" y="3524593"/>
            <a:ext cx="12554" cy="125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4" name="noise-dot-0302">
            <a:extLst xmlns:a="http://schemas.openxmlformats.org/drawingml/2006/main">
              <a:ext uri="{FF2B5EF4-FFF2-40B4-BE49-F238E27FC236}">
                <a16:creationId xmlns:a16="http://schemas.microsoft.com/office/drawing/2014/main" id="{310C305D-5A73-4B95-8492-9D637EBB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05" y="2858891"/>
            <a:ext cx="18602" cy="18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5" name="noise-dot-0303">
            <a:extLst xmlns:a="http://schemas.openxmlformats.org/drawingml/2006/main">
              <a:ext uri="{FF2B5EF4-FFF2-40B4-BE49-F238E27FC236}">
                <a16:creationId xmlns:a16="http://schemas.microsoft.com/office/drawing/2014/main" id="{F2364DAC-4A8F-4263-BC69-1E46F397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7" y="2920241"/>
            <a:ext cx="15516" cy="15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6" name="noise-dot-0304">
            <a:extLst xmlns:a="http://schemas.openxmlformats.org/drawingml/2006/main">
              <a:ext uri="{FF2B5EF4-FFF2-40B4-BE49-F238E27FC236}">
                <a16:creationId xmlns:a16="http://schemas.microsoft.com/office/drawing/2014/main" id="{5F2BDE26-6E44-4D85-B10D-4F8336D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67" y="3972935"/>
            <a:ext cx="11468" cy="11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7" name="noise-dot-0305">
            <a:extLst xmlns:a="http://schemas.openxmlformats.org/drawingml/2006/main">
              <a:ext uri="{FF2B5EF4-FFF2-40B4-BE49-F238E27FC236}">
                <a16:creationId xmlns:a16="http://schemas.microsoft.com/office/drawing/2014/main" id="{A88F8DDA-39B0-47FD-9E72-370A332F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7" y="3241129"/>
            <a:ext cx="24346" cy="24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8" name="noise-dot-0306">
            <a:extLst xmlns:a="http://schemas.openxmlformats.org/drawingml/2006/main">
              <a:ext uri="{FF2B5EF4-FFF2-40B4-BE49-F238E27FC236}">
                <a16:creationId xmlns:a16="http://schemas.microsoft.com/office/drawing/2014/main" id="{DA806DF3-DAC9-4C0A-91D0-C9780B7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857" y="3437287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9" name="noise-dot-0307">
            <a:extLst xmlns:a="http://schemas.openxmlformats.org/drawingml/2006/main">
              <a:ext uri="{FF2B5EF4-FFF2-40B4-BE49-F238E27FC236}">
                <a16:creationId xmlns:a16="http://schemas.microsoft.com/office/drawing/2014/main" id="{D9EF37E3-9848-4D89-A158-54728D84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526" y="3786130"/>
            <a:ext cx="26518" cy="265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0" name="noise-dot-0308">
            <a:extLst xmlns:a="http://schemas.openxmlformats.org/drawingml/2006/main">
              <a:ext uri="{FF2B5EF4-FFF2-40B4-BE49-F238E27FC236}">
                <a16:creationId xmlns:a16="http://schemas.microsoft.com/office/drawing/2014/main" id="{3D7E4E7F-4EBE-41AE-8926-EDE40C90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493" y="3677193"/>
            <a:ext cx="13964" cy="139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1" name="noise-dot-0309">
            <a:extLst xmlns:a="http://schemas.openxmlformats.org/drawingml/2006/main">
              <a:ext uri="{FF2B5EF4-FFF2-40B4-BE49-F238E27FC236}">
                <a16:creationId xmlns:a16="http://schemas.microsoft.com/office/drawing/2014/main" id="{5395C6B5-BA92-422D-9834-B82DBFE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56" y="2271836"/>
            <a:ext cx="29156" cy="291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2" name="noise-dot-0310">
            <a:extLst xmlns:a="http://schemas.openxmlformats.org/drawingml/2006/main">
              <a:ext uri="{FF2B5EF4-FFF2-40B4-BE49-F238E27FC236}">
                <a16:creationId xmlns:a16="http://schemas.microsoft.com/office/drawing/2014/main" id="{3437A0A7-3004-48D1-A680-FB28D83B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18" y="2948702"/>
            <a:ext cx="18212" cy="18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3" name="noise-dot-0311">
            <a:extLst xmlns:a="http://schemas.openxmlformats.org/drawingml/2006/main">
              <a:ext uri="{FF2B5EF4-FFF2-40B4-BE49-F238E27FC236}">
                <a16:creationId xmlns:a16="http://schemas.microsoft.com/office/drawing/2014/main" id="{A2AAA1EC-9751-427D-A828-9D244A7A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731" y="3983050"/>
            <a:ext cx="25994" cy="25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4" name="noise-dot-0312">
            <a:extLst xmlns:a="http://schemas.openxmlformats.org/drawingml/2006/main">
              <a:ext uri="{FF2B5EF4-FFF2-40B4-BE49-F238E27FC236}">
                <a16:creationId xmlns:a16="http://schemas.microsoft.com/office/drawing/2014/main" id="{4DC69967-BE21-4620-A17E-7D7BC46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92" y="2349503"/>
            <a:ext cx="32718" cy="32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5" name="noise-dot-0313">
            <a:extLst xmlns:a="http://schemas.openxmlformats.org/drawingml/2006/main">
              <a:ext uri="{FF2B5EF4-FFF2-40B4-BE49-F238E27FC236}">
                <a16:creationId xmlns:a16="http://schemas.microsoft.com/office/drawing/2014/main" id="{502435B7-9AF1-4A05-85D2-28DB6204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54" y="3571446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6" name="noise-dot-0314">
            <a:extLst xmlns:a="http://schemas.openxmlformats.org/drawingml/2006/main">
              <a:ext uri="{FF2B5EF4-FFF2-40B4-BE49-F238E27FC236}">
                <a16:creationId xmlns:a16="http://schemas.microsoft.com/office/drawing/2014/main" id="{7A0A1CB0-5305-48B8-87D7-80F3BE17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23" y="2222840"/>
            <a:ext cx="15335" cy="15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7" name="noise-dot-0315">
            <a:extLst xmlns:a="http://schemas.openxmlformats.org/drawingml/2006/main">
              <a:ext uri="{FF2B5EF4-FFF2-40B4-BE49-F238E27FC236}">
                <a16:creationId xmlns:a16="http://schemas.microsoft.com/office/drawing/2014/main" id="{0641D4DF-0476-4A09-BCFA-C91A2DD7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63" y="3152994"/>
            <a:ext cx="19317" cy="19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8" name="noise-dot-0316">
            <a:extLst xmlns:a="http://schemas.openxmlformats.org/drawingml/2006/main">
              <a:ext uri="{FF2B5EF4-FFF2-40B4-BE49-F238E27FC236}">
                <a16:creationId xmlns:a16="http://schemas.microsoft.com/office/drawing/2014/main" id="{DB25C87A-BB84-4B9A-80AC-5ECEC420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864" y="3867264"/>
            <a:ext cx="30975" cy="3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9" name="noise-dot-0317">
            <a:extLst xmlns:a="http://schemas.openxmlformats.org/drawingml/2006/main">
              <a:ext uri="{FF2B5EF4-FFF2-40B4-BE49-F238E27FC236}">
                <a16:creationId xmlns:a16="http://schemas.microsoft.com/office/drawing/2014/main" id="{910CFC76-87EC-4661-A495-14FCDDAC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499" y="2509333"/>
            <a:ext cx="26699" cy="26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0" name="noise-dot-0318">
            <a:extLst xmlns:a="http://schemas.openxmlformats.org/drawingml/2006/main">
              <a:ext uri="{FF2B5EF4-FFF2-40B4-BE49-F238E27FC236}">
                <a16:creationId xmlns:a16="http://schemas.microsoft.com/office/drawing/2014/main" id="{430C6446-0B34-41B6-B019-A69F8D8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550" y="2825896"/>
            <a:ext cx="25660" cy="25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1" name="noise-dot-0319">
            <a:extLst xmlns:a="http://schemas.openxmlformats.org/drawingml/2006/main">
              <a:ext uri="{FF2B5EF4-FFF2-40B4-BE49-F238E27FC236}">
                <a16:creationId xmlns:a16="http://schemas.microsoft.com/office/drawing/2014/main" id="{96F0F661-D6F8-4275-8617-5FCA7D81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7" y="3723932"/>
            <a:ext cx="26127" cy="26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2" name="noise-dot-0320">
            <a:extLst xmlns:a="http://schemas.openxmlformats.org/drawingml/2006/main">
              <a:ext uri="{FF2B5EF4-FFF2-40B4-BE49-F238E27FC236}">
                <a16:creationId xmlns:a16="http://schemas.microsoft.com/office/drawing/2014/main" id="{1753600D-557C-48ED-AC03-C6165397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78" y="4125392"/>
            <a:ext cx="23498" cy="23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3" name="noise-dot-0321">
            <a:extLst xmlns:a="http://schemas.openxmlformats.org/drawingml/2006/main">
              <a:ext uri="{FF2B5EF4-FFF2-40B4-BE49-F238E27FC236}">
                <a16:creationId xmlns:a16="http://schemas.microsoft.com/office/drawing/2014/main" id="{E1A6FF95-D40C-4658-8920-4EA4481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615" y="3674516"/>
            <a:ext cx="30680" cy="3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4" name="noise-dot-0322">
            <a:extLst xmlns:a="http://schemas.openxmlformats.org/drawingml/2006/main">
              <a:ext uri="{FF2B5EF4-FFF2-40B4-BE49-F238E27FC236}">
                <a16:creationId xmlns:a16="http://schemas.microsoft.com/office/drawing/2014/main" id="{E5C1F62A-786C-4304-A3F7-DE6D1511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40" y="3554139"/>
            <a:ext cx="31471" cy="31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5" name="noise-dot-0323">
            <a:extLst xmlns:a="http://schemas.openxmlformats.org/drawingml/2006/main">
              <a:ext uri="{FF2B5EF4-FFF2-40B4-BE49-F238E27FC236}">
                <a16:creationId xmlns:a16="http://schemas.microsoft.com/office/drawing/2014/main" id="{D6B61D66-AE05-421B-9CB4-DEADCED9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06" y="3294869"/>
            <a:ext cx="29242" cy="29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6" name="noise-dot-0324">
            <a:extLst xmlns:a="http://schemas.openxmlformats.org/drawingml/2006/main">
              <a:ext uri="{FF2B5EF4-FFF2-40B4-BE49-F238E27FC236}">
                <a16:creationId xmlns:a16="http://schemas.microsoft.com/office/drawing/2014/main" id="{67EBF015-F2B1-4DB9-9AA0-26CBC46D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869" y="2361962"/>
            <a:ext cx="32118" cy="3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7" name="noise-dot-0325">
            <a:extLst xmlns:a="http://schemas.openxmlformats.org/drawingml/2006/main">
              <a:ext uri="{FF2B5EF4-FFF2-40B4-BE49-F238E27FC236}">
                <a16:creationId xmlns:a16="http://schemas.microsoft.com/office/drawing/2014/main" id="{CAFE8278-7ECA-435C-A0D6-286D3E02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15" y="3554835"/>
            <a:ext cx="11182" cy="111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8" name="noise-dot-0326">
            <a:extLst xmlns:a="http://schemas.openxmlformats.org/drawingml/2006/main">
              <a:ext uri="{FF2B5EF4-FFF2-40B4-BE49-F238E27FC236}">
                <a16:creationId xmlns:a16="http://schemas.microsoft.com/office/drawing/2014/main" id="{E5224BEC-4BB9-4001-B518-6EE7B57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75" y="3099921"/>
            <a:ext cx="23974" cy="23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9" name="noise-dot-0327">
            <a:extLst xmlns:a="http://schemas.openxmlformats.org/drawingml/2006/main">
              <a:ext uri="{FF2B5EF4-FFF2-40B4-BE49-F238E27FC236}">
                <a16:creationId xmlns:a16="http://schemas.microsoft.com/office/drawing/2014/main" id="{B68FB75D-6E27-4120-B59D-215C855E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09" y="4086758"/>
            <a:ext cx="21631" cy="21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0" name="noise-dot-0328">
            <a:extLst xmlns:a="http://schemas.openxmlformats.org/drawingml/2006/main">
              <a:ext uri="{FF2B5EF4-FFF2-40B4-BE49-F238E27FC236}">
                <a16:creationId xmlns:a16="http://schemas.microsoft.com/office/drawing/2014/main" id="{229C3B92-60EC-4344-937C-86C437AE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39" y="4106085"/>
            <a:ext cx="11487" cy="114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1" name="noise-dot-0329">
            <a:extLst xmlns:a="http://schemas.openxmlformats.org/drawingml/2006/main">
              <a:ext uri="{FF2B5EF4-FFF2-40B4-BE49-F238E27FC236}">
                <a16:creationId xmlns:a16="http://schemas.microsoft.com/office/drawing/2014/main" id="{9919C820-8561-429E-AEEB-3DA843BF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25" y="3984193"/>
            <a:ext cx="22679" cy="22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2" name="noise-dot-0330">
            <a:extLst xmlns:a="http://schemas.openxmlformats.org/drawingml/2006/main">
              <a:ext uri="{FF2B5EF4-FFF2-40B4-BE49-F238E27FC236}">
                <a16:creationId xmlns:a16="http://schemas.microsoft.com/office/drawing/2014/main" id="{DEEE130F-F0B2-42FD-B9CE-F6C42ED2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298" y="2899886"/>
            <a:ext cx="13621" cy="13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3" name="noise-dot-0331">
            <a:extLst xmlns:a="http://schemas.openxmlformats.org/drawingml/2006/main">
              <a:ext uri="{FF2B5EF4-FFF2-40B4-BE49-F238E27FC236}">
                <a16:creationId xmlns:a16="http://schemas.microsoft.com/office/drawing/2014/main" id="{53586F1E-8279-462A-A76C-915EF9B2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94" y="2237708"/>
            <a:ext cx="16364" cy="16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4" name="noise-dot-0332">
            <a:extLst xmlns:a="http://schemas.openxmlformats.org/drawingml/2006/main">
              <a:ext uri="{FF2B5EF4-FFF2-40B4-BE49-F238E27FC236}">
                <a16:creationId xmlns:a16="http://schemas.microsoft.com/office/drawing/2014/main" id="{8FD0BAA8-FDCD-48F8-A243-091F7899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38" y="2898629"/>
            <a:ext cx="22289" cy="22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5" name="noise-dot-0333">
            <a:extLst xmlns:a="http://schemas.openxmlformats.org/drawingml/2006/main">
              <a:ext uri="{FF2B5EF4-FFF2-40B4-BE49-F238E27FC236}">
                <a16:creationId xmlns:a16="http://schemas.microsoft.com/office/drawing/2014/main" id="{34A0C937-E8D9-461C-967C-A2D4F70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280" y="2960265"/>
            <a:ext cx="25689" cy="256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6" name="noise-dot-0334">
            <a:extLst xmlns:a="http://schemas.openxmlformats.org/drawingml/2006/main">
              <a:ext uri="{FF2B5EF4-FFF2-40B4-BE49-F238E27FC236}">
                <a16:creationId xmlns:a16="http://schemas.microsoft.com/office/drawing/2014/main" id="{0A53B6B6-676E-4AF7-9F0D-1C1D5BC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" y="3733143"/>
            <a:ext cx="21727" cy="21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7" name="noise-dot-0335">
            <a:extLst xmlns:a="http://schemas.openxmlformats.org/drawingml/2006/main">
              <a:ext uri="{FF2B5EF4-FFF2-40B4-BE49-F238E27FC236}">
                <a16:creationId xmlns:a16="http://schemas.microsoft.com/office/drawing/2014/main" id="{E94474C7-0D07-4CEB-AFCD-42E1A9BF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159" y="2792959"/>
            <a:ext cx="19126" cy="19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8" name="noise-dot-0336">
            <a:extLst xmlns:a="http://schemas.openxmlformats.org/drawingml/2006/main">
              <a:ext uri="{FF2B5EF4-FFF2-40B4-BE49-F238E27FC236}">
                <a16:creationId xmlns:a16="http://schemas.microsoft.com/office/drawing/2014/main" id="{B0440FAE-DC1B-4F76-BA00-75D7FDDE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971" y="3564150"/>
            <a:ext cx="20793" cy="20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9" name="noise-dot-0337">
            <a:extLst xmlns:a="http://schemas.openxmlformats.org/drawingml/2006/main">
              <a:ext uri="{FF2B5EF4-FFF2-40B4-BE49-F238E27FC236}">
                <a16:creationId xmlns:a16="http://schemas.microsoft.com/office/drawing/2014/main" id="{0B2A0551-395E-4B71-9BDC-BF659B1C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935" y="3640684"/>
            <a:ext cx="20574" cy="20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0" name="noise-dot-0338">
            <a:extLst xmlns:a="http://schemas.openxmlformats.org/drawingml/2006/main">
              <a:ext uri="{FF2B5EF4-FFF2-40B4-BE49-F238E27FC236}">
                <a16:creationId xmlns:a16="http://schemas.microsoft.com/office/drawing/2014/main" id="{5CF15E28-BBDA-490C-9490-091363C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35" y="3895258"/>
            <a:ext cx="18945" cy="18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1" name="noise-dot-0339">
            <a:extLst xmlns:a="http://schemas.openxmlformats.org/drawingml/2006/main">
              <a:ext uri="{FF2B5EF4-FFF2-40B4-BE49-F238E27FC236}">
                <a16:creationId xmlns:a16="http://schemas.microsoft.com/office/drawing/2014/main" id="{4454660C-B7A7-4997-9272-BF1EAB6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19" y="2172405"/>
            <a:ext cx="29994" cy="29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2" name="noise-dot-0340">
            <a:extLst xmlns:a="http://schemas.openxmlformats.org/drawingml/2006/main">
              <a:ext uri="{FF2B5EF4-FFF2-40B4-BE49-F238E27FC236}">
                <a16:creationId xmlns:a16="http://schemas.microsoft.com/office/drawing/2014/main" id="{B5B63A64-56FD-4631-8982-92433E2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116" y="3797151"/>
            <a:ext cx="32852" cy="32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3" name="noise-dot-0341">
            <a:extLst xmlns:a="http://schemas.openxmlformats.org/drawingml/2006/main">
              <a:ext uri="{FF2B5EF4-FFF2-40B4-BE49-F238E27FC236}">
                <a16:creationId xmlns:a16="http://schemas.microsoft.com/office/drawing/2014/main" id="{113B2FBA-693B-4BE4-8F9E-E869B0A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94" y="3656857"/>
            <a:ext cx="22489" cy="224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4" name="noise-dot-0342">
            <a:extLst xmlns:a="http://schemas.openxmlformats.org/drawingml/2006/main">
              <a:ext uri="{FF2B5EF4-FFF2-40B4-BE49-F238E27FC236}">
                <a16:creationId xmlns:a16="http://schemas.microsoft.com/office/drawing/2014/main" id="{D1565B97-B975-4302-A718-60D3EFF8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39" y="2435962"/>
            <a:ext cx="14602" cy="14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5" name="noise-dot-0343">
            <a:extLst xmlns:a="http://schemas.openxmlformats.org/drawingml/2006/main">
              <a:ext uri="{FF2B5EF4-FFF2-40B4-BE49-F238E27FC236}">
                <a16:creationId xmlns:a16="http://schemas.microsoft.com/office/drawing/2014/main" id="{DDA8027B-9E13-414A-8074-0C599F0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177" y="4036838"/>
            <a:ext cx="24413" cy="24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6" name="noise-dot-0344">
            <a:extLst xmlns:a="http://schemas.openxmlformats.org/drawingml/2006/main">
              <a:ext uri="{FF2B5EF4-FFF2-40B4-BE49-F238E27FC236}">
                <a16:creationId xmlns:a16="http://schemas.microsoft.com/office/drawing/2014/main" id="{7D5646BF-11C5-4B93-A3CF-6BC02B9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17" y="3785692"/>
            <a:ext cx="12144" cy="12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7" name="noise-dot-0345">
            <a:extLst xmlns:a="http://schemas.openxmlformats.org/drawingml/2006/main">
              <a:ext uri="{FF2B5EF4-FFF2-40B4-BE49-F238E27FC236}">
                <a16:creationId xmlns:a16="http://schemas.microsoft.com/office/drawing/2014/main" id="{12125865-F298-489F-9436-E9171F47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833" y="2151602"/>
            <a:ext cx="14249" cy="14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8" name="noise-dot-0346">
            <a:extLst xmlns:a="http://schemas.openxmlformats.org/drawingml/2006/main">
              <a:ext uri="{FF2B5EF4-FFF2-40B4-BE49-F238E27FC236}">
                <a16:creationId xmlns:a16="http://schemas.microsoft.com/office/drawing/2014/main" id="{6EB37899-71E5-4046-B446-AFBAAB19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217" y="2639073"/>
            <a:ext cx="30899" cy="30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9" name="noise-dot-0347">
            <a:extLst xmlns:a="http://schemas.openxmlformats.org/drawingml/2006/main">
              <a:ext uri="{FF2B5EF4-FFF2-40B4-BE49-F238E27FC236}">
                <a16:creationId xmlns:a16="http://schemas.microsoft.com/office/drawing/2014/main" id="{48EF60E6-B1F4-4DE3-942B-9F1E77D4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16" y="3013777"/>
            <a:ext cx="28127" cy="28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0" name="noise-dot-0348">
            <a:extLst xmlns:a="http://schemas.openxmlformats.org/drawingml/2006/main">
              <a:ext uri="{FF2B5EF4-FFF2-40B4-BE49-F238E27FC236}">
                <a16:creationId xmlns:a16="http://schemas.microsoft.com/office/drawing/2014/main" id="{EE56F436-3BE5-4625-B7AD-139265AB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71" y="2399214"/>
            <a:ext cx="22965" cy="22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1" name="noise-dot-0349">
            <a:extLst xmlns:a="http://schemas.openxmlformats.org/drawingml/2006/main">
              <a:ext uri="{FF2B5EF4-FFF2-40B4-BE49-F238E27FC236}">
                <a16:creationId xmlns:a16="http://schemas.microsoft.com/office/drawing/2014/main" id="{AF8A43DD-EAB0-4D5D-B14D-1B227A8C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05" y="3626215"/>
            <a:ext cx="12030" cy="12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2" name="noise-dot-0350">
            <a:extLst xmlns:a="http://schemas.openxmlformats.org/drawingml/2006/main">
              <a:ext uri="{FF2B5EF4-FFF2-40B4-BE49-F238E27FC236}">
                <a16:creationId xmlns:a16="http://schemas.microsoft.com/office/drawing/2014/main" id="{ED58E4DE-6245-4388-BB78-FC110713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63" y="2177882"/>
            <a:ext cx="25460" cy="25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3" name="noise-dot-0351">
            <a:extLst xmlns:a="http://schemas.openxmlformats.org/drawingml/2006/main">
              <a:ext uri="{FF2B5EF4-FFF2-40B4-BE49-F238E27FC236}">
                <a16:creationId xmlns:a16="http://schemas.microsoft.com/office/drawing/2014/main" id="{8D3B48BB-53F4-4A43-B28E-E4E5AD8A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462" y="3030503"/>
            <a:ext cx="24394" cy="24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4" name="noise-dot-0352">
            <a:extLst xmlns:a="http://schemas.openxmlformats.org/drawingml/2006/main">
              <a:ext uri="{FF2B5EF4-FFF2-40B4-BE49-F238E27FC236}">
                <a16:creationId xmlns:a16="http://schemas.microsoft.com/office/drawing/2014/main" id="{EA355B94-FAAE-4630-AA09-8549F54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34" y="4068347"/>
            <a:ext cx="12802" cy="12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5" name="noise-dot-0353">
            <a:extLst xmlns:a="http://schemas.openxmlformats.org/drawingml/2006/main">
              <a:ext uri="{FF2B5EF4-FFF2-40B4-BE49-F238E27FC236}">
                <a16:creationId xmlns:a16="http://schemas.microsoft.com/office/drawing/2014/main" id="{3E8B5FB8-2ABE-4507-B928-2EA4290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657" y="3117028"/>
            <a:ext cx="25117" cy="25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6" name="noise-dot-0354">
            <a:extLst xmlns:a="http://schemas.openxmlformats.org/drawingml/2006/main">
              <a:ext uri="{FF2B5EF4-FFF2-40B4-BE49-F238E27FC236}">
                <a16:creationId xmlns:a16="http://schemas.microsoft.com/office/drawing/2014/main" id="{F4C39928-F518-4FCD-8490-1363D18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802" y="2675068"/>
            <a:ext cx="26422" cy="26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7" name="noise-dot-0355">
            <a:extLst xmlns:a="http://schemas.openxmlformats.org/drawingml/2006/main">
              <a:ext uri="{FF2B5EF4-FFF2-40B4-BE49-F238E27FC236}">
                <a16:creationId xmlns:a16="http://schemas.microsoft.com/office/drawing/2014/main" id="{F455B0BD-8BB9-40F0-95E1-2F7426B3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70" y="2155060"/>
            <a:ext cx="20945" cy="20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8" name="noise-dot-0356">
            <a:extLst xmlns:a="http://schemas.openxmlformats.org/drawingml/2006/main">
              <a:ext uri="{FF2B5EF4-FFF2-40B4-BE49-F238E27FC236}">
                <a16:creationId xmlns:a16="http://schemas.microsoft.com/office/drawing/2014/main" id="{8FBEA45A-D7B3-4706-B356-207A88C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775" y="3850215"/>
            <a:ext cx="17431" cy="17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9" name="noise-dot-0357">
            <a:extLst xmlns:a="http://schemas.openxmlformats.org/drawingml/2006/main">
              <a:ext uri="{FF2B5EF4-FFF2-40B4-BE49-F238E27FC236}">
                <a16:creationId xmlns:a16="http://schemas.microsoft.com/office/drawing/2014/main" id="{E90F28D6-53A5-40B7-90F5-768B756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867" y="3819868"/>
            <a:ext cx="29870" cy="29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0" name="noise-dot-0358">
            <a:extLst xmlns:a="http://schemas.openxmlformats.org/drawingml/2006/main">
              <a:ext uri="{FF2B5EF4-FFF2-40B4-BE49-F238E27FC236}">
                <a16:creationId xmlns:a16="http://schemas.microsoft.com/office/drawing/2014/main" id="{D5E4135F-1B4F-42B6-92F9-4CFAD297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7" y="2139696"/>
            <a:ext cx="32661" cy="32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1" name="noise-dot-0359">
            <a:extLst xmlns:a="http://schemas.openxmlformats.org/drawingml/2006/main">
              <a:ext uri="{FF2B5EF4-FFF2-40B4-BE49-F238E27FC236}">
                <a16:creationId xmlns:a16="http://schemas.microsoft.com/office/drawing/2014/main" id="{2695E571-7BCE-42DE-A2EF-7E4460E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48" y="2503027"/>
            <a:ext cx="31442" cy="31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2" name="noise-dot-0360">
            <a:extLst xmlns:a="http://schemas.openxmlformats.org/drawingml/2006/main">
              <a:ext uri="{FF2B5EF4-FFF2-40B4-BE49-F238E27FC236}">
                <a16:creationId xmlns:a16="http://schemas.microsoft.com/office/drawing/2014/main" id="{51EEF82B-A860-4BA1-BF17-30751227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793" y="2370134"/>
            <a:ext cx="31652" cy="31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3" name="noise-dot-0361">
            <a:extLst xmlns:a="http://schemas.openxmlformats.org/drawingml/2006/main">
              <a:ext uri="{FF2B5EF4-FFF2-40B4-BE49-F238E27FC236}">
                <a16:creationId xmlns:a16="http://schemas.microsoft.com/office/drawing/2014/main" id="{B14E6DD1-2B3C-424B-B4D8-0521A665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942" y="3758460"/>
            <a:ext cx="31118" cy="31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4" name="noise-dot-0362">
            <a:extLst xmlns:a="http://schemas.openxmlformats.org/drawingml/2006/main">
              <a:ext uri="{FF2B5EF4-FFF2-40B4-BE49-F238E27FC236}">
                <a16:creationId xmlns:a16="http://schemas.microsoft.com/office/drawing/2014/main" id="{C4736F84-6A71-4FA1-9205-50E2A5CA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45" y="3256607"/>
            <a:ext cx="27041" cy="27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5" name="noise-dot-0363">
            <a:extLst xmlns:a="http://schemas.openxmlformats.org/drawingml/2006/main">
              <a:ext uri="{FF2B5EF4-FFF2-40B4-BE49-F238E27FC236}">
                <a16:creationId xmlns:a16="http://schemas.microsoft.com/office/drawing/2014/main" id="{BA7D6B83-0F23-4F0E-8C95-E6DDEB56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302" y="4043524"/>
            <a:ext cx="18621" cy="18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6" name="noise-dot-0364">
            <a:extLst xmlns:a="http://schemas.openxmlformats.org/drawingml/2006/main">
              <a:ext uri="{FF2B5EF4-FFF2-40B4-BE49-F238E27FC236}">
                <a16:creationId xmlns:a16="http://schemas.microsoft.com/office/drawing/2014/main" id="{CB5D2D32-5444-4EFC-A706-8600DAE9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92" y="3935711"/>
            <a:ext cx="24213" cy="242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7" name="noise-dot-0365">
            <a:extLst xmlns:a="http://schemas.openxmlformats.org/drawingml/2006/main">
              <a:ext uri="{FF2B5EF4-FFF2-40B4-BE49-F238E27FC236}">
                <a16:creationId xmlns:a16="http://schemas.microsoft.com/office/drawing/2014/main" id="{B383686D-9C8C-4F0E-A544-46459785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10" y="3430829"/>
            <a:ext cx="17897" cy="1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8" name="noise-dot-0366">
            <a:extLst xmlns:a="http://schemas.openxmlformats.org/drawingml/2006/main">
              <a:ext uri="{FF2B5EF4-FFF2-40B4-BE49-F238E27FC236}">
                <a16:creationId xmlns:a16="http://schemas.microsoft.com/office/drawing/2014/main" id="{23E828F5-E0A8-4057-8670-6ADB223F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68" y="2567426"/>
            <a:ext cx="20774" cy="20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9" name="noise-dot-0367">
            <a:extLst xmlns:a="http://schemas.openxmlformats.org/drawingml/2006/main">
              <a:ext uri="{FF2B5EF4-FFF2-40B4-BE49-F238E27FC236}">
                <a16:creationId xmlns:a16="http://schemas.microsoft.com/office/drawing/2014/main" id="{7E21061E-A868-4587-991E-53A4A88C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51" y="3413655"/>
            <a:ext cx="11249" cy="11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0" name="noise-dot-0368">
            <a:extLst xmlns:a="http://schemas.openxmlformats.org/drawingml/2006/main">
              <a:ext uri="{FF2B5EF4-FFF2-40B4-BE49-F238E27FC236}">
                <a16:creationId xmlns:a16="http://schemas.microsoft.com/office/drawing/2014/main" id="{D6BB3148-90DB-49BB-BF53-65808D78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947" y="3159195"/>
            <a:ext cx="24984" cy="24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1" name="noise-dot-0369">
            <a:extLst xmlns:a="http://schemas.openxmlformats.org/drawingml/2006/main">
              <a:ext uri="{FF2B5EF4-FFF2-40B4-BE49-F238E27FC236}">
                <a16:creationId xmlns:a16="http://schemas.microsoft.com/office/drawing/2014/main" id="{12DFA8BE-4FD1-4444-A450-35C0C1E3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82" y="4040515"/>
            <a:ext cx="22803" cy="22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2" name="noise-dot-0370">
            <a:extLst xmlns:a="http://schemas.openxmlformats.org/drawingml/2006/main">
              <a:ext uri="{FF2B5EF4-FFF2-40B4-BE49-F238E27FC236}">
                <a16:creationId xmlns:a16="http://schemas.microsoft.com/office/drawing/2014/main" id="{7F6C1CF9-7F09-4D8D-BE2D-FE9D373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215" y="2484872"/>
            <a:ext cx="25308" cy="25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3" name="noise-dot-0371">
            <a:extLst xmlns:a="http://schemas.openxmlformats.org/drawingml/2006/main">
              <a:ext uri="{FF2B5EF4-FFF2-40B4-BE49-F238E27FC236}">
                <a16:creationId xmlns:a16="http://schemas.microsoft.com/office/drawing/2014/main" id="{A05249D5-AD9E-4FD7-BD3B-5F2522C7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578" y="3105112"/>
            <a:ext cx="25984" cy="25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4" name="noise-dot-0372">
            <a:extLst xmlns:a="http://schemas.openxmlformats.org/drawingml/2006/main">
              <a:ext uri="{FF2B5EF4-FFF2-40B4-BE49-F238E27FC236}">
                <a16:creationId xmlns:a16="http://schemas.microsoft.com/office/drawing/2014/main" id="{5BB79780-7F70-4E21-B71F-E8555134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491" y="3960124"/>
            <a:ext cx="19174" cy="19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5" name="noise-dot-0373">
            <a:extLst xmlns:a="http://schemas.openxmlformats.org/drawingml/2006/main">
              <a:ext uri="{FF2B5EF4-FFF2-40B4-BE49-F238E27FC236}">
                <a16:creationId xmlns:a16="http://schemas.microsoft.com/office/drawing/2014/main" id="{35840630-0260-45D6-A04E-50792EC4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838" y="4104999"/>
            <a:ext cx="12973" cy="129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6" name="noise-dot-0374">
            <a:extLst xmlns:a="http://schemas.openxmlformats.org/drawingml/2006/main">
              <a:ext uri="{FF2B5EF4-FFF2-40B4-BE49-F238E27FC236}">
                <a16:creationId xmlns:a16="http://schemas.microsoft.com/office/drawing/2014/main" id="{962AF02B-E7C9-452E-86D0-45CAEB29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77" y="3845290"/>
            <a:ext cx="28070" cy="28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7" name="noise-dot-0375">
            <a:extLst xmlns:a="http://schemas.openxmlformats.org/drawingml/2006/main">
              <a:ext uri="{FF2B5EF4-FFF2-40B4-BE49-F238E27FC236}">
                <a16:creationId xmlns:a16="http://schemas.microsoft.com/office/drawing/2014/main" id="{E335CAC8-6F34-4FFB-A32A-A7EB01CE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61" y="3147508"/>
            <a:ext cx="32823" cy="32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8" name="noise-dot-0376">
            <a:extLst xmlns:a="http://schemas.openxmlformats.org/drawingml/2006/main">
              <a:ext uri="{FF2B5EF4-FFF2-40B4-BE49-F238E27FC236}">
                <a16:creationId xmlns:a16="http://schemas.microsoft.com/office/drawing/2014/main" id="{F703A508-4A01-4A0F-B0D4-42CD3B95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90" y="2375506"/>
            <a:ext cx="13154" cy="13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9" name="noise-dot-0377">
            <a:extLst xmlns:a="http://schemas.openxmlformats.org/drawingml/2006/main">
              <a:ext uri="{FF2B5EF4-FFF2-40B4-BE49-F238E27FC236}">
                <a16:creationId xmlns:a16="http://schemas.microsoft.com/office/drawing/2014/main" id="{61AE7A5A-F593-4BDD-BD04-47F96AF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18" y="2760802"/>
            <a:ext cx="11135" cy="11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0" name="noise-dot-0378">
            <a:extLst xmlns:a="http://schemas.openxmlformats.org/drawingml/2006/main">
              <a:ext uri="{FF2B5EF4-FFF2-40B4-BE49-F238E27FC236}">
                <a16:creationId xmlns:a16="http://schemas.microsoft.com/office/drawing/2014/main" id="{16CDB70F-90C2-44DE-919C-F01935A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70" y="2866873"/>
            <a:ext cx="20384" cy="20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1" name="noise-dot-0379">
            <a:extLst xmlns:a="http://schemas.openxmlformats.org/drawingml/2006/main">
              <a:ext uri="{FF2B5EF4-FFF2-40B4-BE49-F238E27FC236}">
                <a16:creationId xmlns:a16="http://schemas.microsoft.com/office/drawing/2014/main" id="{B29A41F3-2D41-40AA-A0BD-0532FE5D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13" y="2744343"/>
            <a:ext cx="15392" cy="15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2" name="noise-dot-0380">
            <a:extLst xmlns:a="http://schemas.openxmlformats.org/drawingml/2006/main">
              <a:ext uri="{FF2B5EF4-FFF2-40B4-BE49-F238E27FC236}">
                <a16:creationId xmlns:a16="http://schemas.microsoft.com/office/drawing/2014/main" id="{42A8B07C-EA15-4663-BEFE-0A5F939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32" y="3868836"/>
            <a:ext cx="22555" cy="22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3" name="noise-dot-0381">
            <a:extLst xmlns:a="http://schemas.openxmlformats.org/drawingml/2006/main">
              <a:ext uri="{FF2B5EF4-FFF2-40B4-BE49-F238E27FC236}">
                <a16:creationId xmlns:a16="http://schemas.microsoft.com/office/drawing/2014/main" id="{88819DB9-39C7-4199-9FF6-5AEA1A8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27" y="3311185"/>
            <a:ext cx="19193" cy="19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4" name="noise-dot-0382">
            <a:extLst xmlns:a="http://schemas.openxmlformats.org/drawingml/2006/main">
              <a:ext uri="{FF2B5EF4-FFF2-40B4-BE49-F238E27FC236}">
                <a16:creationId xmlns:a16="http://schemas.microsoft.com/office/drawing/2014/main" id="{7334F26D-4AAE-46D1-9697-E10B2BAB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94" y="3254835"/>
            <a:ext cx="14364" cy="14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5" name="noise-dot-0383">
            <a:extLst xmlns:a="http://schemas.openxmlformats.org/drawingml/2006/main">
              <a:ext uri="{FF2B5EF4-FFF2-40B4-BE49-F238E27FC236}">
                <a16:creationId xmlns:a16="http://schemas.microsoft.com/office/drawing/2014/main" id="{9130892C-45D7-44D1-BD0C-488214F9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71" y="3313300"/>
            <a:ext cx="25937" cy="259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6" name="noise-dot-0384">
            <a:extLst xmlns:a="http://schemas.openxmlformats.org/drawingml/2006/main">
              <a:ext uri="{FF2B5EF4-FFF2-40B4-BE49-F238E27FC236}">
                <a16:creationId xmlns:a16="http://schemas.microsoft.com/office/drawing/2014/main" id="{0DDC16A2-16B6-4300-83B9-923476C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238" y="3535661"/>
            <a:ext cx="31633" cy="316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7" name="noise-dot-0385">
            <a:extLst xmlns:a="http://schemas.openxmlformats.org/drawingml/2006/main">
              <a:ext uri="{FF2B5EF4-FFF2-40B4-BE49-F238E27FC236}">
                <a16:creationId xmlns:a16="http://schemas.microsoft.com/office/drawing/2014/main" id="{1A119421-D79B-4E23-97B4-9575954E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620" y="3122952"/>
            <a:ext cx="29851" cy="29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8" name="noise-dot-0386">
            <a:extLst xmlns:a="http://schemas.openxmlformats.org/drawingml/2006/main">
              <a:ext uri="{FF2B5EF4-FFF2-40B4-BE49-F238E27FC236}">
                <a16:creationId xmlns:a16="http://schemas.microsoft.com/office/drawing/2014/main" id="{A32DC27A-8E5A-4E55-9827-0E530F70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57" y="3024997"/>
            <a:ext cx="27861" cy="27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9" name="noise-dot-0387">
            <a:extLst xmlns:a="http://schemas.openxmlformats.org/drawingml/2006/main">
              <a:ext uri="{FF2B5EF4-FFF2-40B4-BE49-F238E27FC236}">
                <a16:creationId xmlns:a16="http://schemas.microsoft.com/office/drawing/2014/main" id="{5E6EADA0-AC4C-4428-B9F5-33B2D096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99" y="3950532"/>
            <a:ext cx="32395" cy="3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0" name="noise-dot-0388">
            <a:extLst xmlns:a="http://schemas.openxmlformats.org/drawingml/2006/main">
              <a:ext uri="{FF2B5EF4-FFF2-40B4-BE49-F238E27FC236}">
                <a16:creationId xmlns:a16="http://schemas.microsoft.com/office/drawing/2014/main" id="{B9F862D8-5562-4540-B0C7-9E3A2B20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724" y="2743019"/>
            <a:ext cx="21136" cy="21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1" name="noise-dot-0389">
            <a:extLst xmlns:a="http://schemas.openxmlformats.org/drawingml/2006/main">
              <a:ext uri="{FF2B5EF4-FFF2-40B4-BE49-F238E27FC236}">
                <a16:creationId xmlns:a16="http://schemas.microsoft.com/office/drawing/2014/main" id="{DF10CBB5-9D2B-4A92-AC4D-8541F39D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154" y="3887372"/>
            <a:ext cx="27537" cy="27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2" name="noise-dot-0390">
            <a:extLst xmlns:a="http://schemas.openxmlformats.org/drawingml/2006/main">
              <a:ext uri="{FF2B5EF4-FFF2-40B4-BE49-F238E27FC236}">
                <a16:creationId xmlns:a16="http://schemas.microsoft.com/office/drawing/2014/main" id="{736AD252-452F-41D5-A6C4-D8276BC7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535" y="3798589"/>
            <a:ext cx="25232" cy="25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3" name="noise-dot-0391">
            <a:extLst xmlns:a="http://schemas.openxmlformats.org/drawingml/2006/main">
              <a:ext uri="{FF2B5EF4-FFF2-40B4-BE49-F238E27FC236}">
                <a16:creationId xmlns:a16="http://schemas.microsoft.com/office/drawing/2014/main" id="{C9E577AC-38FF-4947-BF88-0CA70FDF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27" y="2889771"/>
            <a:ext cx="27880" cy="27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4" name="noise-dot-0392">
            <a:extLst xmlns:a="http://schemas.openxmlformats.org/drawingml/2006/main">
              <a:ext uri="{FF2B5EF4-FFF2-40B4-BE49-F238E27FC236}">
                <a16:creationId xmlns:a16="http://schemas.microsoft.com/office/drawing/2014/main" id="{BF649637-BF0A-4B42-9F73-B1E92EF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08" y="2188493"/>
            <a:ext cx="19069" cy="19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5" name="noise-dot-0393">
            <a:extLst xmlns:a="http://schemas.openxmlformats.org/drawingml/2006/main">
              <a:ext uri="{FF2B5EF4-FFF2-40B4-BE49-F238E27FC236}">
                <a16:creationId xmlns:a16="http://schemas.microsoft.com/office/drawing/2014/main" id="{939EA8F2-8B91-496B-B578-3C8085E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547" y="3486198"/>
            <a:ext cx="31366" cy="313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6" name="noise-dot-0394">
            <a:extLst xmlns:a="http://schemas.openxmlformats.org/drawingml/2006/main">
              <a:ext uri="{FF2B5EF4-FFF2-40B4-BE49-F238E27FC236}">
                <a16:creationId xmlns:a16="http://schemas.microsoft.com/office/drawing/2014/main" id="{C1933AFD-AF14-4E8F-AC6F-7FC52D6B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621" y="2441315"/>
            <a:ext cx="16383" cy="163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7" name="noise-dot-0395">
            <a:extLst xmlns:a="http://schemas.openxmlformats.org/drawingml/2006/main">
              <a:ext uri="{FF2B5EF4-FFF2-40B4-BE49-F238E27FC236}">
                <a16:creationId xmlns:a16="http://schemas.microsoft.com/office/drawing/2014/main" id="{3AFEC70A-309D-43C4-8F8E-EF5FA037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425" y="2865472"/>
            <a:ext cx="29556" cy="29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8" name="noise-dot-0396">
            <a:extLst xmlns:a="http://schemas.openxmlformats.org/drawingml/2006/main">
              <a:ext uri="{FF2B5EF4-FFF2-40B4-BE49-F238E27FC236}">
                <a16:creationId xmlns:a16="http://schemas.microsoft.com/office/drawing/2014/main" id="{84FD68DD-C60D-4A02-9BF1-881B8EC7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154" y="2449297"/>
            <a:ext cx="23270" cy="23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9" name="noise-dot-0397">
            <a:extLst xmlns:a="http://schemas.openxmlformats.org/drawingml/2006/main">
              <a:ext uri="{FF2B5EF4-FFF2-40B4-BE49-F238E27FC236}">
                <a16:creationId xmlns:a16="http://schemas.microsoft.com/office/drawing/2014/main" id="{A0AC55D0-2698-40DF-AB4C-41326425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38" y="3452612"/>
            <a:ext cx="28327" cy="28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0" name="noise-dot-0398">
            <a:extLst xmlns:a="http://schemas.openxmlformats.org/drawingml/2006/main">
              <a:ext uri="{FF2B5EF4-FFF2-40B4-BE49-F238E27FC236}">
                <a16:creationId xmlns:a16="http://schemas.microsoft.com/office/drawing/2014/main" id="{59B74243-7D55-4A7D-BDE7-7D79E28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16" y="2118598"/>
            <a:ext cx="28194" cy="28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1" name="noise-dot-0399">
            <a:extLst xmlns:a="http://schemas.openxmlformats.org/drawingml/2006/main">
              <a:ext uri="{FF2B5EF4-FFF2-40B4-BE49-F238E27FC236}">
                <a16:creationId xmlns:a16="http://schemas.microsoft.com/office/drawing/2014/main" id="{877AD721-83FE-4CD3-9665-D18D2EBB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032" y="2655665"/>
            <a:ext cx="29070" cy="2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2" name="noise-dot-0400">
            <a:extLst xmlns:a="http://schemas.openxmlformats.org/drawingml/2006/main">
              <a:ext uri="{FF2B5EF4-FFF2-40B4-BE49-F238E27FC236}">
                <a16:creationId xmlns:a16="http://schemas.microsoft.com/office/drawing/2014/main" id="{8080A5C1-F36D-4126-8184-35DF68B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207" y="3739629"/>
            <a:ext cx="26708" cy="26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3" name="noise-dot-0401">
            <a:extLst xmlns:a="http://schemas.openxmlformats.org/drawingml/2006/main">
              <a:ext uri="{FF2B5EF4-FFF2-40B4-BE49-F238E27FC236}">
                <a16:creationId xmlns:a16="http://schemas.microsoft.com/office/drawing/2014/main" id="{C20F65CC-374D-4354-AC91-AC3E7E0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689" y="3587496"/>
            <a:ext cx="30423" cy="30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4" name="noise-dot-0402">
            <a:extLst xmlns:a="http://schemas.openxmlformats.org/drawingml/2006/main">
              <a:ext uri="{FF2B5EF4-FFF2-40B4-BE49-F238E27FC236}">
                <a16:creationId xmlns:a16="http://schemas.microsoft.com/office/drawing/2014/main" id="{AE54AC43-5620-4069-AAD3-356004A4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62" y="3037094"/>
            <a:ext cx="17069" cy="17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5" name="noise-dot-0403">
            <a:extLst xmlns:a="http://schemas.openxmlformats.org/drawingml/2006/main">
              <a:ext uri="{FF2B5EF4-FFF2-40B4-BE49-F238E27FC236}">
                <a16:creationId xmlns:a16="http://schemas.microsoft.com/office/drawing/2014/main" id="{4BDB7BD2-2F72-42AE-9B3C-46F02357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30" y="3904583"/>
            <a:ext cx="25175" cy="25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6" name="noise-dot-0404">
            <a:extLst xmlns:a="http://schemas.openxmlformats.org/drawingml/2006/main">
              <a:ext uri="{FF2B5EF4-FFF2-40B4-BE49-F238E27FC236}">
                <a16:creationId xmlns:a16="http://schemas.microsoft.com/office/drawing/2014/main" id="{782B48C3-2222-4586-96C5-D4667B49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631" y="2288753"/>
            <a:ext cx="20498" cy="20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7" name="noise-dot-0405">
            <a:extLst xmlns:a="http://schemas.openxmlformats.org/drawingml/2006/main">
              <a:ext uri="{FF2B5EF4-FFF2-40B4-BE49-F238E27FC236}">
                <a16:creationId xmlns:a16="http://schemas.microsoft.com/office/drawing/2014/main" id="{5E06CA38-8127-4A0C-A31D-97315C00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73" y="2984078"/>
            <a:ext cx="13592" cy="13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8" name="noise-dot-0406">
            <a:extLst xmlns:a="http://schemas.openxmlformats.org/drawingml/2006/main">
              <a:ext uri="{FF2B5EF4-FFF2-40B4-BE49-F238E27FC236}">
                <a16:creationId xmlns:a16="http://schemas.microsoft.com/office/drawing/2014/main" id="{7D2FCE27-92AC-4C2B-BFE4-76D8BB5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8" y="3357172"/>
            <a:ext cx="20079" cy="200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9" name="noise-dot-0407">
            <a:extLst xmlns:a="http://schemas.openxmlformats.org/drawingml/2006/main">
              <a:ext uri="{FF2B5EF4-FFF2-40B4-BE49-F238E27FC236}">
                <a16:creationId xmlns:a16="http://schemas.microsoft.com/office/drawing/2014/main" id="{AF4C543D-6DDF-40E5-9D75-C82032E3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19" y="3404530"/>
            <a:ext cx="32690" cy="32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0" name="noise-dot-0408">
            <a:extLst xmlns:a="http://schemas.openxmlformats.org/drawingml/2006/main">
              <a:ext uri="{FF2B5EF4-FFF2-40B4-BE49-F238E27FC236}">
                <a16:creationId xmlns:a16="http://schemas.microsoft.com/office/drawing/2014/main" id="{3F8C6B7E-6C80-40DB-BF17-B941A2C4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3" y="3525288"/>
            <a:ext cx="12097" cy="12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1" name="noise-dot-0409">
            <a:extLst xmlns:a="http://schemas.openxmlformats.org/drawingml/2006/main">
              <a:ext uri="{FF2B5EF4-FFF2-40B4-BE49-F238E27FC236}">
                <a16:creationId xmlns:a16="http://schemas.microsoft.com/office/drawing/2014/main" id="{49A2CD03-943A-4660-AAA3-37FC46A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242" y="2466584"/>
            <a:ext cx="19364" cy="19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2" name="noise-dot-0410">
            <a:extLst xmlns:a="http://schemas.openxmlformats.org/drawingml/2006/main">
              <a:ext uri="{FF2B5EF4-FFF2-40B4-BE49-F238E27FC236}">
                <a16:creationId xmlns:a16="http://schemas.microsoft.com/office/drawing/2014/main" id="{A7F95486-B2E5-4CEB-BB62-04912F7A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19" y="3758479"/>
            <a:ext cx="20193" cy="20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3" name="noise-dot-0411">
            <a:extLst xmlns:a="http://schemas.openxmlformats.org/drawingml/2006/main">
              <a:ext uri="{FF2B5EF4-FFF2-40B4-BE49-F238E27FC236}">
                <a16:creationId xmlns:a16="http://schemas.microsoft.com/office/drawing/2014/main" id="{CC3309C5-E4A7-491D-9345-919D8BE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47" y="3864178"/>
            <a:ext cx="19526" cy="19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4" name="noise-dot-0412">
            <a:extLst xmlns:a="http://schemas.openxmlformats.org/drawingml/2006/main">
              <a:ext uri="{FF2B5EF4-FFF2-40B4-BE49-F238E27FC236}">
                <a16:creationId xmlns:a16="http://schemas.microsoft.com/office/drawing/2014/main" id="{7C81ED9D-493D-4417-B41C-F0636D2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54" y="3114542"/>
            <a:ext cx="16183" cy="16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5" name="noise-dot-0413">
            <a:extLst xmlns:a="http://schemas.openxmlformats.org/drawingml/2006/main">
              <a:ext uri="{FF2B5EF4-FFF2-40B4-BE49-F238E27FC236}">
                <a16:creationId xmlns:a16="http://schemas.microsoft.com/office/drawing/2014/main" id="{931B2522-00EE-4A4A-8CED-F864DF05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08" y="2216963"/>
            <a:ext cx="27994" cy="27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6" name="noise-dot-0414">
            <a:extLst xmlns:a="http://schemas.openxmlformats.org/drawingml/2006/main">
              <a:ext uri="{FF2B5EF4-FFF2-40B4-BE49-F238E27FC236}">
                <a16:creationId xmlns:a16="http://schemas.microsoft.com/office/drawing/2014/main" id="{D44CF578-D5A3-416C-AD94-690062C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887" y="2127047"/>
            <a:ext cx="16945" cy="16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7" name="noise-dot-0415">
            <a:extLst xmlns:a="http://schemas.openxmlformats.org/drawingml/2006/main">
              <a:ext uri="{FF2B5EF4-FFF2-40B4-BE49-F238E27FC236}">
                <a16:creationId xmlns:a16="http://schemas.microsoft.com/office/drawing/2014/main" id="{2F1FB6E5-2F7B-4479-BD3B-64A343D4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4" y="2609336"/>
            <a:ext cx="26508" cy="26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8" name="noise-dot-0416">
            <a:extLst xmlns:a="http://schemas.openxmlformats.org/drawingml/2006/main">
              <a:ext uri="{FF2B5EF4-FFF2-40B4-BE49-F238E27FC236}">
                <a16:creationId xmlns:a16="http://schemas.microsoft.com/office/drawing/2014/main" id="{9206DE0A-8CF1-4845-8DD4-5434F82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23" y="3943541"/>
            <a:ext cx="31947" cy="319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9" name="noise-dot-0417">
            <a:extLst xmlns:a="http://schemas.openxmlformats.org/drawingml/2006/main">
              <a:ext uri="{FF2B5EF4-FFF2-40B4-BE49-F238E27FC236}">
                <a16:creationId xmlns:a16="http://schemas.microsoft.com/office/drawing/2014/main" id="{3B01FA13-350E-454B-8196-BD69093F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736" y="2501751"/>
            <a:ext cx="18145" cy="18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0" name="noise-dot-0418">
            <a:extLst xmlns:a="http://schemas.openxmlformats.org/drawingml/2006/main">
              <a:ext uri="{FF2B5EF4-FFF2-40B4-BE49-F238E27FC236}">
                <a16:creationId xmlns:a16="http://schemas.microsoft.com/office/drawing/2014/main" id="{F77D979D-909B-4628-97AA-CB320F91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38" y="3946531"/>
            <a:ext cx="19936" cy="19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1" name="noise-dot-0419">
            <a:extLst xmlns:a="http://schemas.openxmlformats.org/drawingml/2006/main">
              <a:ext uri="{FF2B5EF4-FFF2-40B4-BE49-F238E27FC236}">
                <a16:creationId xmlns:a16="http://schemas.microsoft.com/office/drawing/2014/main" id="{1841E69B-DDA0-4CAE-BDF1-7DD4F9C3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410" y="2495560"/>
            <a:ext cx="26318" cy="26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2" name="noise-dot-0420">
            <a:extLst xmlns:a="http://schemas.openxmlformats.org/drawingml/2006/main">
              <a:ext uri="{FF2B5EF4-FFF2-40B4-BE49-F238E27FC236}">
                <a16:creationId xmlns:a16="http://schemas.microsoft.com/office/drawing/2014/main" id="{4CC2B417-B336-4AC3-BC51-7F3204A2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14" y="3706092"/>
            <a:ext cx="15164" cy="15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3" name="noise-dot-0421">
            <a:extLst xmlns:a="http://schemas.openxmlformats.org/drawingml/2006/main">
              <a:ext uri="{FF2B5EF4-FFF2-40B4-BE49-F238E27FC236}">
                <a16:creationId xmlns:a16="http://schemas.microsoft.com/office/drawing/2014/main" id="{E6018B8C-4018-4B6B-AF6B-2649E57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820" y="2170538"/>
            <a:ext cx="15611" cy="15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4" name="noise-dot-0422">
            <a:extLst xmlns:a="http://schemas.openxmlformats.org/drawingml/2006/main">
              <a:ext uri="{FF2B5EF4-FFF2-40B4-BE49-F238E27FC236}">
                <a16:creationId xmlns:a16="http://schemas.microsoft.com/office/drawing/2014/main" id="{FA2DFDA5-BFCE-46FE-B35F-B13A655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59" y="2537041"/>
            <a:ext cx="27318" cy="27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5" name="noise-dot-0423">
            <a:extLst xmlns:a="http://schemas.openxmlformats.org/drawingml/2006/main">
              <a:ext uri="{FF2B5EF4-FFF2-40B4-BE49-F238E27FC236}">
                <a16:creationId xmlns:a16="http://schemas.microsoft.com/office/drawing/2014/main" id="{CA6D495F-65B8-43CA-A90C-B7B4E00B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374" y="2576894"/>
            <a:ext cx="23679" cy="23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6" name="noise-dot-0424">
            <a:extLst xmlns:a="http://schemas.openxmlformats.org/drawingml/2006/main">
              <a:ext uri="{FF2B5EF4-FFF2-40B4-BE49-F238E27FC236}">
                <a16:creationId xmlns:a16="http://schemas.microsoft.com/office/drawing/2014/main" id="{C919A557-4336-4132-8D63-A08AD053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117" y="2477738"/>
            <a:ext cx="18174" cy="18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7" name="noise-dot-0425">
            <a:extLst xmlns:a="http://schemas.openxmlformats.org/drawingml/2006/main">
              <a:ext uri="{FF2B5EF4-FFF2-40B4-BE49-F238E27FC236}">
                <a16:creationId xmlns:a16="http://schemas.microsoft.com/office/drawing/2014/main" id="{530A0D4F-3991-4FB3-B618-F2406435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920" y="2718092"/>
            <a:ext cx="13040" cy="1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8" name="noise-dot-0426">
            <a:extLst xmlns:a="http://schemas.openxmlformats.org/drawingml/2006/main">
              <a:ext uri="{FF2B5EF4-FFF2-40B4-BE49-F238E27FC236}">
                <a16:creationId xmlns:a16="http://schemas.microsoft.com/office/drawing/2014/main" id="{49BCE90A-EC42-4959-B011-CD28AE1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60" y="2477538"/>
            <a:ext cx="20355" cy="20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9" name="noise-dot-0427">
            <a:extLst xmlns:a="http://schemas.openxmlformats.org/drawingml/2006/main">
              <a:ext uri="{FF2B5EF4-FFF2-40B4-BE49-F238E27FC236}">
                <a16:creationId xmlns:a16="http://schemas.microsoft.com/office/drawing/2014/main" id="{3A467703-D582-42F4-816D-554FB596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69" y="2708034"/>
            <a:ext cx="29061" cy="29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0" name="noise-dot-0428">
            <a:extLst xmlns:a="http://schemas.openxmlformats.org/drawingml/2006/main">
              <a:ext uri="{FF2B5EF4-FFF2-40B4-BE49-F238E27FC236}">
                <a16:creationId xmlns:a16="http://schemas.microsoft.com/office/drawing/2014/main" id="{483CAC0B-142B-4D2D-8D5A-B61064B7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43" y="3263294"/>
            <a:ext cx="21469" cy="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1" name="noise-dot-0429">
            <a:extLst xmlns:a="http://schemas.openxmlformats.org/drawingml/2006/main">
              <a:ext uri="{FF2B5EF4-FFF2-40B4-BE49-F238E27FC236}">
                <a16:creationId xmlns:a16="http://schemas.microsoft.com/office/drawing/2014/main" id="{E28151EF-BD6C-48A1-966E-AFD64FF0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367" y="3790807"/>
            <a:ext cx="26784" cy="26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2" name="noise-dot-0430">
            <a:extLst xmlns:a="http://schemas.openxmlformats.org/drawingml/2006/main">
              <a:ext uri="{FF2B5EF4-FFF2-40B4-BE49-F238E27FC236}">
                <a16:creationId xmlns:a16="http://schemas.microsoft.com/office/drawing/2014/main" id="{6F4B384C-4601-4C29-AA85-CABAE52A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958" y="2256939"/>
            <a:ext cx="14773" cy="147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3" name="noise-dot-0431">
            <a:extLst xmlns:a="http://schemas.openxmlformats.org/drawingml/2006/main">
              <a:ext uri="{FF2B5EF4-FFF2-40B4-BE49-F238E27FC236}">
                <a16:creationId xmlns:a16="http://schemas.microsoft.com/office/drawing/2014/main" id="{5DA97AF7-AAF0-409C-8D13-DD15158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512" y="2992345"/>
            <a:ext cx="24527" cy="24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4" name="noise-dot-0432">
            <a:extLst xmlns:a="http://schemas.openxmlformats.org/drawingml/2006/main">
              <a:ext uri="{FF2B5EF4-FFF2-40B4-BE49-F238E27FC236}">
                <a16:creationId xmlns:a16="http://schemas.microsoft.com/office/drawing/2014/main" id="{C5ED9700-A8A1-493C-8890-EC0D52C7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32" y="3064726"/>
            <a:ext cx="25641" cy="25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5" name="noise-dot-0433">
            <a:extLst xmlns:a="http://schemas.openxmlformats.org/drawingml/2006/main">
              <a:ext uri="{FF2B5EF4-FFF2-40B4-BE49-F238E27FC236}">
                <a16:creationId xmlns:a16="http://schemas.microsoft.com/office/drawing/2014/main" id="{4802A343-9F77-44AF-9A14-B1FABAAD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62" y="3111446"/>
            <a:ext cx="15250" cy="1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6" name="noise-dot-0434">
            <a:extLst xmlns:a="http://schemas.openxmlformats.org/drawingml/2006/main">
              <a:ext uri="{FF2B5EF4-FFF2-40B4-BE49-F238E27FC236}">
                <a16:creationId xmlns:a16="http://schemas.microsoft.com/office/drawing/2014/main" id="{71AA96A7-6010-45C6-BE7F-21EC6A94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241" y="2518705"/>
            <a:ext cx="13821" cy="138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7" name="noise-dot-0435">
            <a:extLst xmlns:a="http://schemas.openxmlformats.org/drawingml/2006/main">
              <a:ext uri="{FF2B5EF4-FFF2-40B4-BE49-F238E27FC236}">
                <a16:creationId xmlns:a16="http://schemas.microsoft.com/office/drawing/2014/main" id="{17D398DC-0F86-4519-8542-FFA7E35C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00" y="2311632"/>
            <a:ext cx="25127" cy="25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8" name="noise-dot-0436">
            <a:extLst xmlns:a="http://schemas.openxmlformats.org/drawingml/2006/main">
              <a:ext uri="{FF2B5EF4-FFF2-40B4-BE49-F238E27FC236}">
                <a16:creationId xmlns:a16="http://schemas.microsoft.com/office/drawing/2014/main" id="{5BCF4894-2F76-4B7D-A42C-4D988E69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33" y="3213983"/>
            <a:ext cx="16926" cy="16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9" name="noise-dot-0437">
            <a:extLst xmlns:a="http://schemas.openxmlformats.org/drawingml/2006/main">
              <a:ext uri="{FF2B5EF4-FFF2-40B4-BE49-F238E27FC236}">
                <a16:creationId xmlns:a16="http://schemas.microsoft.com/office/drawing/2014/main" id="{EC0BDB16-9316-4931-8AC5-7940396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708" y="4124849"/>
            <a:ext cx="19612" cy="19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0" name="noise-dot-0438">
            <a:extLst xmlns:a="http://schemas.openxmlformats.org/drawingml/2006/main">
              <a:ext uri="{FF2B5EF4-FFF2-40B4-BE49-F238E27FC236}">
                <a16:creationId xmlns:a16="http://schemas.microsoft.com/office/drawing/2014/main" id="{652CC3C4-AE44-41DF-A26F-759AF0E0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43" y="2864825"/>
            <a:ext cx="30823" cy="30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1" name="noise-dot-0439">
            <a:extLst xmlns:a="http://schemas.openxmlformats.org/drawingml/2006/main">
              <a:ext uri="{FF2B5EF4-FFF2-40B4-BE49-F238E27FC236}">
                <a16:creationId xmlns:a16="http://schemas.microsoft.com/office/drawing/2014/main" id="{51C0951E-D592-4238-99E9-A688859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157" y="3737353"/>
            <a:ext cx="32814" cy="328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2" name="noise-dot-0440">
            <a:extLst xmlns:a="http://schemas.openxmlformats.org/drawingml/2006/main">
              <a:ext uri="{FF2B5EF4-FFF2-40B4-BE49-F238E27FC236}">
                <a16:creationId xmlns:a16="http://schemas.microsoft.com/office/drawing/2014/main" id="{E87C4B1F-BD12-4457-9022-11065C2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761" y="2590895"/>
            <a:ext cx="12687" cy="12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3" name="noise-dot-0441">
            <a:extLst xmlns:a="http://schemas.openxmlformats.org/drawingml/2006/main">
              <a:ext uri="{FF2B5EF4-FFF2-40B4-BE49-F238E27FC236}">
                <a16:creationId xmlns:a16="http://schemas.microsoft.com/office/drawing/2014/main" id="{8135E82A-331C-469A-8581-DA5C41D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490" y="3337360"/>
            <a:ext cx="19479" cy="19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4" name="noise-dot-0442">
            <a:extLst xmlns:a="http://schemas.openxmlformats.org/drawingml/2006/main">
              <a:ext uri="{FF2B5EF4-FFF2-40B4-BE49-F238E27FC236}">
                <a16:creationId xmlns:a16="http://schemas.microsoft.com/office/drawing/2014/main" id="{BB4536FB-B0D8-4739-AE6A-2C5C60E3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69" y="2631415"/>
            <a:ext cx="22879" cy="22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5" name="noise-dot-0443">
            <a:extLst xmlns:a="http://schemas.openxmlformats.org/drawingml/2006/main">
              <a:ext uri="{FF2B5EF4-FFF2-40B4-BE49-F238E27FC236}">
                <a16:creationId xmlns:a16="http://schemas.microsoft.com/office/drawing/2014/main" id="{5FF37F43-1507-4572-B2B6-420BA56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18" y="4019998"/>
            <a:ext cx="21888" cy="21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6" name="noise-dot-0444">
            <a:extLst xmlns:a="http://schemas.openxmlformats.org/drawingml/2006/main">
              <a:ext uri="{FF2B5EF4-FFF2-40B4-BE49-F238E27FC236}">
                <a16:creationId xmlns:a16="http://schemas.microsoft.com/office/drawing/2014/main" id="{B289FCF0-FA57-4691-B602-B93152FF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31" y="2496569"/>
            <a:ext cx="22593" cy="22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7" name="noise-dot-0445">
            <a:extLst xmlns:a="http://schemas.openxmlformats.org/drawingml/2006/main">
              <a:ext uri="{FF2B5EF4-FFF2-40B4-BE49-F238E27FC236}">
                <a16:creationId xmlns:a16="http://schemas.microsoft.com/office/drawing/2014/main" id="{865EBCE0-CFC2-40D1-8576-73A1BF51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96" y="3493027"/>
            <a:ext cx="16469" cy="16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8" name="noise-dot-0446">
            <a:extLst xmlns:a="http://schemas.openxmlformats.org/drawingml/2006/main">
              <a:ext uri="{FF2B5EF4-FFF2-40B4-BE49-F238E27FC236}">
                <a16:creationId xmlns:a16="http://schemas.microsoft.com/office/drawing/2014/main" id="{EDB7A240-9ECA-41C6-A308-7A1795B0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8" y="2226478"/>
            <a:ext cx="32699" cy="32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9" name="noise-dot-0447">
            <a:extLst xmlns:a="http://schemas.openxmlformats.org/drawingml/2006/main">
              <a:ext uri="{FF2B5EF4-FFF2-40B4-BE49-F238E27FC236}">
                <a16:creationId xmlns:a16="http://schemas.microsoft.com/office/drawing/2014/main" id="{8AC8A227-5E4B-4D60-9E6D-67EE79B9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813" y="2976810"/>
            <a:ext cx="19145" cy="19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0" name="noise-dot-0448">
            <a:extLst xmlns:a="http://schemas.openxmlformats.org/drawingml/2006/main">
              <a:ext uri="{FF2B5EF4-FFF2-40B4-BE49-F238E27FC236}">
                <a16:creationId xmlns:a16="http://schemas.microsoft.com/office/drawing/2014/main" id="{1E9DF71A-B824-4C25-A854-2010B08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62" y="2365829"/>
            <a:ext cx="14507" cy="14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1" name="noise-dot-0449">
            <a:extLst xmlns:a="http://schemas.openxmlformats.org/drawingml/2006/main">
              <a:ext uri="{FF2B5EF4-FFF2-40B4-BE49-F238E27FC236}">
                <a16:creationId xmlns:a16="http://schemas.microsoft.com/office/drawing/2014/main" id="{8C58F4C3-3EEA-476B-B428-2FD55889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313" y="2926728"/>
            <a:ext cx="22841" cy="228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2" name="noise-dot-0450">
            <a:extLst xmlns:a="http://schemas.openxmlformats.org/drawingml/2006/main">
              <a:ext uri="{FF2B5EF4-FFF2-40B4-BE49-F238E27FC236}">
                <a16:creationId xmlns:a16="http://schemas.microsoft.com/office/drawing/2014/main" id="{2A0DDA63-E135-4395-BD01-A300920B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70" y="3405683"/>
            <a:ext cx="14173" cy="141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3" name="noise-dot-0451">
            <a:extLst xmlns:a="http://schemas.openxmlformats.org/drawingml/2006/main">
              <a:ext uri="{FF2B5EF4-FFF2-40B4-BE49-F238E27FC236}">
                <a16:creationId xmlns:a16="http://schemas.microsoft.com/office/drawing/2014/main" id="{4370AB4A-446A-494E-96D4-CB0A9E5F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87" y="3696529"/>
            <a:ext cx="20107" cy="20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4" name="noise-dot-0452">
            <a:extLst xmlns:a="http://schemas.openxmlformats.org/drawingml/2006/main">
              <a:ext uri="{FF2B5EF4-FFF2-40B4-BE49-F238E27FC236}">
                <a16:creationId xmlns:a16="http://schemas.microsoft.com/office/drawing/2014/main" id="{B4F630E9-E7FA-4939-B96A-C32FC9E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65" y="3106874"/>
            <a:ext cx="24422" cy="24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5" name="noise-dot-0453">
            <a:extLst xmlns:a="http://schemas.openxmlformats.org/drawingml/2006/main">
              <a:ext uri="{FF2B5EF4-FFF2-40B4-BE49-F238E27FC236}">
                <a16:creationId xmlns:a16="http://schemas.microsoft.com/office/drawing/2014/main" id="{D54697A2-0D05-4F42-8540-A578D88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959" y="3402587"/>
            <a:ext cx="17240" cy="1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6" name="noise-dot-0454">
            <a:extLst xmlns:a="http://schemas.openxmlformats.org/drawingml/2006/main">
              <a:ext uri="{FF2B5EF4-FFF2-40B4-BE49-F238E27FC236}">
                <a16:creationId xmlns:a16="http://schemas.microsoft.com/office/drawing/2014/main" id="{27925EFD-66D6-411B-B98C-555ED5C0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5" y="3727675"/>
            <a:ext cx="28346" cy="28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7" name="noise-dot-0455">
            <a:extLst xmlns:a="http://schemas.openxmlformats.org/drawingml/2006/main">
              <a:ext uri="{FF2B5EF4-FFF2-40B4-BE49-F238E27FC236}">
                <a16:creationId xmlns:a16="http://schemas.microsoft.com/office/drawing/2014/main" id="{45169C08-543D-4FA2-BA35-1F310CA8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505" y="3210249"/>
            <a:ext cx="13430" cy="13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8" name="noise-dot-0456">
            <a:extLst xmlns:a="http://schemas.openxmlformats.org/drawingml/2006/main">
              <a:ext uri="{FF2B5EF4-FFF2-40B4-BE49-F238E27FC236}">
                <a16:creationId xmlns:a16="http://schemas.microsoft.com/office/drawing/2014/main" id="{42344252-B5F9-4D16-B626-6636D50F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691" y="2301792"/>
            <a:ext cx="26508" cy="26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9" name="noise-dot-0457">
            <a:extLst xmlns:a="http://schemas.openxmlformats.org/drawingml/2006/main">
              <a:ext uri="{FF2B5EF4-FFF2-40B4-BE49-F238E27FC236}">
                <a16:creationId xmlns:a16="http://schemas.microsoft.com/office/drawing/2014/main" id="{3BFB156D-31FF-4727-9448-91D57425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154" y="2485034"/>
            <a:ext cx="30842" cy="30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0" name="noise-dot-0458">
            <a:extLst xmlns:a="http://schemas.openxmlformats.org/drawingml/2006/main">
              <a:ext uri="{FF2B5EF4-FFF2-40B4-BE49-F238E27FC236}">
                <a16:creationId xmlns:a16="http://schemas.microsoft.com/office/drawing/2014/main" id="{6FC6F259-EBF1-451C-B519-046FB4F2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525" y="2226640"/>
            <a:ext cx="15850" cy="1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1" name="noise-dot-0459">
            <a:extLst xmlns:a="http://schemas.openxmlformats.org/drawingml/2006/main">
              <a:ext uri="{FF2B5EF4-FFF2-40B4-BE49-F238E27FC236}">
                <a16:creationId xmlns:a16="http://schemas.microsoft.com/office/drawing/2014/main" id="{2396E979-DA3B-4467-99BE-74F2526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58" y="2406406"/>
            <a:ext cx="31375" cy="31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2" name="noise-dot-0460">
            <a:extLst xmlns:a="http://schemas.openxmlformats.org/drawingml/2006/main">
              <a:ext uri="{FF2B5EF4-FFF2-40B4-BE49-F238E27FC236}">
                <a16:creationId xmlns:a16="http://schemas.microsoft.com/office/drawing/2014/main" id="{0F3673C9-A75D-4FD9-B66C-F9A9D0C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39" y="3270952"/>
            <a:ext cx="16516" cy="16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3" name="noise-dot-0461">
            <a:extLst xmlns:a="http://schemas.openxmlformats.org/drawingml/2006/main">
              <a:ext uri="{FF2B5EF4-FFF2-40B4-BE49-F238E27FC236}">
                <a16:creationId xmlns:a16="http://schemas.microsoft.com/office/drawing/2014/main" id="{55FE1915-6829-4118-93F1-0B9F0771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38" y="3769281"/>
            <a:ext cx="15764" cy="15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4" name="noise-dot-0462">
            <a:extLst xmlns:a="http://schemas.openxmlformats.org/drawingml/2006/main">
              <a:ext uri="{FF2B5EF4-FFF2-40B4-BE49-F238E27FC236}">
                <a16:creationId xmlns:a16="http://schemas.microsoft.com/office/drawing/2014/main" id="{CC1405EF-F6AB-4082-A826-970F1748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48" y="2332396"/>
            <a:ext cx="28785" cy="28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5" name="noise-dot-0463">
            <a:extLst xmlns:a="http://schemas.openxmlformats.org/drawingml/2006/main">
              <a:ext uri="{FF2B5EF4-FFF2-40B4-BE49-F238E27FC236}">
                <a16:creationId xmlns:a16="http://schemas.microsoft.com/office/drawing/2014/main" id="{64BC6F3F-B3E1-403D-8627-457E0B5A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41" y="3770081"/>
            <a:ext cx="16021" cy="16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6" name="noise-dot-0464">
            <a:extLst xmlns:a="http://schemas.openxmlformats.org/drawingml/2006/main">
              <a:ext uri="{FF2B5EF4-FFF2-40B4-BE49-F238E27FC236}">
                <a16:creationId xmlns:a16="http://schemas.microsoft.com/office/drawing/2014/main" id="{98461DE2-150C-4284-A96B-8F09EEF6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33" y="2166118"/>
            <a:ext cx="15554" cy="155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7" name="noise-dot-0465">
            <a:extLst xmlns:a="http://schemas.openxmlformats.org/drawingml/2006/main">
              <a:ext uri="{FF2B5EF4-FFF2-40B4-BE49-F238E27FC236}">
                <a16:creationId xmlns:a16="http://schemas.microsoft.com/office/drawing/2014/main" id="{C35746CC-6F6F-48EC-B3B2-292625CE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930" y="2925909"/>
            <a:ext cx="22469" cy="22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8" name="noise-dot-0466">
            <a:extLst xmlns:a="http://schemas.openxmlformats.org/drawingml/2006/main">
              <a:ext uri="{FF2B5EF4-FFF2-40B4-BE49-F238E27FC236}">
                <a16:creationId xmlns:a16="http://schemas.microsoft.com/office/drawing/2014/main" id="{D79872FF-C95B-46C2-B564-D85B08BE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036" y="3864493"/>
            <a:ext cx="24936" cy="24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9" name="noise-dot-0467">
            <a:extLst xmlns:a="http://schemas.openxmlformats.org/drawingml/2006/main">
              <a:ext uri="{FF2B5EF4-FFF2-40B4-BE49-F238E27FC236}">
                <a16:creationId xmlns:a16="http://schemas.microsoft.com/office/drawing/2014/main" id="{52D9E1AC-331E-4A99-9E5F-F5C02AF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575" y="2677849"/>
            <a:ext cx="19269" cy="19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0" name="noise-dot-0468">
            <a:extLst xmlns:a="http://schemas.openxmlformats.org/drawingml/2006/main">
              <a:ext uri="{FF2B5EF4-FFF2-40B4-BE49-F238E27FC236}">
                <a16:creationId xmlns:a16="http://schemas.microsoft.com/office/drawing/2014/main" id="{7B72CC60-E009-411F-BA94-7CCC385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6" y="3880142"/>
            <a:ext cx="23051" cy="23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1" name="noise-dot-0469">
            <a:extLst xmlns:a="http://schemas.openxmlformats.org/drawingml/2006/main">
              <a:ext uri="{FF2B5EF4-FFF2-40B4-BE49-F238E27FC236}">
                <a16:creationId xmlns:a16="http://schemas.microsoft.com/office/drawing/2014/main" id="{8C560117-7BDC-4DB5-AC3F-B4B63F9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022" y="2852880"/>
            <a:ext cx="16345" cy="16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2" name="noise-dot-0470">
            <a:extLst xmlns:a="http://schemas.openxmlformats.org/drawingml/2006/main">
              <a:ext uri="{FF2B5EF4-FFF2-40B4-BE49-F238E27FC236}">
                <a16:creationId xmlns:a16="http://schemas.microsoft.com/office/drawing/2014/main" id="{D46F62DC-566E-456E-A6CB-903E563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61" y="2850709"/>
            <a:ext cx="12887" cy="12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3" name="noise-dot-0471">
            <a:extLst xmlns:a="http://schemas.openxmlformats.org/drawingml/2006/main">
              <a:ext uri="{FF2B5EF4-FFF2-40B4-BE49-F238E27FC236}">
                <a16:creationId xmlns:a16="http://schemas.microsoft.com/office/drawing/2014/main" id="{8972720B-6FD3-4D6E-8177-6A33DD06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753" y="2662361"/>
            <a:ext cx="12868" cy="128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4" name="noise-dot-0472">
            <a:extLst xmlns:a="http://schemas.openxmlformats.org/drawingml/2006/main">
              <a:ext uri="{FF2B5EF4-FFF2-40B4-BE49-F238E27FC236}">
                <a16:creationId xmlns:a16="http://schemas.microsoft.com/office/drawing/2014/main" id="{38EC4B21-C8D1-4297-AA3E-DFBE8BDB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910" y="2428332"/>
            <a:ext cx="15335" cy="15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5" name="noise-dot-0473">
            <a:extLst xmlns:a="http://schemas.openxmlformats.org/drawingml/2006/main">
              <a:ext uri="{FF2B5EF4-FFF2-40B4-BE49-F238E27FC236}">
                <a16:creationId xmlns:a16="http://schemas.microsoft.com/office/drawing/2014/main" id="{216380FB-53B0-4D4E-843C-3EF5610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4" y="3101711"/>
            <a:ext cx="27994" cy="27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6" name="noise-dot-0474">
            <a:extLst xmlns:a="http://schemas.openxmlformats.org/drawingml/2006/main">
              <a:ext uri="{FF2B5EF4-FFF2-40B4-BE49-F238E27FC236}">
                <a16:creationId xmlns:a16="http://schemas.microsoft.com/office/drawing/2014/main" id="{96602F2B-A100-4DED-99FC-FB2A201E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1" y="3427809"/>
            <a:ext cx="25679" cy="25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7" name="noise-dot-0475">
            <a:extLst xmlns:a="http://schemas.openxmlformats.org/drawingml/2006/main">
              <a:ext uri="{FF2B5EF4-FFF2-40B4-BE49-F238E27FC236}">
                <a16:creationId xmlns:a16="http://schemas.microsoft.com/office/drawing/2014/main" id="{FDBF439A-FCFA-4296-8B1B-92BE1782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574" y="3355543"/>
            <a:ext cx="24622" cy="2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8" name="noise-dot-0476">
            <a:extLst xmlns:a="http://schemas.openxmlformats.org/drawingml/2006/main">
              <a:ext uri="{FF2B5EF4-FFF2-40B4-BE49-F238E27FC236}">
                <a16:creationId xmlns:a16="http://schemas.microsoft.com/office/drawing/2014/main" id="{2DA1EEBF-F4E9-4661-979A-FA24401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479" y="2733523"/>
            <a:ext cx="22689" cy="226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9" name="noise-dot-0477">
            <a:extLst xmlns:a="http://schemas.openxmlformats.org/drawingml/2006/main">
              <a:ext uri="{FF2B5EF4-FFF2-40B4-BE49-F238E27FC236}">
                <a16:creationId xmlns:a16="http://schemas.microsoft.com/office/drawing/2014/main" id="{2C9B4BB6-4E99-48BC-B87D-73F48E7D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06" y="3239805"/>
            <a:ext cx="22936" cy="22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0" name="noise-dot-0478">
            <a:extLst xmlns:a="http://schemas.openxmlformats.org/drawingml/2006/main">
              <a:ext uri="{FF2B5EF4-FFF2-40B4-BE49-F238E27FC236}">
                <a16:creationId xmlns:a16="http://schemas.microsoft.com/office/drawing/2014/main" id="{F5780226-4095-47EE-87E8-9F4DF2E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498" y="2679973"/>
            <a:ext cx="30861" cy="30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1" name="noise-dot-0479">
            <a:extLst xmlns:a="http://schemas.openxmlformats.org/drawingml/2006/main">
              <a:ext uri="{FF2B5EF4-FFF2-40B4-BE49-F238E27FC236}">
                <a16:creationId xmlns:a16="http://schemas.microsoft.com/office/drawing/2014/main" id="{D0A57A91-D762-4ED4-9B50-31500E9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40" y="3566770"/>
            <a:ext cx="31423" cy="31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2" name="noise-dot-0480">
            <a:extLst xmlns:a="http://schemas.openxmlformats.org/drawingml/2006/main">
              <a:ext uri="{FF2B5EF4-FFF2-40B4-BE49-F238E27FC236}">
                <a16:creationId xmlns:a16="http://schemas.microsoft.com/office/drawing/2014/main" id="{E48079B1-7378-406C-89CE-11841634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345" y="3848805"/>
            <a:ext cx="16250" cy="1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3" name="noise-dot-0481">
            <a:extLst xmlns:a="http://schemas.openxmlformats.org/drawingml/2006/main">
              <a:ext uri="{FF2B5EF4-FFF2-40B4-BE49-F238E27FC236}">
                <a16:creationId xmlns:a16="http://schemas.microsoft.com/office/drawing/2014/main" id="{8437DAC5-CDE2-42E2-BDC9-6AF7BE41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81" y="3257941"/>
            <a:ext cx="15859" cy="15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4" name="noise-dot-0482">
            <a:extLst xmlns:a="http://schemas.openxmlformats.org/drawingml/2006/main">
              <a:ext uri="{FF2B5EF4-FFF2-40B4-BE49-F238E27FC236}">
                <a16:creationId xmlns:a16="http://schemas.microsoft.com/office/drawing/2014/main" id="{5142F0CE-5913-4F6A-A333-1F40C785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22" y="3901316"/>
            <a:ext cx="12497" cy="12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5" name="noise-dot-0483">
            <a:extLst xmlns:a="http://schemas.openxmlformats.org/drawingml/2006/main">
              <a:ext uri="{FF2B5EF4-FFF2-40B4-BE49-F238E27FC236}">
                <a16:creationId xmlns:a16="http://schemas.microsoft.com/office/drawing/2014/main" id="{C96CA55A-7229-4439-9C52-1C02445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278" y="2516896"/>
            <a:ext cx="24089" cy="240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6" name="noise-dot-0484">
            <a:extLst xmlns:a="http://schemas.openxmlformats.org/drawingml/2006/main">
              <a:ext uri="{FF2B5EF4-FFF2-40B4-BE49-F238E27FC236}">
                <a16:creationId xmlns:a16="http://schemas.microsoft.com/office/drawing/2014/main" id="{BE90681D-523B-46FD-B4AD-39DF6610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32" y="2683650"/>
            <a:ext cx="14154" cy="14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7" name="noise-dot-0485">
            <a:extLst xmlns:a="http://schemas.openxmlformats.org/drawingml/2006/main">
              <a:ext uri="{FF2B5EF4-FFF2-40B4-BE49-F238E27FC236}">
                <a16:creationId xmlns:a16="http://schemas.microsoft.com/office/drawing/2014/main" id="{8245D97A-064D-4340-BE11-678CC9F0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40" y="3910851"/>
            <a:ext cx="21593" cy="21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8" name="noise-dot-0486">
            <a:extLst xmlns:a="http://schemas.openxmlformats.org/drawingml/2006/main">
              <a:ext uri="{FF2B5EF4-FFF2-40B4-BE49-F238E27FC236}">
                <a16:creationId xmlns:a16="http://schemas.microsoft.com/office/drawing/2014/main" id="{6FF3D97D-A79B-4346-9E7C-046D1B9F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49" y="3491865"/>
            <a:ext cx="23879" cy="23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9" name="noise-dot-0487">
            <a:extLst xmlns:a="http://schemas.openxmlformats.org/drawingml/2006/main">
              <a:ext uri="{FF2B5EF4-FFF2-40B4-BE49-F238E27FC236}">
                <a16:creationId xmlns:a16="http://schemas.microsoft.com/office/drawing/2014/main" id="{377ACC6A-699A-450A-8029-0FB1544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9" y="2541403"/>
            <a:ext cx="22660" cy="22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0" name="noise-dot-0488">
            <a:extLst xmlns:a="http://schemas.openxmlformats.org/drawingml/2006/main">
              <a:ext uri="{FF2B5EF4-FFF2-40B4-BE49-F238E27FC236}">
                <a16:creationId xmlns:a16="http://schemas.microsoft.com/office/drawing/2014/main" id="{EF824AEC-0ECD-416F-8FA5-C474ED74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658" y="2942092"/>
            <a:ext cx="32042" cy="32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1" name="noise-dot-0489">
            <a:extLst xmlns:a="http://schemas.openxmlformats.org/drawingml/2006/main">
              <a:ext uri="{FF2B5EF4-FFF2-40B4-BE49-F238E27FC236}">
                <a16:creationId xmlns:a16="http://schemas.microsoft.com/office/drawing/2014/main" id="{A6C5A37B-79B4-4931-BBDB-54CCC5C9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" y="4141308"/>
            <a:ext cx="12744" cy="12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2" name="noise-dot-0490">
            <a:extLst xmlns:a="http://schemas.openxmlformats.org/drawingml/2006/main">
              <a:ext uri="{FF2B5EF4-FFF2-40B4-BE49-F238E27FC236}">
                <a16:creationId xmlns:a16="http://schemas.microsoft.com/office/drawing/2014/main" id="{4E1F9E20-F929-4D10-AE40-3B67D978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86" y="2280104"/>
            <a:ext cx="23241" cy="23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3" name="noise-dot-0491">
            <a:extLst xmlns:a="http://schemas.openxmlformats.org/drawingml/2006/main">
              <a:ext uri="{FF2B5EF4-FFF2-40B4-BE49-F238E27FC236}">
                <a16:creationId xmlns:a16="http://schemas.microsoft.com/office/drawing/2014/main" id="{6BECD3E7-79E7-4E03-9EC4-149846F3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87" y="3115351"/>
            <a:ext cx="27699" cy="27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4" name="noise-dot-0492">
            <a:extLst xmlns:a="http://schemas.openxmlformats.org/drawingml/2006/main">
              <a:ext uri="{FF2B5EF4-FFF2-40B4-BE49-F238E27FC236}">
                <a16:creationId xmlns:a16="http://schemas.microsoft.com/office/drawing/2014/main" id="{D03E2C5B-F36E-4A2D-8F98-CAC242E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70" y="3864178"/>
            <a:ext cx="14573" cy="14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5" name="noise-dot-0493">
            <a:extLst xmlns:a="http://schemas.openxmlformats.org/drawingml/2006/main">
              <a:ext uri="{FF2B5EF4-FFF2-40B4-BE49-F238E27FC236}">
                <a16:creationId xmlns:a16="http://schemas.microsoft.com/office/drawing/2014/main" id="{DE1B74F6-726F-4C51-8F36-814BBB10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04" y="2916631"/>
            <a:ext cx="19726" cy="19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6" name="noise-dot-0494">
            <a:extLst xmlns:a="http://schemas.openxmlformats.org/drawingml/2006/main">
              <a:ext uri="{FF2B5EF4-FFF2-40B4-BE49-F238E27FC236}">
                <a16:creationId xmlns:a16="http://schemas.microsoft.com/office/drawing/2014/main" id="{993823CB-AD49-4FDD-8709-D4FF1846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47" y="3356934"/>
            <a:ext cx="13411" cy="13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7" name="noise-dot-0495">
            <a:extLst xmlns:a="http://schemas.openxmlformats.org/drawingml/2006/main">
              <a:ext uri="{FF2B5EF4-FFF2-40B4-BE49-F238E27FC236}">
                <a16:creationId xmlns:a16="http://schemas.microsoft.com/office/drawing/2014/main" id="{DB68EF65-434D-456B-90ED-4867E275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38" y="2781176"/>
            <a:ext cx="28442" cy="28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8" name="noise-dot-0496">
            <a:extLst xmlns:a="http://schemas.openxmlformats.org/drawingml/2006/main">
              <a:ext uri="{FF2B5EF4-FFF2-40B4-BE49-F238E27FC236}">
                <a16:creationId xmlns:a16="http://schemas.microsoft.com/office/drawing/2014/main" id="{A41A6E64-9CD1-4614-A879-59900779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3" y="3726532"/>
            <a:ext cx="20726" cy="20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9" name="noise-dot-0497">
            <a:extLst xmlns:a="http://schemas.openxmlformats.org/drawingml/2006/main">
              <a:ext uri="{FF2B5EF4-FFF2-40B4-BE49-F238E27FC236}">
                <a16:creationId xmlns:a16="http://schemas.microsoft.com/office/drawing/2014/main" id="{9364AF0F-EDC0-4FAD-8535-57980F57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41" y="3322749"/>
            <a:ext cx="11944" cy="11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0" name="noise-dot-0498">
            <a:extLst xmlns:a="http://schemas.openxmlformats.org/drawingml/2006/main">
              <a:ext uri="{FF2B5EF4-FFF2-40B4-BE49-F238E27FC236}">
                <a16:creationId xmlns:a16="http://schemas.microsoft.com/office/drawing/2014/main" id="{40955142-68A2-46A7-A9B2-A9706F36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38" y="2639635"/>
            <a:ext cx="16107" cy="16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1" name="noise-dot-0499">
            <a:extLst xmlns:a="http://schemas.openxmlformats.org/drawingml/2006/main">
              <a:ext uri="{FF2B5EF4-FFF2-40B4-BE49-F238E27FC236}">
                <a16:creationId xmlns:a16="http://schemas.microsoft.com/office/drawing/2014/main" id="{55380C89-0B19-4E0F-8533-3109C721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606" y="2930928"/>
            <a:ext cx="24555" cy="24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2" name="noise-dot-0500">
            <a:extLst xmlns:a="http://schemas.openxmlformats.org/drawingml/2006/main">
              <a:ext uri="{FF2B5EF4-FFF2-40B4-BE49-F238E27FC236}">
                <a16:creationId xmlns:a16="http://schemas.microsoft.com/office/drawing/2014/main" id="{93EB3F82-67CE-4643-AD2C-F4F12D84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99" y="3991213"/>
            <a:ext cx="24946" cy="249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3" name="noise-dot-0501">
            <a:extLst xmlns:a="http://schemas.openxmlformats.org/drawingml/2006/main">
              <a:ext uri="{FF2B5EF4-FFF2-40B4-BE49-F238E27FC236}">
                <a16:creationId xmlns:a16="http://schemas.microsoft.com/office/drawing/2014/main" id="{F492DC1C-1B95-4BA0-8DF0-8B253E4F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66" y="2207152"/>
            <a:ext cx="20145" cy="20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4" name="noise-dot-0502">
            <a:extLst xmlns:a="http://schemas.openxmlformats.org/drawingml/2006/main">
              <a:ext uri="{FF2B5EF4-FFF2-40B4-BE49-F238E27FC236}">
                <a16:creationId xmlns:a16="http://schemas.microsoft.com/office/drawing/2014/main" id="{F1E8DC4C-256C-4361-BD3C-22A98ED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02" y="2119370"/>
            <a:ext cx="15135" cy="15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5" name="noise-dot-0503">
            <a:extLst xmlns:a="http://schemas.openxmlformats.org/drawingml/2006/main">
              <a:ext uri="{FF2B5EF4-FFF2-40B4-BE49-F238E27FC236}">
                <a16:creationId xmlns:a16="http://schemas.microsoft.com/office/drawing/2014/main" id="{D5D94A73-A08B-42B3-843E-9EC96354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7" y="2133676"/>
            <a:ext cx="27594" cy="27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6" name="noise-dot-0504">
            <a:extLst xmlns:a="http://schemas.openxmlformats.org/drawingml/2006/main">
              <a:ext uri="{FF2B5EF4-FFF2-40B4-BE49-F238E27FC236}">
                <a16:creationId xmlns:a16="http://schemas.microsoft.com/office/drawing/2014/main" id="{D2DFE5AF-2C32-48DA-81FE-3A43682F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0904"/>
            <a:ext cx="32614" cy="32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7" name="noise-dot-0505">
            <a:extLst xmlns:a="http://schemas.openxmlformats.org/drawingml/2006/main">
              <a:ext uri="{FF2B5EF4-FFF2-40B4-BE49-F238E27FC236}">
                <a16:creationId xmlns:a16="http://schemas.microsoft.com/office/drawing/2014/main" id="{B8811370-970C-46F2-8BFC-A353E1E2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08" y="3583877"/>
            <a:ext cx="23822" cy="23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8" name="noise-dot-0506">
            <a:extLst xmlns:a="http://schemas.openxmlformats.org/drawingml/2006/main">
              <a:ext uri="{FF2B5EF4-FFF2-40B4-BE49-F238E27FC236}">
                <a16:creationId xmlns:a16="http://schemas.microsoft.com/office/drawing/2014/main" id="{163E0C9C-946E-489D-A959-DAED5C62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35" y="2858853"/>
            <a:ext cx="32185" cy="32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9" name="noise-dot-0507">
            <a:extLst xmlns:a="http://schemas.openxmlformats.org/drawingml/2006/main">
              <a:ext uri="{FF2B5EF4-FFF2-40B4-BE49-F238E27FC236}">
                <a16:creationId xmlns:a16="http://schemas.microsoft.com/office/drawing/2014/main" id="{8728E0AE-6F0E-49EF-9838-A3F42DB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764" y="3930815"/>
            <a:ext cx="17212" cy="17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0" name="noise-dot-0508">
            <a:extLst xmlns:a="http://schemas.openxmlformats.org/drawingml/2006/main">
              <a:ext uri="{FF2B5EF4-FFF2-40B4-BE49-F238E27FC236}">
                <a16:creationId xmlns:a16="http://schemas.microsoft.com/office/drawing/2014/main" id="{B3164315-049D-4B11-8C46-536E2F9E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580" y="2469642"/>
            <a:ext cx="16964" cy="169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1" name="noise-dot-0509">
            <a:extLst xmlns:a="http://schemas.openxmlformats.org/drawingml/2006/main">
              <a:ext uri="{FF2B5EF4-FFF2-40B4-BE49-F238E27FC236}">
                <a16:creationId xmlns:a16="http://schemas.microsoft.com/office/drawing/2014/main" id="{C8FADB30-162E-4B5E-A15C-A1D091A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14" y="2484530"/>
            <a:ext cx="26422" cy="26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2" name="noise-dot-0510">
            <a:extLst xmlns:a="http://schemas.openxmlformats.org/drawingml/2006/main">
              <a:ext uri="{FF2B5EF4-FFF2-40B4-BE49-F238E27FC236}">
                <a16:creationId xmlns:a16="http://schemas.microsoft.com/office/drawing/2014/main" id="{26492245-8146-447A-A6D2-C3AAD13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87" y="3703863"/>
            <a:ext cx="18983" cy="18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3" name="noise-dot-0511">
            <a:extLst xmlns:a="http://schemas.openxmlformats.org/drawingml/2006/main">
              <a:ext uri="{FF2B5EF4-FFF2-40B4-BE49-F238E27FC236}">
                <a16:creationId xmlns:a16="http://schemas.microsoft.com/office/drawing/2014/main" id="{EB729A43-F82C-40DA-9480-31D16DE4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055315"/>
            <a:ext cx="12725" cy="12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4" name="noise-dot-0512">
            <a:extLst xmlns:a="http://schemas.openxmlformats.org/drawingml/2006/main">
              <a:ext uri="{FF2B5EF4-FFF2-40B4-BE49-F238E27FC236}">
                <a16:creationId xmlns:a16="http://schemas.microsoft.com/office/drawing/2014/main" id="{727053E9-3C6F-4D41-9351-3E400162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074" y="2796378"/>
            <a:ext cx="20755" cy="20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5" name="noise-dot-0513">
            <a:extLst xmlns:a="http://schemas.openxmlformats.org/drawingml/2006/main">
              <a:ext uri="{FF2B5EF4-FFF2-40B4-BE49-F238E27FC236}">
                <a16:creationId xmlns:a16="http://schemas.microsoft.com/office/drawing/2014/main" id="{0A808AE2-7972-4782-9BDE-430D1302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287" y="3898030"/>
            <a:ext cx="25146" cy="25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6" name="noise-dot-0514">
            <a:extLst xmlns:a="http://schemas.openxmlformats.org/drawingml/2006/main">
              <a:ext uri="{FF2B5EF4-FFF2-40B4-BE49-F238E27FC236}">
                <a16:creationId xmlns:a16="http://schemas.microsoft.com/office/drawing/2014/main" id="{55225BCE-78F5-4F6C-87A3-26A35B1F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420" y="2592029"/>
            <a:ext cx="24527" cy="24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7" name="noise-dot-0515">
            <a:extLst xmlns:a="http://schemas.openxmlformats.org/drawingml/2006/main">
              <a:ext uri="{FF2B5EF4-FFF2-40B4-BE49-F238E27FC236}">
                <a16:creationId xmlns:a16="http://schemas.microsoft.com/office/drawing/2014/main" id="{8EB61C07-D88B-4085-A385-7CC296A3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148" y="3232404"/>
            <a:ext cx="32718" cy="32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8" name="noise-dot-0516">
            <a:extLst xmlns:a="http://schemas.openxmlformats.org/drawingml/2006/main">
              <a:ext uri="{FF2B5EF4-FFF2-40B4-BE49-F238E27FC236}">
                <a16:creationId xmlns:a16="http://schemas.microsoft.com/office/drawing/2014/main" id="{E37326A0-D8A3-48F0-855A-2617E918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429" y="2728598"/>
            <a:ext cx="31137" cy="31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9" name="noise-dot-0517">
            <a:extLst xmlns:a="http://schemas.openxmlformats.org/drawingml/2006/main">
              <a:ext uri="{FF2B5EF4-FFF2-40B4-BE49-F238E27FC236}">
                <a16:creationId xmlns:a16="http://schemas.microsoft.com/office/drawing/2014/main" id="{5B877A9C-16BB-445A-BC16-0B367BAB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10" y="3363258"/>
            <a:ext cx="21888" cy="21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0" name="noise-dot-0518">
            <a:extLst xmlns:a="http://schemas.openxmlformats.org/drawingml/2006/main">
              <a:ext uri="{FF2B5EF4-FFF2-40B4-BE49-F238E27FC236}">
                <a16:creationId xmlns:a16="http://schemas.microsoft.com/office/drawing/2014/main" id="{755AD55A-0706-45C3-BAA6-DFAFF3B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193" y="3625929"/>
            <a:ext cx="26470" cy="26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1" name="noise-dot-0519">
            <a:extLst xmlns:a="http://schemas.openxmlformats.org/drawingml/2006/main">
              <a:ext uri="{FF2B5EF4-FFF2-40B4-BE49-F238E27FC236}">
                <a16:creationId xmlns:a16="http://schemas.microsoft.com/office/drawing/2014/main" id="{1DA36CD8-F7CF-4B32-AD0B-BFB5FA44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293" y="2863310"/>
            <a:ext cx="29051" cy="29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2" name="noise-dot-0520">
            <a:extLst xmlns:a="http://schemas.openxmlformats.org/drawingml/2006/main">
              <a:ext uri="{FF2B5EF4-FFF2-40B4-BE49-F238E27FC236}">
                <a16:creationId xmlns:a16="http://schemas.microsoft.com/office/drawing/2014/main" id="{FFBAF757-44BE-411E-9965-00B34441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75" y="3216583"/>
            <a:ext cx="18850" cy="18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3" name="noise-dot-0521">
            <a:extLst xmlns:a="http://schemas.openxmlformats.org/drawingml/2006/main">
              <a:ext uri="{FF2B5EF4-FFF2-40B4-BE49-F238E27FC236}">
                <a16:creationId xmlns:a16="http://schemas.microsoft.com/office/drawing/2014/main" id="{0D3CA8F5-D886-427E-B0F7-D244BFA5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20" y="3642674"/>
            <a:ext cx="29280" cy="29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4" name="noise-dot-0522">
            <a:extLst xmlns:a="http://schemas.openxmlformats.org/drawingml/2006/main">
              <a:ext uri="{FF2B5EF4-FFF2-40B4-BE49-F238E27FC236}">
                <a16:creationId xmlns:a16="http://schemas.microsoft.com/office/drawing/2014/main" id="{3FD1DBBC-5004-4938-9070-C66FE1D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" y="2474443"/>
            <a:ext cx="18021" cy="18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5" name="noise-dot-0523">
            <a:extLst xmlns:a="http://schemas.openxmlformats.org/drawingml/2006/main">
              <a:ext uri="{FF2B5EF4-FFF2-40B4-BE49-F238E27FC236}">
                <a16:creationId xmlns:a16="http://schemas.microsoft.com/office/drawing/2014/main" id="{ABBCAAAA-3920-4C27-A5F5-6CA2A882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38" y="3568017"/>
            <a:ext cx="15402" cy="15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6" name="noise-dot-0524">
            <a:extLst xmlns:a="http://schemas.openxmlformats.org/drawingml/2006/main">
              <a:ext uri="{FF2B5EF4-FFF2-40B4-BE49-F238E27FC236}">
                <a16:creationId xmlns:a16="http://schemas.microsoft.com/office/drawing/2014/main" id="{C372357A-33C0-446F-AD98-30FFAA11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86" y="3068679"/>
            <a:ext cx="15935" cy="15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7" name="noise-dot-0525">
            <a:extLst xmlns:a="http://schemas.openxmlformats.org/drawingml/2006/main">
              <a:ext uri="{FF2B5EF4-FFF2-40B4-BE49-F238E27FC236}">
                <a16:creationId xmlns:a16="http://schemas.microsoft.com/office/drawing/2014/main" id="{5D207E2E-022A-42F6-8859-00A062D3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318" y="3034455"/>
            <a:ext cx="12011" cy="12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8" name="noise-dot-0526">
            <a:extLst xmlns:a="http://schemas.openxmlformats.org/drawingml/2006/main">
              <a:ext uri="{FF2B5EF4-FFF2-40B4-BE49-F238E27FC236}">
                <a16:creationId xmlns:a16="http://schemas.microsoft.com/office/drawing/2014/main" id="{25D68E7D-2C4F-4FA2-B85D-1DA1980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746" y="2397490"/>
            <a:ext cx="31585" cy="31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9" name="noise-dot-0527">
            <a:extLst xmlns:a="http://schemas.openxmlformats.org/drawingml/2006/main">
              <a:ext uri="{FF2B5EF4-FFF2-40B4-BE49-F238E27FC236}">
                <a16:creationId xmlns:a16="http://schemas.microsoft.com/office/drawing/2014/main" id="{021CC0DB-2DA4-4882-B197-04098F20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15" y="2882541"/>
            <a:ext cx="13830" cy="1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0" name="noise-dot-0528">
            <a:extLst xmlns:a="http://schemas.openxmlformats.org/drawingml/2006/main">
              <a:ext uri="{FF2B5EF4-FFF2-40B4-BE49-F238E27FC236}">
                <a16:creationId xmlns:a16="http://schemas.microsoft.com/office/drawing/2014/main" id="{828D939C-36D0-4986-97A0-49FC9107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5" y="2227250"/>
            <a:ext cx="14526" cy="14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1" name="noise-dot-0529">
            <a:extLst xmlns:a="http://schemas.openxmlformats.org/drawingml/2006/main">
              <a:ext uri="{FF2B5EF4-FFF2-40B4-BE49-F238E27FC236}">
                <a16:creationId xmlns:a16="http://schemas.microsoft.com/office/drawing/2014/main" id="{71C9D0B7-91F7-4193-A7D6-F9340E60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702" y="3539547"/>
            <a:ext cx="27384" cy="27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2" name="noise-dot-0530">
            <a:extLst xmlns:a="http://schemas.openxmlformats.org/drawingml/2006/main">
              <a:ext uri="{FF2B5EF4-FFF2-40B4-BE49-F238E27FC236}">
                <a16:creationId xmlns:a16="http://schemas.microsoft.com/office/drawing/2014/main" id="{FA710825-9033-41F2-9E93-6AB1DA0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251" y="2543127"/>
            <a:ext cx="17602" cy="17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3" name="noise-dot-0531">
            <a:extLst xmlns:a="http://schemas.openxmlformats.org/drawingml/2006/main">
              <a:ext uri="{FF2B5EF4-FFF2-40B4-BE49-F238E27FC236}">
                <a16:creationId xmlns:a16="http://schemas.microsoft.com/office/drawing/2014/main" id="{34E509A2-6EE1-4F0B-B912-DA5E0386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89" y="4051106"/>
            <a:ext cx="20822" cy="20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4" name="noise-dot-0532">
            <a:extLst xmlns:a="http://schemas.openxmlformats.org/drawingml/2006/main">
              <a:ext uri="{FF2B5EF4-FFF2-40B4-BE49-F238E27FC236}">
                <a16:creationId xmlns:a16="http://schemas.microsoft.com/office/drawing/2014/main" id="{060D36D2-52FC-4560-A808-C3E512AD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84" y="3795713"/>
            <a:ext cx="15545" cy="1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5" name="noise-dot-0533">
            <a:extLst xmlns:a="http://schemas.openxmlformats.org/drawingml/2006/main">
              <a:ext uri="{FF2B5EF4-FFF2-40B4-BE49-F238E27FC236}">
                <a16:creationId xmlns:a16="http://schemas.microsoft.com/office/drawing/2014/main" id="{17DF71B2-2A20-41B9-A125-4F648CE5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65" y="3548596"/>
            <a:ext cx="14764" cy="14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6" name="noise-dot-0534">
            <a:extLst xmlns:a="http://schemas.openxmlformats.org/drawingml/2006/main">
              <a:ext uri="{FF2B5EF4-FFF2-40B4-BE49-F238E27FC236}">
                <a16:creationId xmlns:a16="http://schemas.microsoft.com/office/drawing/2014/main" id="{D5C51639-9904-496A-89A4-23BA94DE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41" y="4128935"/>
            <a:ext cx="20965" cy="20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7" name="noise-dot-0535">
            <a:extLst xmlns:a="http://schemas.openxmlformats.org/drawingml/2006/main">
              <a:ext uri="{FF2B5EF4-FFF2-40B4-BE49-F238E27FC236}">
                <a16:creationId xmlns:a16="http://schemas.microsoft.com/office/drawing/2014/main" id="{8820F3BB-49FC-4499-BF6F-12CF5033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50" y="3625967"/>
            <a:ext cx="16288" cy="16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8" name="noise-dot-0536">
            <a:extLst xmlns:a="http://schemas.openxmlformats.org/drawingml/2006/main">
              <a:ext uri="{FF2B5EF4-FFF2-40B4-BE49-F238E27FC236}">
                <a16:creationId xmlns:a16="http://schemas.microsoft.com/office/drawing/2014/main" id="{83D5265C-0E31-4D49-AD3F-E4BC451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146" y="3238957"/>
            <a:ext cx="24708" cy="24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9" name="noise-dot-0537">
            <a:extLst xmlns:a="http://schemas.openxmlformats.org/drawingml/2006/main">
              <a:ext uri="{FF2B5EF4-FFF2-40B4-BE49-F238E27FC236}">
                <a16:creationId xmlns:a16="http://schemas.microsoft.com/office/drawing/2014/main" id="{9B9293C7-881A-46EA-8A5A-29310FB4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170" y="3991232"/>
            <a:ext cx="20945" cy="20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0" name="noise-dot-0538">
            <a:extLst xmlns:a="http://schemas.openxmlformats.org/drawingml/2006/main">
              <a:ext uri="{FF2B5EF4-FFF2-40B4-BE49-F238E27FC236}">
                <a16:creationId xmlns:a16="http://schemas.microsoft.com/office/drawing/2014/main" id="{68B3C437-EA57-43A9-86BD-AFD3D59D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35" y="2443420"/>
            <a:ext cx="29794" cy="29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1" name="noise-dot-0539">
            <a:extLst xmlns:a="http://schemas.openxmlformats.org/drawingml/2006/main">
              <a:ext uri="{FF2B5EF4-FFF2-40B4-BE49-F238E27FC236}">
                <a16:creationId xmlns:a16="http://schemas.microsoft.com/office/drawing/2014/main" id="{0DD20762-B855-42D6-8346-DD0E68F4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77" y="2870683"/>
            <a:ext cx="13926" cy="1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2" name="noise-dot-0540">
            <a:extLst xmlns:a="http://schemas.openxmlformats.org/drawingml/2006/main">
              <a:ext uri="{FF2B5EF4-FFF2-40B4-BE49-F238E27FC236}">
                <a16:creationId xmlns:a16="http://schemas.microsoft.com/office/drawing/2014/main" id="{F4123309-FD8B-4B66-9ECE-7B0E4968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244" y="3159604"/>
            <a:ext cx="25222" cy="25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3" name="noise-dot-0541">
            <a:extLst xmlns:a="http://schemas.openxmlformats.org/drawingml/2006/main">
              <a:ext uri="{FF2B5EF4-FFF2-40B4-BE49-F238E27FC236}">
                <a16:creationId xmlns:a16="http://schemas.microsoft.com/office/drawing/2014/main" id="{3C2EA10D-BEEF-4797-9682-AB332471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61" y="2902849"/>
            <a:ext cx="25270" cy="25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4" name="noise-dot-0542">
            <a:extLst xmlns:a="http://schemas.openxmlformats.org/drawingml/2006/main">
              <a:ext uri="{FF2B5EF4-FFF2-40B4-BE49-F238E27FC236}">
                <a16:creationId xmlns:a16="http://schemas.microsoft.com/office/drawing/2014/main" id="{38EDC716-EFEB-438D-8358-6C52E93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18" y="3180769"/>
            <a:ext cx="28804" cy="288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5" name="noise-dot-0543">
            <a:extLst xmlns:a="http://schemas.openxmlformats.org/drawingml/2006/main">
              <a:ext uri="{FF2B5EF4-FFF2-40B4-BE49-F238E27FC236}">
                <a16:creationId xmlns:a16="http://schemas.microsoft.com/office/drawing/2014/main" id="{775EFF1B-A2F4-40BD-B47B-91AF8D3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675" y="3556445"/>
            <a:ext cx="12668" cy="126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6" name="noise-dot-0544">
            <a:extLst xmlns:a="http://schemas.openxmlformats.org/drawingml/2006/main">
              <a:ext uri="{FF2B5EF4-FFF2-40B4-BE49-F238E27FC236}">
                <a16:creationId xmlns:a16="http://schemas.microsoft.com/office/drawing/2014/main" id="{D1EC2CD7-A4BF-4707-88F4-178BD812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194" y="3706282"/>
            <a:ext cx="23155" cy="23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7" name="noise-dot-0545">
            <a:extLst xmlns:a="http://schemas.openxmlformats.org/drawingml/2006/main">
              <a:ext uri="{FF2B5EF4-FFF2-40B4-BE49-F238E27FC236}">
                <a16:creationId xmlns:a16="http://schemas.microsoft.com/office/drawing/2014/main" id="{F0757E75-6E73-41A1-BE37-0FCC5110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39" y="3322977"/>
            <a:ext cx="18269" cy="18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8" name="noise-dot-0546">
            <a:extLst xmlns:a="http://schemas.openxmlformats.org/drawingml/2006/main">
              <a:ext uri="{FF2B5EF4-FFF2-40B4-BE49-F238E27FC236}">
                <a16:creationId xmlns:a16="http://schemas.microsoft.com/office/drawing/2014/main" id="{EE30B580-D2B4-4D14-AF50-5C91FD8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962" y="3203219"/>
            <a:ext cx="19736" cy="19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9" name="noise-dot-0547">
            <a:extLst xmlns:a="http://schemas.openxmlformats.org/drawingml/2006/main">
              <a:ext uri="{FF2B5EF4-FFF2-40B4-BE49-F238E27FC236}">
                <a16:creationId xmlns:a16="http://schemas.microsoft.com/office/drawing/2014/main" id="{52DC1054-BDA6-43C2-B33F-6905527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88" y="3186303"/>
            <a:ext cx="30328" cy="30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0" name="noise-dot-0548">
            <a:extLst xmlns:a="http://schemas.openxmlformats.org/drawingml/2006/main">
              <a:ext uri="{FF2B5EF4-FFF2-40B4-BE49-F238E27FC236}">
                <a16:creationId xmlns:a16="http://schemas.microsoft.com/office/drawing/2014/main" id="{62F19722-14AD-4665-9384-5A9E3FD0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95" y="3323549"/>
            <a:ext cx="21174" cy="21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1" name="noise-dot-0549">
            <a:extLst xmlns:a="http://schemas.openxmlformats.org/drawingml/2006/main">
              <a:ext uri="{FF2B5EF4-FFF2-40B4-BE49-F238E27FC236}">
                <a16:creationId xmlns:a16="http://schemas.microsoft.com/office/drawing/2014/main" id="{D3E8B71C-31FF-4375-A44D-543B0BC2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20" y="3689547"/>
            <a:ext cx="13383" cy="133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2" name="noise-dot-0550">
            <a:extLst xmlns:a="http://schemas.openxmlformats.org/drawingml/2006/main">
              <a:ext uri="{FF2B5EF4-FFF2-40B4-BE49-F238E27FC236}">
                <a16:creationId xmlns:a16="http://schemas.microsoft.com/office/drawing/2014/main" id="{DE799607-4BE5-4186-B486-03318B5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907" y="2448658"/>
            <a:ext cx="22079" cy="220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3" name="noise-dot-0551">
            <a:extLst xmlns:a="http://schemas.openxmlformats.org/drawingml/2006/main">
              <a:ext uri="{FF2B5EF4-FFF2-40B4-BE49-F238E27FC236}">
                <a16:creationId xmlns:a16="http://schemas.microsoft.com/office/drawing/2014/main" id="{1A962790-0313-4E2C-A5F5-81AEFDE0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56" y="3353810"/>
            <a:ext cx="15145" cy="15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4" name="noise-dot-0552">
            <a:extLst xmlns:a="http://schemas.openxmlformats.org/drawingml/2006/main">
              <a:ext uri="{FF2B5EF4-FFF2-40B4-BE49-F238E27FC236}">
                <a16:creationId xmlns:a16="http://schemas.microsoft.com/office/drawing/2014/main" id="{6D609376-0C7C-4330-A4D2-BD6A8342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559" y="3658762"/>
            <a:ext cx="22660" cy="22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5" name="noise-dot-0553">
            <a:extLst xmlns:a="http://schemas.openxmlformats.org/drawingml/2006/main">
              <a:ext uri="{FF2B5EF4-FFF2-40B4-BE49-F238E27FC236}">
                <a16:creationId xmlns:a16="http://schemas.microsoft.com/office/drawing/2014/main" id="{DC4C0DCF-7A56-4A3B-8367-F7BBB0A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556" y="3803723"/>
            <a:ext cx="21184" cy="21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6" name="noise-dot-0554">
            <a:extLst xmlns:a="http://schemas.openxmlformats.org/drawingml/2006/main">
              <a:ext uri="{FF2B5EF4-FFF2-40B4-BE49-F238E27FC236}">
                <a16:creationId xmlns:a16="http://schemas.microsoft.com/office/drawing/2014/main" id="{0ADF9759-4364-45F8-B4BD-272BFEE7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63" y="2831354"/>
            <a:ext cx="19298" cy="19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7" name="noise-dot-0555">
            <a:extLst xmlns:a="http://schemas.openxmlformats.org/drawingml/2006/main">
              <a:ext uri="{FF2B5EF4-FFF2-40B4-BE49-F238E27FC236}">
                <a16:creationId xmlns:a16="http://schemas.microsoft.com/office/drawing/2014/main" id="{5B368AA8-8E3A-4C7A-9642-8B33E933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639" y="2991898"/>
            <a:ext cx="16145" cy="16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8" name="noise-dot-0556">
            <a:extLst xmlns:a="http://schemas.openxmlformats.org/drawingml/2006/main">
              <a:ext uri="{FF2B5EF4-FFF2-40B4-BE49-F238E27FC236}">
                <a16:creationId xmlns:a16="http://schemas.microsoft.com/office/drawing/2014/main" id="{BC123154-B100-43B2-9E3C-19418842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92" y="3426238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9" name="noise-dot-0557">
            <a:extLst xmlns:a="http://schemas.openxmlformats.org/drawingml/2006/main">
              <a:ext uri="{FF2B5EF4-FFF2-40B4-BE49-F238E27FC236}">
                <a16:creationId xmlns:a16="http://schemas.microsoft.com/office/drawing/2014/main" id="{3AD609CE-172E-487E-81EB-CF4C7C9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26" y="2981916"/>
            <a:ext cx="28308" cy="28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0" name="noise-dot-0558">
            <a:extLst xmlns:a="http://schemas.openxmlformats.org/drawingml/2006/main">
              <a:ext uri="{FF2B5EF4-FFF2-40B4-BE49-F238E27FC236}">
                <a16:creationId xmlns:a16="http://schemas.microsoft.com/office/drawing/2014/main" id="{47233A55-A0D6-482A-8596-0E76F949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18" y="2876474"/>
            <a:ext cx="18031" cy="1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1" name="noise-dot-0559">
            <a:extLst xmlns:a="http://schemas.openxmlformats.org/drawingml/2006/main">
              <a:ext uri="{FF2B5EF4-FFF2-40B4-BE49-F238E27FC236}">
                <a16:creationId xmlns:a16="http://schemas.microsoft.com/office/drawing/2014/main" id="{0920E9FA-FF41-4E8E-BC26-51D90C1C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14" y="3060040"/>
            <a:ext cx="22374" cy="223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2" name="noise-dot-0560">
            <a:extLst xmlns:a="http://schemas.openxmlformats.org/drawingml/2006/main">
              <a:ext uri="{FF2B5EF4-FFF2-40B4-BE49-F238E27FC236}">
                <a16:creationId xmlns:a16="http://schemas.microsoft.com/office/drawing/2014/main" id="{5F8AAC3F-E6B5-48AC-865B-05491E62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389" y="2270417"/>
            <a:ext cx="19860" cy="19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3" name="noise-dot-0561">
            <a:extLst xmlns:a="http://schemas.openxmlformats.org/drawingml/2006/main">
              <a:ext uri="{FF2B5EF4-FFF2-40B4-BE49-F238E27FC236}">
                <a16:creationId xmlns:a16="http://schemas.microsoft.com/office/drawing/2014/main" id="{4CB770A6-C4AE-4B3C-999A-DB3E8EB4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624" y="3425219"/>
            <a:ext cx="32223" cy="322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4" name="noise-dot-0562">
            <a:extLst xmlns:a="http://schemas.openxmlformats.org/drawingml/2006/main">
              <a:ext uri="{FF2B5EF4-FFF2-40B4-BE49-F238E27FC236}">
                <a16:creationId xmlns:a16="http://schemas.microsoft.com/office/drawing/2014/main" id="{08163EFC-3412-4ED6-9BFA-13CB913F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8" y="3862816"/>
            <a:ext cx="13621" cy="13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5" name="noise-dot-0563">
            <a:extLst xmlns:a="http://schemas.openxmlformats.org/drawingml/2006/main">
              <a:ext uri="{FF2B5EF4-FFF2-40B4-BE49-F238E27FC236}">
                <a16:creationId xmlns:a16="http://schemas.microsoft.com/office/drawing/2014/main" id="{2E578710-F25A-462A-AB45-3881578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496" y="3868760"/>
            <a:ext cx="15078" cy="15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6" name="noise-dot-0564">
            <a:extLst xmlns:a="http://schemas.openxmlformats.org/drawingml/2006/main">
              <a:ext uri="{FF2B5EF4-FFF2-40B4-BE49-F238E27FC236}">
                <a16:creationId xmlns:a16="http://schemas.microsoft.com/office/drawing/2014/main" id="{EC4F3631-55B9-4C98-8CA9-9594CC6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902" y="2400824"/>
            <a:ext cx="14107" cy="14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7" name="noise-dot-0565">
            <a:extLst xmlns:a="http://schemas.openxmlformats.org/drawingml/2006/main">
              <a:ext uri="{FF2B5EF4-FFF2-40B4-BE49-F238E27FC236}">
                <a16:creationId xmlns:a16="http://schemas.microsoft.com/office/drawing/2014/main" id="{C588A51B-945A-48B5-AD2F-DF8E2F41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290" y="2764688"/>
            <a:ext cx="14735" cy="14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8" name="noise-dot-0566">
            <a:extLst xmlns:a="http://schemas.openxmlformats.org/drawingml/2006/main">
              <a:ext uri="{FF2B5EF4-FFF2-40B4-BE49-F238E27FC236}">
                <a16:creationId xmlns:a16="http://schemas.microsoft.com/office/drawing/2014/main" id="{5C341079-CC9B-41F7-9E66-1FA9F3BA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709" y="2229764"/>
            <a:ext cx="22365" cy="22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9" name="noise-dot-0567">
            <a:extLst xmlns:a="http://schemas.openxmlformats.org/drawingml/2006/main">
              <a:ext uri="{FF2B5EF4-FFF2-40B4-BE49-F238E27FC236}">
                <a16:creationId xmlns:a16="http://schemas.microsoft.com/office/drawing/2014/main" id="{1334907C-DCC0-409A-8A69-B8755C87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782" y="2429123"/>
            <a:ext cx="26318" cy="26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0" name="noise-dot-0568">
            <a:extLst xmlns:a="http://schemas.openxmlformats.org/drawingml/2006/main">
              <a:ext uri="{FF2B5EF4-FFF2-40B4-BE49-F238E27FC236}">
                <a16:creationId xmlns:a16="http://schemas.microsoft.com/office/drawing/2014/main" id="{4A1BA9CE-C962-4530-BE38-5654CC0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5" y="3105017"/>
            <a:ext cx="13192" cy="1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1" name="noise-dot-0569">
            <a:extLst xmlns:a="http://schemas.openxmlformats.org/drawingml/2006/main">
              <a:ext uri="{FF2B5EF4-FFF2-40B4-BE49-F238E27FC236}">
                <a16:creationId xmlns:a16="http://schemas.microsoft.com/office/drawing/2014/main" id="{5AAC0E58-62A0-48C1-AA79-DED968B0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" y="2785072"/>
            <a:ext cx="15659" cy="15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2" name="noise-dot-0570">
            <a:extLst xmlns:a="http://schemas.openxmlformats.org/drawingml/2006/main">
              <a:ext uri="{FF2B5EF4-FFF2-40B4-BE49-F238E27FC236}">
                <a16:creationId xmlns:a16="http://schemas.microsoft.com/office/drawing/2014/main" id="{CDE1B7EE-A863-4EC8-8048-DFD34FD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8" y="3273266"/>
            <a:ext cx="19898" cy="19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3" name="noise-dot-0571">
            <a:extLst xmlns:a="http://schemas.openxmlformats.org/drawingml/2006/main">
              <a:ext uri="{FF2B5EF4-FFF2-40B4-BE49-F238E27FC236}">
                <a16:creationId xmlns:a16="http://schemas.microsoft.com/office/drawing/2014/main" id="{5DA3F9F2-2033-4E5C-A0AB-4BA4E0DF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47" y="2113817"/>
            <a:ext cx="15116" cy="15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4" name="noise-dot-0572">
            <a:extLst xmlns:a="http://schemas.openxmlformats.org/drawingml/2006/main">
              <a:ext uri="{FF2B5EF4-FFF2-40B4-BE49-F238E27FC236}">
                <a16:creationId xmlns:a16="http://schemas.microsoft.com/office/drawing/2014/main" id="{985B746E-6FA5-40E1-88AC-0A15B74B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943" y="2657208"/>
            <a:ext cx="24670" cy="246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5" name="noise-dot-0573">
            <a:extLst xmlns:a="http://schemas.openxmlformats.org/drawingml/2006/main">
              <a:ext uri="{FF2B5EF4-FFF2-40B4-BE49-F238E27FC236}">
                <a16:creationId xmlns:a16="http://schemas.microsoft.com/office/drawing/2014/main" id="{5F29E099-83AE-4CD8-93CB-4A1A01D5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877" y="2889599"/>
            <a:ext cx="32080" cy="32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6" name="noise-dot-0574">
            <a:extLst xmlns:a="http://schemas.openxmlformats.org/drawingml/2006/main">
              <a:ext uri="{FF2B5EF4-FFF2-40B4-BE49-F238E27FC236}">
                <a16:creationId xmlns:a16="http://schemas.microsoft.com/office/drawing/2014/main" id="{CFC82A7C-2E6C-44C2-8E1A-A24AF844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23" y="2160441"/>
            <a:ext cx="30042" cy="30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7" name="noise-dot-0575">
            <a:extLst xmlns:a="http://schemas.openxmlformats.org/drawingml/2006/main">
              <a:ext uri="{FF2B5EF4-FFF2-40B4-BE49-F238E27FC236}">
                <a16:creationId xmlns:a16="http://schemas.microsoft.com/office/drawing/2014/main" id="{9ABA23FF-08A7-4C53-B7AE-E576A2CA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08" y="2938510"/>
            <a:ext cx="11335" cy="11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8" name="noise-dot-0576">
            <a:extLst xmlns:a="http://schemas.openxmlformats.org/drawingml/2006/main">
              <a:ext uri="{FF2B5EF4-FFF2-40B4-BE49-F238E27FC236}">
                <a16:creationId xmlns:a16="http://schemas.microsoft.com/office/drawing/2014/main" id="{25A2FEF5-9DB5-4C3C-ACB1-B34A72AA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398" y="3927596"/>
            <a:ext cx="25479" cy="25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9" name="noise-dot-0577">
            <a:extLst xmlns:a="http://schemas.openxmlformats.org/drawingml/2006/main">
              <a:ext uri="{FF2B5EF4-FFF2-40B4-BE49-F238E27FC236}">
                <a16:creationId xmlns:a16="http://schemas.microsoft.com/office/drawing/2014/main" id="{27192303-B604-4C85-93CA-D8213BDB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102" y="3577790"/>
            <a:ext cx="25375" cy="2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0" name="noise-dot-0578">
            <a:extLst xmlns:a="http://schemas.openxmlformats.org/drawingml/2006/main">
              <a:ext uri="{FF2B5EF4-FFF2-40B4-BE49-F238E27FC236}">
                <a16:creationId xmlns:a16="http://schemas.microsoft.com/office/drawing/2014/main" id="{47A342A0-FF75-4809-A92F-D6D20DCA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630" y="2764393"/>
            <a:ext cx="29013" cy="29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1" name="noise-dot-0579">
            <a:extLst xmlns:a="http://schemas.openxmlformats.org/drawingml/2006/main">
              <a:ext uri="{FF2B5EF4-FFF2-40B4-BE49-F238E27FC236}">
                <a16:creationId xmlns:a16="http://schemas.microsoft.com/office/drawing/2014/main" id="{998C26E5-3F35-4064-86AC-15C07DF2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26" y="2438991"/>
            <a:ext cx="23308" cy="23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2" name="noise-dot-0580">
            <a:extLst xmlns:a="http://schemas.openxmlformats.org/drawingml/2006/main">
              <a:ext uri="{FF2B5EF4-FFF2-40B4-BE49-F238E27FC236}">
                <a16:creationId xmlns:a16="http://schemas.microsoft.com/office/drawing/2014/main" id="{ADD7631F-283F-4284-8911-77917F04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98" y="4121296"/>
            <a:ext cx="10982" cy="1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3" name="noise-dot-0581">
            <a:extLst xmlns:a="http://schemas.openxmlformats.org/drawingml/2006/main">
              <a:ext uri="{FF2B5EF4-FFF2-40B4-BE49-F238E27FC236}">
                <a16:creationId xmlns:a16="http://schemas.microsoft.com/office/drawing/2014/main" id="{920CE955-5C02-4208-BE83-39A5446F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43" y="3812057"/>
            <a:ext cx="31480" cy="3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4" name="noise-dot-0582">
            <a:extLst xmlns:a="http://schemas.openxmlformats.org/drawingml/2006/main">
              <a:ext uri="{FF2B5EF4-FFF2-40B4-BE49-F238E27FC236}">
                <a16:creationId xmlns:a16="http://schemas.microsoft.com/office/drawing/2014/main" id="{DADFE3AA-9B3F-482D-84A5-5E3E3FE6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876" y="2197903"/>
            <a:ext cx="20307" cy="20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5" name="noise-dot-0583">
            <a:extLst xmlns:a="http://schemas.openxmlformats.org/drawingml/2006/main">
              <a:ext uri="{FF2B5EF4-FFF2-40B4-BE49-F238E27FC236}">
                <a16:creationId xmlns:a16="http://schemas.microsoft.com/office/drawing/2014/main" id="{2D0F00D6-0C91-467F-9015-4F900682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0" y="2239651"/>
            <a:ext cx="21688" cy="21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6" name="noise-dot-0584">
            <a:extLst xmlns:a="http://schemas.openxmlformats.org/drawingml/2006/main">
              <a:ext uri="{FF2B5EF4-FFF2-40B4-BE49-F238E27FC236}">
                <a16:creationId xmlns:a16="http://schemas.microsoft.com/office/drawing/2014/main" id="{B8B099E2-E67F-4777-9D01-A6F7BE76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891" y="3380861"/>
            <a:ext cx="23203" cy="232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7" name="noise-dot-0585">
            <a:extLst xmlns:a="http://schemas.openxmlformats.org/drawingml/2006/main">
              <a:ext uri="{FF2B5EF4-FFF2-40B4-BE49-F238E27FC236}">
                <a16:creationId xmlns:a16="http://schemas.microsoft.com/office/drawing/2014/main" id="{32947BEF-2F2A-4A30-854C-2D8E9A14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45" y="3471986"/>
            <a:ext cx="13268" cy="132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8" name="noise-dot-0586">
            <a:extLst xmlns:a="http://schemas.openxmlformats.org/drawingml/2006/main">
              <a:ext uri="{FF2B5EF4-FFF2-40B4-BE49-F238E27FC236}">
                <a16:creationId xmlns:a16="http://schemas.microsoft.com/office/drawing/2014/main" id="{9E95C08D-3AC5-42FE-B1B1-C785D68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624" y="2783815"/>
            <a:ext cx="13021" cy="13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09" name="noise-dot-0587">
            <a:extLst xmlns:a="http://schemas.openxmlformats.org/drawingml/2006/main">
              <a:ext uri="{FF2B5EF4-FFF2-40B4-BE49-F238E27FC236}">
                <a16:creationId xmlns:a16="http://schemas.microsoft.com/office/drawing/2014/main" id="{4CAD28CC-2B36-4A59-9BBA-00ABC91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" y="3850872"/>
            <a:ext cx="24613" cy="24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0" name="noise-dot-0588">
            <a:extLst xmlns:a="http://schemas.openxmlformats.org/drawingml/2006/main">
              <a:ext uri="{FF2B5EF4-FFF2-40B4-BE49-F238E27FC236}">
                <a16:creationId xmlns:a16="http://schemas.microsoft.com/office/drawing/2014/main" id="{386A3543-E81C-458E-9383-42E32BE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30" y="3006538"/>
            <a:ext cx="14764" cy="14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1" name="noise-dot-0589">
            <a:extLst xmlns:a="http://schemas.openxmlformats.org/drawingml/2006/main">
              <a:ext uri="{FF2B5EF4-FFF2-40B4-BE49-F238E27FC236}">
                <a16:creationId xmlns:a16="http://schemas.microsoft.com/office/drawing/2014/main" id="{D69D7D05-A439-4D33-A24F-B4E41AE0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36" y="2273256"/>
            <a:ext cx="31842" cy="31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2" name="noise-dot-0590">
            <a:extLst xmlns:a="http://schemas.openxmlformats.org/drawingml/2006/main">
              <a:ext uri="{FF2B5EF4-FFF2-40B4-BE49-F238E27FC236}">
                <a16:creationId xmlns:a16="http://schemas.microsoft.com/office/drawing/2014/main" id="{797FEB70-1807-4581-9D77-87FF1B6F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10" y="3050096"/>
            <a:ext cx="30623" cy="306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3" name="noise-dot-0591">
            <a:extLst xmlns:a="http://schemas.openxmlformats.org/drawingml/2006/main">
              <a:ext uri="{FF2B5EF4-FFF2-40B4-BE49-F238E27FC236}">
                <a16:creationId xmlns:a16="http://schemas.microsoft.com/office/drawing/2014/main" id="{D1F9E84B-8D84-487C-AF0A-BFA5ACA8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80" y="2166642"/>
            <a:ext cx="21841" cy="218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4" name="noise-dot-0592">
            <a:extLst xmlns:a="http://schemas.openxmlformats.org/drawingml/2006/main">
              <a:ext uri="{FF2B5EF4-FFF2-40B4-BE49-F238E27FC236}">
                <a16:creationId xmlns:a16="http://schemas.microsoft.com/office/drawing/2014/main" id="{9CC3B636-3926-4BE5-80B1-41CB2CB2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08" y="2849261"/>
            <a:ext cx="15431" cy="15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5" name="noise-dot-0593">
            <a:extLst xmlns:a="http://schemas.openxmlformats.org/drawingml/2006/main">
              <a:ext uri="{FF2B5EF4-FFF2-40B4-BE49-F238E27FC236}">
                <a16:creationId xmlns:a16="http://schemas.microsoft.com/office/drawing/2014/main" id="{EF4FE032-7249-4614-BE64-3FDF62AD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932" y="2221049"/>
            <a:ext cx="25984" cy="25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6" name="noise-dot-0594">
            <a:extLst xmlns:a="http://schemas.openxmlformats.org/drawingml/2006/main">
              <a:ext uri="{FF2B5EF4-FFF2-40B4-BE49-F238E27FC236}">
                <a16:creationId xmlns:a16="http://schemas.microsoft.com/office/drawing/2014/main" id="{B47E2ABF-748E-4D7B-B46B-55E6EBA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035" y="3739629"/>
            <a:ext cx="12725" cy="12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7" name="noise-dot-0595">
            <a:extLst xmlns:a="http://schemas.openxmlformats.org/drawingml/2006/main">
              <a:ext uri="{FF2B5EF4-FFF2-40B4-BE49-F238E27FC236}">
                <a16:creationId xmlns:a16="http://schemas.microsoft.com/office/drawing/2014/main" id="{63DF73A5-F834-439D-BC17-D2DD5993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06" y="2639292"/>
            <a:ext cx="12697" cy="126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8" name="noise-dot-0596">
            <a:extLst xmlns:a="http://schemas.openxmlformats.org/drawingml/2006/main">
              <a:ext uri="{FF2B5EF4-FFF2-40B4-BE49-F238E27FC236}">
                <a16:creationId xmlns:a16="http://schemas.microsoft.com/office/drawing/2014/main" id="{786274C7-F2E0-4A7F-BDE8-ADBA712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70" y="3761632"/>
            <a:ext cx="23774" cy="23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19" name="noise-dot-0597">
            <a:extLst xmlns:a="http://schemas.openxmlformats.org/drawingml/2006/main">
              <a:ext uri="{FF2B5EF4-FFF2-40B4-BE49-F238E27FC236}">
                <a16:creationId xmlns:a16="http://schemas.microsoft.com/office/drawing/2014/main" id="{98BC00E1-42F1-43F4-BAF4-02D794F7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620" y="2858081"/>
            <a:ext cx="22822" cy="22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0" name="noise-dot-0598">
            <a:extLst xmlns:a="http://schemas.openxmlformats.org/drawingml/2006/main">
              <a:ext uri="{FF2B5EF4-FFF2-40B4-BE49-F238E27FC236}">
                <a16:creationId xmlns:a16="http://schemas.microsoft.com/office/drawing/2014/main" id="{33F29050-029C-4A8C-8DF8-E1C451E0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260" y="2457040"/>
            <a:ext cx="22574" cy="22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1" name="noise-dot-0599">
            <a:extLst xmlns:a="http://schemas.openxmlformats.org/drawingml/2006/main">
              <a:ext uri="{FF2B5EF4-FFF2-40B4-BE49-F238E27FC236}">
                <a16:creationId xmlns:a16="http://schemas.microsoft.com/office/drawing/2014/main" id="{8B8646D2-5206-42AA-B31F-3CDC9AF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98" y="3299812"/>
            <a:ext cx="17745" cy="17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2" name="noise-dot-0600">
            <a:extLst xmlns:a="http://schemas.openxmlformats.org/drawingml/2006/main">
              <a:ext uri="{FF2B5EF4-FFF2-40B4-BE49-F238E27FC236}">
                <a16:creationId xmlns:a16="http://schemas.microsoft.com/office/drawing/2014/main" id="{2BB3A778-AD5D-4EBA-80FC-05A48FA3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01" y="2800179"/>
            <a:ext cx="30613" cy="30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3" name="noise-dot-0601">
            <a:extLst xmlns:a="http://schemas.openxmlformats.org/drawingml/2006/main">
              <a:ext uri="{FF2B5EF4-FFF2-40B4-BE49-F238E27FC236}">
                <a16:creationId xmlns:a16="http://schemas.microsoft.com/office/drawing/2014/main" id="{207D58C3-B40F-4BBB-B749-B6378228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17" y="2132857"/>
            <a:ext cx="25470" cy="25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4" name="noise-dot-0602">
            <a:extLst xmlns:a="http://schemas.openxmlformats.org/drawingml/2006/main">
              <a:ext uri="{FF2B5EF4-FFF2-40B4-BE49-F238E27FC236}">
                <a16:creationId xmlns:a16="http://schemas.microsoft.com/office/drawing/2014/main" id="{63AEAD75-A54A-43F0-A29E-EA86E602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12" y="2798340"/>
            <a:ext cx="14726" cy="14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5" name="noise-dot-0603">
            <a:extLst xmlns:a="http://schemas.openxmlformats.org/drawingml/2006/main">
              <a:ext uri="{FF2B5EF4-FFF2-40B4-BE49-F238E27FC236}">
                <a16:creationId xmlns:a16="http://schemas.microsoft.com/office/drawing/2014/main" id="{8A361E9D-1064-4BFA-9CD3-A0F32961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96" y="2499236"/>
            <a:ext cx="26784" cy="26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6" name="noise-dot-0604">
            <a:extLst xmlns:a="http://schemas.openxmlformats.org/drawingml/2006/main">
              <a:ext uri="{FF2B5EF4-FFF2-40B4-BE49-F238E27FC236}">
                <a16:creationId xmlns:a16="http://schemas.microsoft.com/office/drawing/2014/main" id="{71CAABDE-3A20-425F-942C-705AAD9F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35" y="3069669"/>
            <a:ext cx="23422" cy="23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7" name="noise-dot-0605">
            <a:extLst xmlns:a="http://schemas.openxmlformats.org/drawingml/2006/main">
              <a:ext uri="{FF2B5EF4-FFF2-40B4-BE49-F238E27FC236}">
                <a16:creationId xmlns:a16="http://schemas.microsoft.com/office/drawing/2014/main" id="{6F9D4234-0CA0-4E7A-8059-E68E1C8E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133" y="2131552"/>
            <a:ext cx="23793" cy="23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8" name="noise-dot-0606">
            <a:extLst xmlns:a="http://schemas.openxmlformats.org/drawingml/2006/main">
              <a:ext uri="{FF2B5EF4-FFF2-40B4-BE49-F238E27FC236}">
                <a16:creationId xmlns:a16="http://schemas.microsoft.com/office/drawing/2014/main" id="{A98C32BE-BA01-4DE6-B223-C28D20A2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62" y="3922100"/>
            <a:ext cx="14021" cy="14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29" name="noise-dot-0607">
            <a:extLst xmlns:a="http://schemas.openxmlformats.org/drawingml/2006/main">
              <a:ext uri="{FF2B5EF4-FFF2-40B4-BE49-F238E27FC236}">
                <a16:creationId xmlns:a16="http://schemas.microsoft.com/office/drawing/2014/main" id="{65F9C5DA-9B7C-4F08-9204-FC5AE40B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775" y="3845157"/>
            <a:ext cx="12611" cy="12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0" name="noise-dot-0608">
            <a:extLst xmlns:a="http://schemas.openxmlformats.org/drawingml/2006/main">
              <a:ext uri="{FF2B5EF4-FFF2-40B4-BE49-F238E27FC236}">
                <a16:creationId xmlns:a16="http://schemas.microsoft.com/office/drawing/2014/main" id="{D8EA6756-FA3F-41B8-A9A2-4B271FE9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520" y="3650618"/>
            <a:ext cx="16059" cy="160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1" name="noise-dot-0609">
            <a:extLst xmlns:a="http://schemas.openxmlformats.org/drawingml/2006/main">
              <a:ext uri="{FF2B5EF4-FFF2-40B4-BE49-F238E27FC236}">
                <a16:creationId xmlns:a16="http://schemas.microsoft.com/office/drawing/2014/main" id="{84287C82-771C-402C-B476-E16E933D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511" y="3121066"/>
            <a:ext cx="22193" cy="22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2" name="noise-dot-0610">
            <a:extLst xmlns:a="http://schemas.openxmlformats.org/drawingml/2006/main">
              <a:ext uri="{FF2B5EF4-FFF2-40B4-BE49-F238E27FC236}">
                <a16:creationId xmlns:a16="http://schemas.microsoft.com/office/drawing/2014/main" id="{4DD2311E-40D5-4876-815A-945BAC06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443" y="2520372"/>
            <a:ext cx="15335" cy="15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3" name="noise-dot-0611">
            <a:extLst xmlns:a="http://schemas.openxmlformats.org/drawingml/2006/main">
              <a:ext uri="{FF2B5EF4-FFF2-40B4-BE49-F238E27FC236}">
                <a16:creationId xmlns:a16="http://schemas.microsoft.com/office/drawing/2014/main" id="{2A9ED007-C569-4577-B59F-D1E59A7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66" y="3529336"/>
            <a:ext cx="29404" cy="29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4" name="noise-dot-0612">
            <a:extLst xmlns:a="http://schemas.openxmlformats.org/drawingml/2006/main">
              <a:ext uri="{FF2B5EF4-FFF2-40B4-BE49-F238E27FC236}">
                <a16:creationId xmlns:a16="http://schemas.microsoft.com/office/drawing/2014/main" id="{64115912-6E9C-407D-B56A-60E1A1F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489" y="2498150"/>
            <a:ext cx="31280" cy="31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5" name="noise-dot-0613">
            <a:extLst xmlns:a="http://schemas.openxmlformats.org/drawingml/2006/main">
              <a:ext uri="{FF2B5EF4-FFF2-40B4-BE49-F238E27FC236}">
                <a16:creationId xmlns:a16="http://schemas.microsoft.com/office/drawing/2014/main" id="{B92C4402-5516-485D-84CA-6759950E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44" y="3726980"/>
            <a:ext cx="17374" cy="173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6" name="noise-dot-0614">
            <a:extLst xmlns:a="http://schemas.openxmlformats.org/drawingml/2006/main">
              <a:ext uri="{FF2B5EF4-FFF2-40B4-BE49-F238E27FC236}">
                <a16:creationId xmlns:a16="http://schemas.microsoft.com/office/drawing/2014/main" id="{A376038B-CDBC-4520-A658-D31ABB89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446" y="2820781"/>
            <a:ext cx="17497" cy="17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7" name="noise-dot-0615">
            <a:extLst xmlns:a="http://schemas.openxmlformats.org/drawingml/2006/main">
              <a:ext uri="{FF2B5EF4-FFF2-40B4-BE49-F238E27FC236}">
                <a16:creationId xmlns:a16="http://schemas.microsoft.com/office/drawing/2014/main" id="{B423D236-CC8E-4AEE-AAA6-55F4B9AA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50" y="3494361"/>
            <a:ext cx="12992" cy="12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8" name="noise-dot-0616">
            <a:extLst xmlns:a="http://schemas.openxmlformats.org/drawingml/2006/main">
              <a:ext uri="{FF2B5EF4-FFF2-40B4-BE49-F238E27FC236}">
                <a16:creationId xmlns:a16="http://schemas.microsoft.com/office/drawing/2014/main" id="{797BDC2B-3384-43C7-AD31-D2C0518F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221" y="4078881"/>
            <a:ext cx="15516" cy="15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39" name="noise-dot-0617">
            <a:extLst xmlns:a="http://schemas.openxmlformats.org/drawingml/2006/main">
              <a:ext uri="{FF2B5EF4-FFF2-40B4-BE49-F238E27FC236}">
                <a16:creationId xmlns:a16="http://schemas.microsoft.com/office/drawing/2014/main" id="{3AEC1D5E-F6D9-428B-8ED9-637B71F0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018" y="2569702"/>
            <a:ext cx="21307" cy="21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0" name="noise-dot-0618">
            <a:extLst xmlns:a="http://schemas.openxmlformats.org/drawingml/2006/main">
              <a:ext uri="{FF2B5EF4-FFF2-40B4-BE49-F238E27FC236}">
                <a16:creationId xmlns:a16="http://schemas.microsoft.com/office/drawing/2014/main" id="{8C0F6918-44C5-4241-A5B9-DE25B62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3" y="2533040"/>
            <a:ext cx="13049" cy="13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1" name="noise-dot-0619">
            <a:extLst xmlns:a="http://schemas.openxmlformats.org/drawingml/2006/main">
              <a:ext uri="{FF2B5EF4-FFF2-40B4-BE49-F238E27FC236}">
                <a16:creationId xmlns:a16="http://schemas.microsoft.com/office/drawing/2014/main" id="{EC6009AE-6178-497B-8AA2-142AE98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81" y="2305498"/>
            <a:ext cx="19602" cy="19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2" name="noise-dot-0620">
            <a:extLst xmlns:a="http://schemas.openxmlformats.org/drawingml/2006/main">
              <a:ext uri="{FF2B5EF4-FFF2-40B4-BE49-F238E27FC236}">
                <a16:creationId xmlns:a16="http://schemas.microsoft.com/office/drawing/2014/main" id="{58D0B1AE-97A0-4DAD-BD02-65EE3342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330" y="3643551"/>
            <a:ext cx="11030" cy="11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3" name="noise-dot-0621">
            <a:extLst xmlns:a="http://schemas.openxmlformats.org/drawingml/2006/main">
              <a:ext uri="{FF2B5EF4-FFF2-40B4-BE49-F238E27FC236}">
                <a16:creationId xmlns:a16="http://schemas.microsoft.com/office/drawing/2014/main" id="{4936CBD5-945D-4672-B255-91832F4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695" y="4138165"/>
            <a:ext cx="16735" cy="16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4" name="noise-dot-0622">
            <a:extLst xmlns:a="http://schemas.openxmlformats.org/drawingml/2006/main">
              <a:ext uri="{FF2B5EF4-FFF2-40B4-BE49-F238E27FC236}">
                <a16:creationId xmlns:a16="http://schemas.microsoft.com/office/drawing/2014/main" id="{43659C3A-6011-4D58-9012-B03CD62F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33" y="2696242"/>
            <a:ext cx="25641" cy="25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5" name="noise-dot-0623">
            <a:extLst xmlns:a="http://schemas.openxmlformats.org/drawingml/2006/main">
              <a:ext uri="{FF2B5EF4-FFF2-40B4-BE49-F238E27FC236}">
                <a16:creationId xmlns:a16="http://schemas.microsoft.com/office/drawing/2014/main" id="{D84886DD-CC1E-4DE2-90CF-547301A6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54" y="3362477"/>
            <a:ext cx="17821" cy="178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6" name="noise-dot-0624">
            <a:extLst xmlns:a="http://schemas.openxmlformats.org/drawingml/2006/main">
              <a:ext uri="{FF2B5EF4-FFF2-40B4-BE49-F238E27FC236}">
                <a16:creationId xmlns:a16="http://schemas.microsoft.com/office/drawing/2014/main" id="{E9A19026-B74C-46B9-B648-F8C0DA64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8" y="3165243"/>
            <a:ext cx="16164" cy="16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7" name="noise-dot-0625">
            <a:extLst xmlns:a="http://schemas.openxmlformats.org/drawingml/2006/main">
              <a:ext uri="{FF2B5EF4-FFF2-40B4-BE49-F238E27FC236}">
                <a16:creationId xmlns:a16="http://schemas.microsoft.com/office/drawing/2014/main" id="{50D74439-015A-43E5-8F22-3FFB072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67" y="2450754"/>
            <a:ext cx="13640" cy="1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8" name="noise-dot-0626">
            <a:extLst xmlns:a="http://schemas.openxmlformats.org/drawingml/2006/main">
              <a:ext uri="{FF2B5EF4-FFF2-40B4-BE49-F238E27FC236}">
                <a16:creationId xmlns:a16="http://schemas.microsoft.com/office/drawing/2014/main" id="{DD0029F8-143A-46FA-8E36-01072D06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76" y="3577295"/>
            <a:ext cx="14764" cy="14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49" name="noise-dot-0627">
            <a:extLst xmlns:a="http://schemas.openxmlformats.org/drawingml/2006/main">
              <a:ext uri="{FF2B5EF4-FFF2-40B4-BE49-F238E27FC236}">
                <a16:creationId xmlns:a16="http://schemas.microsoft.com/office/drawing/2014/main" id="{E3E3FD15-D812-4550-BEE8-1D77FA53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37" y="3330616"/>
            <a:ext cx="12392" cy="12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0" name="noise-dot-0628">
            <a:extLst xmlns:a="http://schemas.openxmlformats.org/drawingml/2006/main">
              <a:ext uri="{FF2B5EF4-FFF2-40B4-BE49-F238E27FC236}">
                <a16:creationId xmlns:a16="http://schemas.microsoft.com/office/drawing/2014/main" id="{12176344-9626-4520-AEE7-AE044A7B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997" y="2143963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1" name="noise-dot-0629">
            <a:extLst xmlns:a="http://schemas.openxmlformats.org/drawingml/2006/main">
              <a:ext uri="{FF2B5EF4-FFF2-40B4-BE49-F238E27FC236}">
                <a16:creationId xmlns:a16="http://schemas.microsoft.com/office/drawing/2014/main" id="{CE9F6BCB-B68B-406D-89E0-5BF3EA43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85" y="3347371"/>
            <a:ext cx="19288" cy="19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2" name="noise-dot-0630">
            <a:extLst xmlns:a="http://schemas.openxmlformats.org/drawingml/2006/main">
              <a:ext uri="{FF2B5EF4-FFF2-40B4-BE49-F238E27FC236}">
                <a16:creationId xmlns:a16="http://schemas.microsoft.com/office/drawing/2014/main" id="{7E5C54B1-E64C-4388-84DB-15AF31A2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93" y="3941931"/>
            <a:ext cx="24203" cy="242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3" name="noise-dot-0631">
            <a:extLst xmlns:a="http://schemas.openxmlformats.org/drawingml/2006/main">
              <a:ext uri="{FF2B5EF4-FFF2-40B4-BE49-F238E27FC236}">
                <a16:creationId xmlns:a16="http://schemas.microsoft.com/office/drawing/2014/main" id="{E8D053B1-3A12-4C33-A326-569E70B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198" y="4136736"/>
            <a:ext cx="15259" cy="152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4" name="noise-dot-0632">
            <a:extLst xmlns:a="http://schemas.openxmlformats.org/drawingml/2006/main">
              <a:ext uri="{FF2B5EF4-FFF2-40B4-BE49-F238E27FC236}">
                <a16:creationId xmlns:a16="http://schemas.microsoft.com/office/drawing/2014/main" id="{A77C6B83-C1A9-45A7-9B6A-AEF57CA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43" y="2831297"/>
            <a:ext cx="19498" cy="19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5" name="noise-dot-0633">
            <a:extLst xmlns:a="http://schemas.openxmlformats.org/drawingml/2006/main">
              <a:ext uri="{FF2B5EF4-FFF2-40B4-BE49-F238E27FC236}">
                <a16:creationId xmlns:a16="http://schemas.microsoft.com/office/drawing/2014/main" id="{106D055D-25C4-4C1B-8FB3-4CD76A14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326" y="3407950"/>
            <a:ext cx="12602" cy="12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6" name="noise-dot-0634">
            <a:extLst xmlns:a="http://schemas.openxmlformats.org/drawingml/2006/main">
              <a:ext uri="{FF2B5EF4-FFF2-40B4-BE49-F238E27FC236}">
                <a16:creationId xmlns:a16="http://schemas.microsoft.com/office/drawing/2014/main" id="{37311FA3-EE61-40E8-B072-A1A60A58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05" y="2283533"/>
            <a:ext cx="25479" cy="25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7" name="noise-dot-0635">
            <a:extLst xmlns:a="http://schemas.openxmlformats.org/drawingml/2006/main">
              <a:ext uri="{FF2B5EF4-FFF2-40B4-BE49-F238E27FC236}">
                <a16:creationId xmlns:a16="http://schemas.microsoft.com/office/drawing/2014/main" id="{0F2DC4CC-5534-40D2-A2B4-ECAE0A3E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597" y="3210344"/>
            <a:ext cx="24460" cy="24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8" name="noise-dot-0636">
            <a:extLst xmlns:a="http://schemas.openxmlformats.org/drawingml/2006/main">
              <a:ext uri="{FF2B5EF4-FFF2-40B4-BE49-F238E27FC236}">
                <a16:creationId xmlns:a16="http://schemas.microsoft.com/office/drawing/2014/main" id="{7E24E307-F0A9-4CD6-8A19-7A3F51B5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19" y="3198247"/>
            <a:ext cx="28337" cy="28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9" name="noise-dot-0637">
            <a:extLst xmlns:a="http://schemas.openxmlformats.org/drawingml/2006/main">
              <a:ext uri="{FF2B5EF4-FFF2-40B4-BE49-F238E27FC236}">
                <a16:creationId xmlns:a16="http://schemas.microsoft.com/office/drawing/2014/main" id="{9B6D0BE6-2A9C-4E01-B592-C82241F6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917" y="3058277"/>
            <a:ext cx="30547" cy="305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0" name="noise-dot-0638">
            <a:extLst xmlns:a="http://schemas.openxmlformats.org/drawingml/2006/main">
              <a:ext uri="{FF2B5EF4-FFF2-40B4-BE49-F238E27FC236}">
                <a16:creationId xmlns:a16="http://schemas.microsoft.com/office/drawing/2014/main" id="{D76EB3DF-238A-42B2-9E49-F869E879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043" y="3305775"/>
            <a:ext cx="27813" cy="27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1" name="noise-dot-0639">
            <a:extLst xmlns:a="http://schemas.openxmlformats.org/drawingml/2006/main">
              <a:ext uri="{FF2B5EF4-FFF2-40B4-BE49-F238E27FC236}">
                <a16:creationId xmlns:a16="http://schemas.microsoft.com/office/drawing/2014/main" id="{1C7FCAAC-F438-428A-B9B8-698B37DA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800" y="2298506"/>
            <a:ext cx="29718" cy="29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2" name="noise-dot-0640">
            <a:extLst xmlns:a="http://schemas.openxmlformats.org/drawingml/2006/main">
              <a:ext uri="{FF2B5EF4-FFF2-40B4-BE49-F238E27FC236}">
                <a16:creationId xmlns:a16="http://schemas.microsoft.com/office/drawing/2014/main" id="{D42B82C4-15AD-4593-B817-84C89C8E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454" y="3130420"/>
            <a:ext cx="16364" cy="16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3" name="noise-dot-0641">
            <a:extLst xmlns:a="http://schemas.openxmlformats.org/drawingml/2006/main">
              <a:ext uri="{FF2B5EF4-FFF2-40B4-BE49-F238E27FC236}">
                <a16:creationId xmlns:a16="http://schemas.microsoft.com/office/drawing/2014/main" id="{D07983D9-1C2D-4AA2-B2D7-8926BE88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59" y="3977640"/>
            <a:ext cx="29242" cy="29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4" name="noise-dot-0642">
            <a:extLst xmlns:a="http://schemas.openxmlformats.org/drawingml/2006/main">
              <a:ext uri="{FF2B5EF4-FFF2-40B4-BE49-F238E27FC236}">
                <a16:creationId xmlns:a16="http://schemas.microsoft.com/office/drawing/2014/main" id="{76CF2C60-36F7-4686-801A-0123BA83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390" y="2401834"/>
            <a:ext cx="19802" cy="19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5" name="noise-dot-0643">
            <a:extLst xmlns:a="http://schemas.openxmlformats.org/drawingml/2006/main">
              <a:ext uri="{FF2B5EF4-FFF2-40B4-BE49-F238E27FC236}">
                <a16:creationId xmlns:a16="http://schemas.microsoft.com/office/drawing/2014/main" id="{FB39C37D-BA4B-498B-992D-335CE7FA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220" y="2932605"/>
            <a:ext cx="28870" cy="28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6" name="noise-dot-0644">
            <a:extLst xmlns:a="http://schemas.openxmlformats.org/drawingml/2006/main">
              <a:ext uri="{FF2B5EF4-FFF2-40B4-BE49-F238E27FC236}">
                <a16:creationId xmlns:a16="http://schemas.microsoft.com/office/drawing/2014/main" id="{5C9B18AC-103D-48FD-89F6-F7EDC3B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218" y="2857881"/>
            <a:ext cx="25346" cy="25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7" name="noise-dot-0645">
            <a:extLst xmlns:a="http://schemas.openxmlformats.org/drawingml/2006/main">
              <a:ext uri="{FF2B5EF4-FFF2-40B4-BE49-F238E27FC236}">
                <a16:creationId xmlns:a16="http://schemas.microsoft.com/office/drawing/2014/main" id="{69457650-54DC-4621-BB84-D03CEF2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46" y="3764309"/>
            <a:ext cx="11440" cy="1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8" name="noise-dot-0646">
            <a:extLst xmlns:a="http://schemas.openxmlformats.org/drawingml/2006/main">
              <a:ext uri="{FF2B5EF4-FFF2-40B4-BE49-F238E27FC236}">
                <a16:creationId xmlns:a16="http://schemas.microsoft.com/office/drawing/2014/main" id="{BD54D471-E360-467C-91A8-3C08FE65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14" y="2910030"/>
            <a:ext cx="22736" cy="2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9" name="noise-dot-0647">
            <a:extLst xmlns:a="http://schemas.openxmlformats.org/drawingml/2006/main">
              <a:ext uri="{FF2B5EF4-FFF2-40B4-BE49-F238E27FC236}">
                <a16:creationId xmlns:a16="http://schemas.microsoft.com/office/drawing/2014/main" id="{06A88044-9C2F-489B-A327-A54F331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55" y="4049611"/>
            <a:ext cx="24298" cy="2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0" name="noise-dot-0648">
            <a:extLst xmlns:a="http://schemas.openxmlformats.org/drawingml/2006/main">
              <a:ext uri="{FF2B5EF4-FFF2-40B4-BE49-F238E27FC236}">
                <a16:creationId xmlns:a16="http://schemas.microsoft.com/office/drawing/2014/main" id="{DF797EFB-1F4A-43C2-842E-C2B37B02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19" y="4010720"/>
            <a:ext cx="23051" cy="23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1" name="noise-dot-0649">
            <a:extLst xmlns:a="http://schemas.openxmlformats.org/drawingml/2006/main">
              <a:ext uri="{FF2B5EF4-FFF2-40B4-BE49-F238E27FC236}">
                <a16:creationId xmlns:a16="http://schemas.microsoft.com/office/drawing/2014/main" id="{837EBCCB-3E36-40BF-8C19-DEC9115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03" y="2869521"/>
            <a:ext cx="32252" cy="32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2" name="noise-dot-0650">
            <a:extLst xmlns:a="http://schemas.openxmlformats.org/drawingml/2006/main">
              <a:ext uri="{FF2B5EF4-FFF2-40B4-BE49-F238E27FC236}">
                <a16:creationId xmlns:a16="http://schemas.microsoft.com/office/drawing/2014/main" id="{698BDFDB-2EB3-4D72-81EF-3AC746C3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26" y="3272209"/>
            <a:ext cx="31023" cy="31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3" name="noise-dot-0651">
            <a:extLst xmlns:a="http://schemas.openxmlformats.org/drawingml/2006/main">
              <a:ext uri="{FF2B5EF4-FFF2-40B4-BE49-F238E27FC236}">
                <a16:creationId xmlns:a16="http://schemas.microsoft.com/office/drawing/2014/main" id="{7D345B3D-A0AF-4A49-8F52-6C00EB77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765" y="2131600"/>
            <a:ext cx="32661" cy="32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4" name="noise-dot-0652">
            <a:extLst xmlns:a="http://schemas.openxmlformats.org/drawingml/2006/main">
              <a:ext uri="{FF2B5EF4-FFF2-40B4-BE49-F238E27FC236}">
                <a16:creationId xmlns:a16="http://schemas.microsoft.com/office/drawing/2014/main" id="{900A089E-8FC0-4282-BEDF-D717155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584" y="2678144"/>
            <a:ext cx="13935" cy="13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5" name="noise-dot-0653">
            <a:extLst xmlns:a="http://schemas.openxmlformats.org/drawingml/2006/main">
              <a:ext uri="{FF2B5EF4-FFF2-40B4-BE49-F238E27FC236}">
                <a16:creationId xmlns:a16="http://schemas.microsoft.com/office/drawing/2014/main" id="{C7B72B50-24A4-42B3-9646-697B8EFD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27" y="2959770"/>
            <a:ext cx="24956" cy="24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6" name="noise-dot-0654">
            <a:extLst xmlns:a="http://schemas.openxmlformats.org/drawingml/2006/main">
              <a:ext uri="{FF2B5EF4-FFF2-40B4-BE49-F238E27FC236}">
                <a16:creationId xmlns:a16="http://schemas.microsoft.com/office/drawing/2014/main" id="{34A1168E-6C4E-4AB7-9C21-B563DBD4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150" y="3461423"/>
            <a:ext cx="11621" cy="11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7" name="noise-dot-0655">
            <a:extLst xmlns:a="http://schemas.openxmlformats.org/drawingml/2006/main">
              <a:ext uri="{FF2B5EF4-FFF2-40B4-BE49-F238E27FC236}">
                <a16:creationId xmlns:a16="http://schemas.microsoft.com/office/drawing/2014/main" id="{371FC7AC-0609-4761-8D8A-CCD22D4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29" y="3829555"/>
            <a:ext cx="32642" cy="32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8" name="noise-dot-0656">
            <a:extLst xmlns:a="http://schemas.openxmlformats.org/drawingml/2006/main">
              <a:ext uri="{FF2B5EF4-FFF2-40B4-BE49-F238E27FC236}">
                <a16:creationId xmlns:a16="http://schemas.microsoft.com/office/drawing/2014/main" id="{5E9E479A-A415-460E-8695-ACCC387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2" y="3276076"/>
            <a:ext cx="23841" cy="238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9" name="noise-dot-0657">
            <a:extLst xmlns:a="http://schemas.openxmlformats.org/drawingml/2006/main">
              <a:ext uri="{FF2B5EF4-FFF2-40B4-BE49-F238E27FC236}">
                <a16:creationId xmlns:a16="http://schemas.microsoft.com/office/drawing/2014/main" id="{A126EFF7-4FDA-4E1E-8CD2-3ED58382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84" y="3239662"/>
            <a:ext cx="25260" cy="25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0" name="noise-dot-0658">
            <a:extLst xmlns:a="http://schemas.openxmlformats.org/drawingml/2006/main">
              <a:ext uri="{FF2B5EF4-FFF2-40B4-BE49-F238E27FC236}">
                <a16:creationId xmlns:a16="http://schemas.microsoft.com/office/drawing/2014/main" id="{FB6AECBA-2FC7-4DF9-82F1-1C95FFC6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83" y="3559750"/>
            <a:ext cx="28632" cy="28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1" name="noise-dot-0659">
            <a:extLst xmlns:a="http://schemas.openxmlformats.org/drawingml/2006/main">
              <a:ext uri="{FF2B5EF4-FFF2-40B4-BE49-F238E27FC236}">
                <a16:creationId xmlns:a16="http://schemas.microsoft.com/office/drawing/2014/main" id="{36C316B2-EA03-45EA-B508-66376ED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55" y="2748953"/>
            <a:ext cx="23479" cy="23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2" name="noise-dot-0660">
            <a:extLst xmlns:a="http://schemas.openxmlformats.org/drawingml/2006/main">
              <a:ext uri="{FF2B5EF4-FFF2-40B4-BE49-F238E27FC236}">
                <a16:creationId xmlns:a16="http://schemas.microsoft.com/office/drawing/2014/main" id="{7159B2AD-03D2-493A-A85C-F151510A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435" y="3187998"/>
            <a:ext cx="24327" cy="24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3" name="noise-dot-0661">
            <a:extLst xmlns:a="http://schemas.openxmlformats.org/drawingml/2006/main">
              <a:ext uri="{FF2B5EF4-FFF2-40B4-BE49-F238E27FC236}">
                <a16:creationId xmlns:a16="http://schemas.microsoft.com/office/drawing/2014/main" id="{043748CD-F16D-4642-B63F-E66EB0E9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00" y="4008930"/>
            <a:ext cx="25660" cy="25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4" name="noise-dot-0662">
            <a:extLst xmlns:a="http://schemas.openxmlformats.org/drawingml/2006/main">
              <a:ext uri="{FF2B5EF4-FFF2-40B4-BE49-F238E27FC236}">
                <a16:creationId xmlns:a16="http://schemas.microsoft.com/office/drawing/2014/main" id="{29AA4E4F-FC66-4F2E-B469-24AD19F4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3" y="4040295"/>
            <a:ext cx="18783" cy="18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5" name="noise-dot-0663">
            <a:extLst xmlns:a="http://schemas.openxmlformats.org/drawingml/2006/main">
              <a:ext uri="{FF2B5EF4-FFF2-40B4-BE49-F238E27FC236}">
                <a16:creationId xmlns:a16="http://schemas.microsoft.com/office/drawing/2014/main" id="{99AFA6AE-755C-4F61-AEF6-F13A1AD4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3" y="3774262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6" name="noise-dot-0664">
            <a:extLst xmlns:a="http://schemas.openxmlformats.org/drawingml/2006/main">
              <a:ext uri="{FF2B5EF4-FFF2-40B4-BE49-F238E27FC236}">
                <a16:creationId xmlns:a16="http://schemas.microsoft.com/office/drawing/2014/main" id="{1F9D1281-F03E-40D9-AD83-A8C0CAEB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97" y="3696557"/>
            <a:ext cx="21136" cy="21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7" name="noise-dot-0665">
            <a:extLst xmlns:a="http://schemas.openxmlformats.org/drawingml/2006/main">
              <a:ext uri="{FF2B5EF4-FFF2-40B4-BE49-F238E27FC236}">
                <a16:creationId xmlns:a16="http://schemas.microsoft.com/office/drawing/2014/main" id="{329B5655-D6B0-48DD-9D9D-00514CD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07" y="3539623"/>
            <a:ext cx="29023" cy="29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8" name="noise-dot-0666">
            <a:extLst xmlns:a="http://schemas.openxmlformats.org/drawingml/2006/main">
              <a:ext uri="{FF2B5EF4-FFF2-40B4-BE49-F238E27FC236}">
                <a16:creationId xmlns:a16="http://schemas.microsoft.com/office/drawing/2014/main" id="{F2155AB7-D73A-46B8-A37D-951F14F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47" y="3213887"/>
            <a:ext cx="26070" cy="26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9" name="noise-dot-0667">
            <a:extLst xmlns:a="http://schemas.openxmlformats.org/drawingml/2006/main">
              <a:ext uri="{FF2B5EF4-FFF2-40B4-BE49-F238E27FC236}">
                <a16:creationId xmlns:a16="http://schemas.microsoft.com/office/drawing/2014/main" id="{D3C742D2-624F-47B2-A708-75491BEF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413" y="2763164"/>
            <a:ext cx="19069" cy="19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0" name="noise-dot-0668">
            <a:extLst xmlns:a="http://schemas.openxmlformats.org/drawingml/2006/main">
              <a:ext uri="{FF2B5EF4-FFF2-40B4-BE49-F238E27FC236}">
                <a16:creationId xmlns:a16="http://schemas.microsoft.com/office/drawing/2014/main" id="{183CD257-D71E-4D37-BF22-ED5A1D6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825" y="3015063"/>
            <a:ext cx="30194" cy="30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1" name="noise-dot-0669">
            <a:extLst xmlns:a="http://schemas.openxmlformats.org/drawingml/2006/main">
              <a:ext uri="{FF2B5EF4-FFF2-40B4-BE49-F238E27FC236}">
                <a16:creationId xmlns:a16="http://schemas.microsoft.com/office/drawing/2014/main" id="{3F039408-DF09-49CA-B631-11D946D7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83" y="2207695"/>
            <a:ext cx="24022" cy="24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2" name="noise-dot-0670">
            <a:extLst xmlns:a="http://schemas.openxmlformats.org/drawingml/2006/main">
              <a:ext uri="{FF2B5EF4-FFF2-40B4-BE49-F238E27FC236}">
                <a16:creationId xmlns:a16="http://schemas.microsoft.com/office/drawing/2014/main" id="{C7D4565A-6468-4328-9DBF-6A05DE99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02" y="2654437"/>
            <a:ext cx="22536" cy="225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3" name="noise-dot-0671">
            <a:extLst xmlns:a="http://schemas.openxmlformats.org/drawingml/2006/main">
              <a:ext uri="{FF2B5EF4-FFF2-40B4-BE49-F238E27FC236}">
                <a16:creationId xmlns:a16="http://schemas.microsoft.com/office/drawing/2014/main" id="{7B7CBB60-3246-4F82-B420-C323B5C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418" y="2600554"/>
            <a:ext cx="12268" cy="122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4" name="noise-dot-0672">
            <a:extLst xmlns:a="http://schemas.openxmlformats.org/drawingml/2006/main">
              <a:ext uri="{FF2B5EF4-FFF2-40B4-BE49-F238E27FC236}">
                <a16:creationId xmlns:a16="http://schemas.microsoft.com/office/drawing/2014/main" id="{9068D346-988A-4ECC-884F-6BE94B36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87" y="2188693"/>
            <a:ext cx="19069" cy="19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5" name="noise-dot-0673">
            <a:extLst xmlns:a="http://schemas.openxmlformats.org/drawingml/2006/main">
              <a:ext uri="{FF2B5EF4-FFF2-40B4-BE49-F238E27FC236}">
                <a16:creationId xmlns:a16="http://schemas.microsoft.com/office/drawing/2014/main" id="{367D888B-CA24-49C9-ABC0-93C67E1B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164" y="3786092"/>
            <a:ext cx="29404" cy="29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6" name="noise-dot-0674">
            <a:extLst xmlns:a="http://schemas.openxmlformats.org/drawingml/2006/main">
              <a:ext uri="{FF2B5EF4-FFF2-40B4-BE49-F238E27FC236}">
                <a16:creationId xmlns:a16="http://schemas.microsoft.com/office/drawing/2014/main" id="{E7418695-D145-4BA3-AEA6-025325AE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04" y="3625796"/>
            <a:ext cx="22117" cy="22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7" name="noise-dot-0675">
            <a:extLst xmlns:a="http://schemas.openxmlformats.org/drawingml/2006/main">
              <a:ext uri="{FF2B5EF4-FFF2-40B4-BE49-F238E27FC236}">
                <a16:creationId xmlns:a16="http://schemas.microsoft.com/office/drawing/2014/main" id="{D856D81F-84FC-4DC7-8715-9AC1407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289" y="3450374"/>
            <a:ext cx="28004" cy="2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8" name="noise-dot-0676">
            <a:extLst xmlns:a="http://schemas.openxmlformats.org/drawingml/2006/main">
              <a:ext uri="{FF2B5EF4-FFF2-40B4-BE49-F238E27FC236}">
                <a16:creationId xmlns:a16="http://schemas.microsoft.com/office/drawing/2014/main" id="{ED577EC4-598F-4584-89DF-28458CE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284" y="3734162"/>
            <a:ext cx="13649" cy="136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9" name="noise-dot-0677">
            <a:extLst xmlns:a="http://schemas.openxmlformats.org/drawingml/2006/main">
              <a:ext uri="{FF2B5EF4-FFF2-40B4-BE49-F238E27FC236}">
                <a16:creationId xmlns:a16="http://schemas.microsoft.com/office/drawing/2014/main" id="{8EF457D2-98CD-4F2E-A908-EA9DB9E4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337" y="3254845"/>
            <a:ext cx="32071" cy="320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0" name="noise-dot-0678">
            <a:extLst xmlns:a="http://schemas.openxmlformats.org/drawingml/2006/main">
              <a:ext uri="{FF2B5EF4-FFF2-40B4-BE49-F238E27FC236}">
                <a16:creationId xmlns:a16="http://schemas.microsoft.com/office/drawing/2014/main" id="{808FE194-8574-4FC8-9180-1CB6D984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17" y="2697842"/>
            <a:ext cx="22793" cy="22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1" name="noise-dot-0679">
            <a:extLst xmlns:a="http://schemas.openxmlformats.org/drawingml/2006/main">
              <a:ext uri="{FF2B5EF4-FFF2-40B4-BE49-F238E27FC236}">
                <a16:creationId xmlns:a16="http://schemas.microsoft.com/office/drawing/2014/main" id="{8BC3D065-C846-4491-B916-FA306789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48" y="2511362"/>
            <a:ext cx="14335" cy="1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2" name="noise-dot-0680">
            <a:extLst xmlns:a="http://schemas.openxmlformats.org/drawingml/2006/main">
              <a:ext uri="{FF2B5EF4-FFF2-40B4-BE49-F238E27FC236}">
                <a16:creationId xmlns:a16="http://schemas.microsoft.com/office/drawing/2014/main" id="{186ABDD6-6EFE-4A89-9D71-31A8FC94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11" y="2658466"/>
            <a:ext cx="15735" cy="15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3" name="noise-dot-0681">
            <a:extLst xmlns:a="http://schemas.openxmlformats.org/drawingml/2006/main">
              <a:ext uri="{FF2B5EF4-FFF2-40B4-BE49-F238E27FC236}">
                <a16:creationId xmlns:a16="http://schemas.microsoft.com/office/drawing/2014/main" id="{1DD5A771-220B-4DF9-B58A-82FD7D2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691" y="3637636"/>
            <a:ext cx="26089" cy="260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4" name="noise-dot-0682">
            <a:extLst xmlns:a="http://schemas.openxmlformats.org/drawingml/2006/main">
              <a:ext uri="{FF2B5EF4-FFF2-40B4-BE49-F238E27FC236}">
                <a16:creationId xmlns:a16="http://schemas.microsoft.com/office/drawing/2014/main" id="{329F23B4-3672-492B-8755-18D84411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96" y="3236014"/>
            <a:ext cx="14068" cy="140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5" name="noise-dot-0683">
            <a:extLst xmlns:a="http://schemas.openxmlformats.org/drawingml/2006/main">
              <a:ext uri="{FF2B5EF4-FFF2-40B4-BE49-F238E27FC236}">
                <a16:creationId xmlns:a16="http://schemas.microsoft.com/office/drawing/2014/main" id="{004E5F93-3D49-4D26-807F-3EFE22BA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810" y="3750173"/>
            <a:ext cx="26260" cy="26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6" name="noise-dot-0684">
            <a:extLst xmlns:a="http://schemas.openxmlformats.org/drawingml/2006/main">
              <a:ext uri="{FF2B5EF4-FFF2-40B4-BE49-F238E27FC236}">
                <a16:creationId xmlns:a16="http://schemas.microsoft.com/office/drawing/2014/main" id="{BE88E148-03F3-4BBD-B1EB-5EC4DF4F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40" y="3638369"/>
            <a:ext cx="27537" cy="27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7" name="noise-dot-0685">
            <a:extLst xmlns:a="http://schemas.openxmlformats.org/drawingml/2006/main">
              <a:ext uri="{FF2B5EF4-FFF2-40B4-BE49-F238E27FC236}">
                <a16:creationId xmlns:a16="http://schemas.microsoft.com/office/drawing/2014/main" id="{6DDC81CE-49BE-433E-8328-A5F1AD9D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015" y="3120876"/>
            <a:ext cx="19279" cy="19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8" name="noise-dot-0686">
            <a:extLst xmlns:a="http://schemas.openxmlformats.org/drawingml/2006/main">
              <a:ext uri="{FF2B5EF4-FFF2-40B4-BE49-F238E27FC236}">
                <a16:creationId xmlns:a16="http://schemas.microsoft.com/office/drawing/2014/main" id="{2BA9CD08-7964-4428-A9DE-82B1EEF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45" y="2896248"/>
            <a:ext cx="30280" cy="30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9" name="noise-dot-0687">
            <a:extLst xmlns:a="http://schemas.openxmlformats.org/drawingml/2006/main">
              <a:ext uri="{FF2B5EF4-FFF2-40B4-BE49-F238E27FC236}">
                <a16:creationId xmlns:a16="http://schemas.microsoft.com/office/drawing/2014/main" id="{68620E43-00AB-47B6-B50C-1FFED935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250" y="3679574"/>
            <a:ext cx="12002" cy="12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0" name="noise-dot-0688">
            <a:extLst xmlns:a="http://schemas.openxmlformats.org/drawingml/2006/main">
              <a:ext uri="{FF2B5EF4-FFF2-40B4-BE49-F238E27FC236}">
                <a16:creationId xmlns:a16="http://schemas.microsoft.com/office/drawing/2014/main" id="{CE4A7F6E-DC7D-4ED8-87D9-F8F694CB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555" y="3501228"/>
            <a:ext cx="21184" cy="21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1" name="noise-dot-0689">
            <a:extLst xmlns:a="http://schemas.openxmlformats.org/drawingml/2006/main">
              <a:ext uri="{FF2B5EF4-FFF2-40B4-BE49-F238E27FC236}">
                <a16:creationId xmlns:a16="http://schemas.microsoft.com/office/drawing/2014/main" id="{3BC7D917-A3DD-4E83-B4B1-B3C4AE91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82" y="3268008"/>
            <a:ext cx="14583" cy="145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2" name="noise-dot-0690">
            <a:extLst xmlns:a="http://schemas.openxmlformats.org/drawingml/2006/main">
              <a:ext uri="{FF2B5EF4-FFF2-40B4-BE49-F238E27FC236}">
                <a16:creationId xmlns:a16="http://schemas.microsoft.com/office/drawing/2014/main" id="{DF99BF50-6251-4A86-AC1F-4A4043D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236" y="3372717"/>
            <a:ext cx="32833" cy="32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3" name="noise-dot-0691">
            <a:extLst xmlns:a="http://schemas.openxmlformats.org/drawingml/2006/main">
              <a:ext uri="{FF2B5EF4-FFF2-40B4-BE49-F238E27FC236}">
                <a16:creationId xmlns:a16="http://schemas.microsoft.com/office/drawing/2014/main" id="{A7A0A763-872B-4FE2-BFEF-5E10DDC2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318" y="2644950"/>
            <a:ext cx="21631" cy="21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4" name="noise-dot-0692">
            <a:extLst xmlns:a="http://schemas.openxmlformats.org/drawingml/2006/main">
              <a:ext uri="{FF2B5EF4-FFF2-40B4-BE49-F238E27FC236}">
                <a16:creationId xmlns:a16="http://schemas.microsoft.com/office/drawing/2014/main" id="{08C70D5E-1016-423A-976C-EE254357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64" y="3876408"/>
            <a:ext cx="16574" cy="16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5" name="noise-dot-0693">
            <a:extLst xmlns:a="http://schemas.openxmlformats.org/drawingml/2006/main">
              <a:ext uri="{FF2B5EF4-FFF2-40B4-BE49-F238E27FC236}">
                <a16:creationId xmlns:a16="http://schemas.microsoft.com/office/drawing/2014/main" id="{D5C22D98-2D24-42A7-A261-4209EF5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797" y="4009501"/>
            <a:ext cx="20403" cy="204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6" name="noise-dot-0694">
            <a:extLst xmlns:a="http://schemas.openxmlformats.org/drawingml/2006/main">
              <a:ext uri="{FF2B5EF4-FFF2-40B4-BE49-F238E27FC236}">
                <a16:creationId xmlns:a16="http://schemas.microsoft.com/office/drawing/2014/main" id="{08D5539E-629D-43E7-B52A-70FD6683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47" y="2675449"/>
            <a:ext cx="28804" cy="288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7" name="noise-dot-0695">
            <a:extLst xmlns:a="http://schemas.openxmlformats.org/drawingml/2006/main">
              <a:ext uri="{FF2B5EF4-FFF2-40B4-BE49-F238E27FC236}">
                <a16:creationId xmlns:a16="http://schemas.microsoft.com/office/drawing/2014/main" id="{2E980910-54AE-4DDF-8043-25483E8E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19" y="2844737"/>
            <a:ext cx="12973" cy="129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8" name="noise-dot-0696">
            <a:extLst xmlns:a="http://schemas.openxmlformats.org/drawingml/2006/main">
              <a:ext uri="{FF2B5EF4-FFF2-40B4-BE49-F238E27FC236}">
                <a16:creationId xmlns:a16="http://schemas.microsoft.com/office/drawing/2014/main" id="{BABC2EB7-F92B-4830-9D4E-9DD9BAD6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60" y="2363514"/>
            <a:ext cx="31261" cy="3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9" name="noise-dot-0697">
            <a:extLst xmlns:a="http://schemas.openxmlformats.org/drawingml/2006/main">
              <a:ext uri="{FF2B5EF4-FFF2-40B4-BE49-F238E27FC236}">
                <a16:creationId xmlns:a16="http://schemas.microsoft.com/office/drawing/2014/main" id="{042401FE-D346-49F0-A707-FBB8DEA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26" y="3860483"/>
            <a:ext cx="32766" cy="32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0" name="noise-dot-0698">
            <a:extLst xmlns:a="http://schemas.openxmlformats.org/drawingml/2006/main">
              <a:ext uri="{FF2B5EF4-FFF2-40B4-BE49-F238E27FC236}">
                <a16:creationId xmlns:a16="http://schemas.microsoft.com/office/drawing/2014/main" id="{F7AECDAB-E0F8-425E-9FDB-C654FD87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786" y="3257521"/>
            <a:ext cx="12192" cy="12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1" name="noise-dot-0699">
            <a:extLst xmlns:a="http://schemas.openxmlformats.org/drawingml/2006/main">
              <a:ext uri="{FF2B5EF4-FFF2-40B4-BE49-F238E27FC236}">
                <a16:creationId xmlns:a16="http://schemas.microsoft.com/office/drawing/2014/main" id="{610E9764-9244-45A7-B6DB-7ECA2A78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363" y="3873951"/>
            <a:ext cx="28251" cy="28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2" name="noise-dot-0700">
            <a:extLst xmlns:a="http://schemas.openxmlformats.org/drawingml/2006/main">
              <a:ext uri="{FF2B5EF4-FFF2-40B4-BE49-F238E27FC236}">
                <a16:creationId xmlns:a16="http://schemas.microsoft.com/office/drawing/2014/main" id="{6F0EBA0F-3D29-4E99-8DFC-8C13D136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04" y="3950846"/>
            <a:ext cx="22155" cy="22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3" name="noise-dot-0701">
            <a:extLst xmlns:a="http://schemas.openxmlformats.org/drawingml/2006/main">
              <a:ext uri="{FF2B5EF4-FFF2-40B4-BE49-F238E27FC236}">
                <a16:creationId xmlns:a16="http://schemas.microsoft.com/office/drawing/2014/main" id="{1986B24C-6CD0-4C5E-BB11-7C3C9048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744" y="3658286"/>
            <a:ext cx="13345" cy="1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4" name="noise-dot-0702">
            <a:extLst xmlns:a="http://schemas.openxmlformats.org/drawingml/2006/main">
              <a:ext uri="{FF2B5EF4-FFF2-40B4-BE49-F238E27FC236}">
                <a16:creationId xmlns:a16="http://schemas.microsoft.com/office/drawing/2014/main" id="{8779D763-2418-4066-9F01-391F90BB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36" y="3286030"/>
            <a:ext cx="29166" cy="291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5" name="noise-dot-0703">
            <a:extLst xmlns:a="http://schemas.openxmlformats.org/drawingml/2006/main">
              <a:ext uri="{FF2B5EF4-FFF2-40B4-BE49-F238E27FC236}">
                <a16:creationId xmlns:a16="http://schemas.microsoft.com/office/drawing/2014/main" id="{37C66426-A4AB-4E5F-B6F9-D7789BE7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80" y="2607897"/>
            <a:ext cx="29004" cy="29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6" name="noise-dot-0704">
            <a:extLst xmlns:a="http://schemas.openxmlformats.org/drawingml/2006/main">
              <a:ext uri="{FF2B5EF4-FFF2-40B4-BE49-F238E27FC236}">
                <a16:creationId xmlns:a16="http://schemas.microsoft.com/office/drawing/2014/main" id="{74B12DD3-6680-411E-A283-E04BFB91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73" y="3142221"/>
            <a:ext cx="23298" cy="23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7" name="noise-dot-0705">
            <a:extLst xmlns:a="http://schemas.openxmlformats.org/drawingml/2006/main">
              <a:ext uri="{FF2B5EF4-FFF2-40B4-BE49-F238E27FC236}">
                <a16:creationId xmlns:a16="http://schemas.microsoft.com/office/drawing/2014/main" id="{939EE478-17F8-4351-A2BD-9C29431F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89" y="3021425"/>
            <a:ext cx="12335" cy="12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8" name="noise-dot-0706">
            <a:extLst xmlns:a="http://schemas.openxmlformats.org/drawingml/2006/main">
              <a:ext uri="{FF2B5EF4-FFF2-40B4-BE49-F238E27FC236}">
                <a16:creationId xmlns:a16="http://schemas.microsoft.com/office/drawing/2014/main" id="{64FF3CF0-D1E8-4594-962D-7A6EB2A6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865" y="2713806"/>
            <a:ext cx="13716" cy="13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9" name="noise-dot-0707">
            <a:extLst xmlns:a="http://schemas.openxmlformats.org/drawingml/2006/main">
              <a:ext uri="{FF2B5EF4-FFF2-40B4-BE49-F238E27FC236}">
                <a16:creationId xmlns:a16="http://schemas.microsoft.com/office/drawing/2014/main" id="{4E5F99D1-6901-40D3-9642-DE3B31CC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71" y="2652093"/>
            <a:ext cx="26584" cy="26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0" name="noise-dot-0708">
            <a:extLst xmlns:a="http://schemas.openxmlformats.org/drawingml/2006/main">
              <a:ext uri="{FF2B5EF4-FFF2-40B4-BE49-F238E27FC236}">
                <a16:creationId xmlns:a16="http://schemas.microsoft.com/office/drawing/2014/main" id="{3DB037A7-4FEC-4F3C-BD84-B68AFE4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471" y="3510496"/>
            <a:ext cx="28661" cy="28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1" name="noise-dot-0709">
            <a:extLst xmlns:a="http://schemas.openxmlformats.org/drawingml/2006/main">
              <a:ext uri="{FF2B5EF4-FFF2-40B4-BE49-F238E27FC236}">
                <a16:creationId xmlns:a16="http://schemas.microsoft.com/office/drawing/2014/main" id="{4BD5C629-5F48-4545-BCE9-0B70E41E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37" y="2280247"/>
            <a:ext cx="24194" cy="2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2" name="noise-dot-0710">
            <a:extLst xmlns:a="http://schemas.openxmlformats.org/drawingml/2006/main">
              <a:ext uri="{FF2B5EF4-FFF2-40B4-BE49-F238E27FC236}">
                <a16:creationId xmlns:a16="http://schemas.microsoft.com/office/drawing/2014/main" id="{1AA6C08E-6B4F-48DA-8786-387F76DD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904" y="2455412"/>
            <a:ext cx="13173" cy="131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3" name="noise-dot-0711">
            <a:extLst xmlns:a="http://schemas.openxmlformats.org/drawingml/2006/main">
              <a:ext uri="{FF2B5EF4-FFF2-40B4-BE49-F238E27FC236}">
                <a16:creationId xmlns:a16="http://schemas.microsoft.com/office/drawing/2014/main" id="{19879E97-39B8-4923-A14E-A073218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28" y="2241156"/>
            <a:ext cx="29947" cy="299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4" name="noise-dot-0712">
            <a:extLst xmlns:a="http://schemas.openxmlformats.org/drawingml/2006/main">
              <a:ext uri="{FF2B5EF4-FFF2-40B4-BE49-F238E27FC236}">
                <a16:creationId xmlns:a16="http://schemas.microsoft.com/office/drawing/2014/main" id="{9795C179-17A3-46D2-AA94-8F91D573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58" y="2486892"/>
            <a:ext cx="26975" cy="26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5" name="noise-dot-0713">
            <a:extLst xmlns:a="http://schemas.openxmlformats.org/drawingml/2006/main">
              <a:ext uri="{FF2B5EF4-FFF2-40B4-BE49-F238E27FC236}">
                <a16:creationId xmlns:a16="http://schemas.microsoft.com/office/drawing/2014/main" id="{4DA8C305-47FA-4033-8394-BE972EA0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60" y="3818753"/>
            <a:ext cx="12878" cy="12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6" name="noise-dot-0714">
            <a:extLst xmlns:a="http://schemas.openxmlformats.org/drawingml/2006/main">
              <a:ext uri="{FF2B5EF4-FFF2-40B4-BE49-F238E27FC236}">
                <a16:creationId xmlns:a16="http://schemas.microsoft.com/office/drawing/2014/main" id="{6BFE5C94-0FA4-427E-81D5-3BFD757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027" y="3195885"/>
            <a:ext cx="16183" cy="16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7" name="noise-dot-0715">
            <a:extLst xmlns:a="http://schemas.openxmlformats.org/drawingml/2006/main">
              <a:ext uri="{FF2B5EF4-FFF2-40B4-BE49-F238E27FC236}">
                <a16:creationId xmlns:a16="http://schemas.microsoft.com/office/drawing/2014/main" id="{156E626A-A412-497A-819D-98C0FBBC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213" y="3556044"/>
            <a:ext cx="27099" cy="27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8" name="noise-dot-0716">
            <a:extLst xmlns:a="http://schemas.openxmlformats.org/drawingml/2006/main">
              <a:ext uri="{FF2B5EF4-FFF2-40B4-BE49-F238E27FC236}">
                <a16:creationId xmlns:a16="http://schemas.microsoft.com/office/drawing/2014/main" id="{2ACBE50E-F27A-4ABB-AACA-37622936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2422912"/>
            <a:ext cx="15250" cy="1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9" name="noise-dot-0717">
            <a:extLst xmlns:a="http://schemas.openxmlformats.org/drawingml/2006/main">
              <a:ext uri="{FF2B5EF4-FFF2-40B4-BE49-F238E27FC236}">
                <a16:creationId xmlns:a16="http://schemas.microsoft.com/office/drawing/2014/main" id="{D9EFDC37-A10B-429F-867E-0A627967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73" y="4035752"/>
            <a:ext cx="22136" cy="22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0" name="noise-dot-0718">
            <a:extLst xmlns:a="http://schemas.openxmlformats.org/drawingml/2006/main">
              <a:ext uri="{FF2B5EF4-FFF2-40B4-BE49-F238E27FC236}">
                <a16:creationId xmlns:a16="http://schemas.microsoft.com/office/drawing/2014/main" id="{5D2BF4F3-CB39-4784-ABC3-8D2565D3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982" y="2711587"/>
            <a:ext cx="31594" cy="31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1" name="noise-dot-0719">
            <a:extLst xmlns:a="http://schemas.openxmlformats.org/drawingml/2006/main">
              <a:ext uri="{FF2B5EF4-FFF2-40B4-BE49-F238E27FC236}">
                <a16:creationId xmlns:a16="http://schemas.microsoft.com/office/drawing/2014/main" id="{4BC08FBE-0562-4E75-A761-876042A4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998" y="2767279"/>
            <a:ext cx="24441" cy="244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2" name="noise-dot-0720">
            <a:extLst xmlns:a="http://schemas.openxmlformats.org/drawingml/2006/main">
              <a:ext uri="{FF2B5EF4-FFF2-40B4-BE49-F238E27FC236}">
                <a16:creationId xmlns:a16="http://schemas.microsoft.com/office/drawing/2014/main" id="{E05044EB-B51F-4898-876B-6FCFE7A0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83" y="3005690"/>
            <a:ext cx="25403" cy="254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3" name="noise-dot-0721">
            <a:extLst xmlns:a="http://schemas.openxmlformats.org/drawingml/2006/main">
              <a:ext uri="{FF2B5EF4-FFF2-40B4-BE49-F238E27FC236}">
                <a16:creationId xmlns:a16="http://schemas.microsoft.com/office/drawing/2014/main" id="{E612F4DE-1CB8-4FFF-A33A-B3B8B422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58" y="2742028"/>
            <a:ext cx="22593" cy="22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4" name="noise-dot-0722">
            <a:extLst xmlns:a="http://schemas.openxmlformats.org/drawingml/2006/main">
              <a:ext uri="{FF2B5EF4-FFF2-40B4-BE49-F238E27FC236}">
                <a16:creationId xmlns:a16="http://schemas.microsoft.com/office/drawing/2014/main" id="{B280A6EB-D005-4A8E-84B3-D6A5D582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468" y="3115056"/>
            <a:ext cx="32023" cy="32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5" name="noise-dot-0723">
            <a:extLst xmlns:a="http://schemas.openxmlformats.org/drawingml/2006/main">
              <a:ext uri="{FF2B5EF4-FFF2-40B4-BE49-F238E27FC236}">
                <a16:creationId xmlns:a16="http://schemas.microsoft.com/office/drawing/2014/main" id="{BF515AAE-EF1F-453F-9AE3-9E4CF18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544" y="2900410"/>
            <a:ext cx="16764" cy="1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6" name="noise-dot-0724">
            <a:extLst xmlns:a="http://schemas.openxmlformats.org/drawingml/2006/main">
              <a:ext uri="{FF2B5EF4-FFF2-40B4-BE49-F238E27FC236}">
                <a16:creationId xmlns:a16="http://schemas.microsoft.com/office/drawing/2014/main" id="{6EB9742E-8485-4495-9709-B9BE314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93" y="3271618"/>
            <a:ext cx="30651" cy="306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7" name="noise-dot-0725">
            <a:extLst xmlns:a="http://schemas.openxmlformats.org/drawingml/2006/main">
              <a:ext uri="{FF2B5EF4-FFF2-40B4-BE49-F238E27FC236}">
                <a16:creationId xmlns:a16="http://schemas.microsoft.com/office/drawing/2014/main" id="{966673CD-7395-4E97-92D9-08473D2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892" y="2838631"/>
            <a:ext cx="29537" cy="29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8" name="noise-dot-0726">
            <a:extLst xmlns:a="http://schemas.openxmlformats.org/drawingml/2006/main">
              <a:ext uri="{FF2B5EF4-FFF2-40B4-BE49-F238E27FC236}">
                <a16:creationId xmlns:a16="http://schemas.microsoft.com/office/drawing/2014/main" id="{F4E75CF6-4F4C-4C90-9E26-0EE144B3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043" y="4135364"/>
            <a:ext cx="25003" cy="25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9" name="noise-dot-0727">
            <a:extLst xmlns:a="http://schemas.openxmlformats.org/drawingml/2006/main">
              <a:ext uri="{FF2B5EF4-FFF2-40B4-BE49-F238E27FC236}">
                <a16:creationId xmlns:a16="http://schemas.microsoft.com/office/drawing/2014/main" id="{92984B6B-8FB3-491F-8991-F0835867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577" y="2740981"/>
            <a:ext cx="31947" cy="319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0" name="noise-dot-0728">
            <a:extLst xmlns:a="http://schemas.openxmlformats.org/drawingml/2006/main">
              <a:ext uri="{FF2B5EF4-FFF2-40B4-BE49-F238E27FC236}">
                <a16:creationId xmlns:a16="http://schemas.microsoft.com/office/drawing/2014/main" id="{B39410BA-F3AA-4A37-B745-96BC0941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50" y="3739334"/>
            <a:ext cx="29137" cy="29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1" name="noise-dot-0729">
            <a:extLst xmlns:a="http://schemas.openxmlformats.org/drawingml/2006/main">
              <a:ext uri="{FF2B5EF4-FFF2-40B4-BE49-F238E27FC236}">
                <a16:creationId xmlns:a16="http://schemas.microsoft.com/office/drawing/2014/main" id="{8FC189B3-96C9-4F44-A92B-D537E98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506" y="2321547"/>
            <a:ext cx="28213" cy="282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2" name="noise-dot-0730">
            <a:extLst xmlns:a="http://schemas.openxmlformats.org/drawingml/2006/main">
              <a:ext uri="{FF2B5EF4-FFF2-40B4-BE49-F238E27FC236}">
                <a16:creationId xmlns:a16="http://schemas.microsoft.com/office/drawing/2014/main" id="{FA06C6C9-9808-44FA-90F4-9EBE780E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905" y="3825602"/>
            <a:ext cx="31071" cy="310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3" name="noise-dot-0731">
            <a:extLst xmlns:a="http://schemas.openxmlformats.org/drawingml/2006/main">
              <a:ext uri="{FF2B5EF4-FFF2-40B4-BE49-F238E27FC236}">
                <a16:creationId xmlns:a16="http://schemas.microsoft.com/office/drawing/2014/main" id="{34A6C12E-E8B4-4106-A1E4-FC74A65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79" y="2169395"/>
            <a:ext cx="32833" cy="32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4" name="noise-dot-0732">
            <a:extLst xmlns:a="http://schemas.openxmlformats.org/drawingml/2006/main">
              <a:ext uri="{FF2B5EF4-FFF2-40B4-BE49-F238E27FC236}">
                <a16:creationId xmlns:a16="http://schemas.microsoft.com/office/drawing/2014/main" id="{1943F397-4652-4207-BE14-BF9A31A5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130" y="2665162"/>
            <a:ext cx="12106" cy="121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5" name="noise-dot-0733">
            <a:extLst xmlns:a="http://schemas.openxmlformats.org/drawingml/2006/main">
              <a:ext uri="{FF2B5EF4-FFF2-40B4-BE49-F238E27FC236}">
                <a16:creationId xmlns:a16="http://schemas.microsoft.com/office/drawing/2014/main" id="{49AF923A-3452-4CCB-9103-18CD544A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47" y="3519068"/>
            <a:ext cx="22031" cy="22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6" name="noise-dot-0734">
            <a:extLst xmlns:a="http://schemas.openxmlformats.org/drawingml/2006/main">
              <a:ext uri="{FF2B5EF4-FFF2-40B4-BE49-F238E27FC236}">
                <a16:creationId xmlns:a16="http://schemas.microsoft.com/office/drawing/2014/main" id="{FF0CFF20-99BF-4498-90E2-B64FFA04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416" y="2494731"/>
            <a:ext cx="25708" cy="25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7" name="noise-dot-0735">
            <a:extLst xmlns:a="http://schemas.openxmlformats.org/drawingml/2006/main">
              <a:ext uri="{FF2B5EF4-FFF2-40B4-BE49-F238E27FC236}">
                <a16:creationId xmlns:a16="http://schemas.microsoft.com/office/drawing/2014/main" id="{2BDEFC66-56D5-40D2-843A-F2C4944F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04" y="3412017"/>
            <a:ext cx="12478" cy="12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8" name="noise-dot-0736">
            <a:extLst xmlns:a="http://schemas.openxmlformats.org/drawingml/2006/main">
              <a:ext uri="{FF2B5EF4-FFF2-40B4-BE49-F238E27FC236}">
                <a16:creationId xmlns:a16="http://schemas.microsoft.com/office/drawing/2014/main" id="{A4B7A426-8229-4D60-83B3-DC6071F4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362" y="2529830"/>
            <a:ext cx="18983" cy="18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9" name="noise-dot-0737">
            <a:extLst xmlns:a="http://schemas.openxmlformats.org/drawingml/2006/main">
              <a:ext uri="{FF2B5EF4-FFF2-40B4-BE49-F238E27FC236}">
                <a16:creationId xmlns:a16="http://schemas.microsoft.com/office/drawing/2014/main" id="{57AC3866-31E0-43EA-94E9-6F1E2401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90" y="2857310"/>
            <a:ext cx="31137" cy="31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0" name="noise-dot-0738">
            <a:extLst xmlns:a="http://schemas.openxmlformats.org/drawingml/2006/main">
              <a:ext uri="{FF2B5EF4-FFF2-40B4-BE49-F238E27FC236}">
                <a16:creationId xmlns:a16="http://schemas.microsoft.com/office/drawing/2014/main" id="{7F1A91B5-2C48-4DB0-A4D6-185CE29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85" y="2419455"/>
            <a:ext cx="25918" cy="25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1" name="noise-dot-0739">
            <a:extLst xmlns:a="http://schemas.openxmlformats.org/drawingml/2006/main">
              <a:ext uri="{FF2B5EF4-FFF2-40B4-BE49-F238E27FC236}">
                <a16:creationId xmlns:a16="http://schemas.microsoft.com/office/drawing/2014/main" id="{F492D9A7-C368-4B3D-BAF9-AD868039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23" y="2225964"/>
            <a:ext cx="22441" cy="224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2" name="noise-dot-0740">
            <a:extLst xmlns:a="http://schemas.openxmlformats.org/drawingml/2006/main">
              <a:ext uri="{FF2B5EF4-FFF2-40B4-BE49-F238E27FC236}">
                <a16:creationId xmlns:a16="http://schemas.microsoft.com/office/drawing/2014/main" id="{AC2141F5-E57E-4901-B18A-0202468F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621" y="3701815"/>
            <a:ext cx="28480" cy="28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3" name="noise-dot-0741">
            <a:extLst xmlns:a="http://schemas.openxmlformats.org/drawingml/2006/main">
              <a:ext uri="{FF2B5EF4-FFF2-40B4-BE49-F238E27FC236}">
                <a16:creationId xmlns:a16="http://schemas.microsoft.com/office/drawing/2014/main" id="{C16E262C-0405-44EA-8213-AEEED77A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070" y="2271817"/>
            <a:ext cx="22717" cy="22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4" name="noise-dot-0742">
            <a:extLst xmlns:a="http://schemas.openxmlformats.org/drawingml/2006/main">
              <a:ext uri="{FF2B5EF4-FFF2-40B4-BE49-F238E27FC236}">
                <a16:creationId xmlns:a16="http://schemas.microsoft.com/office/drawing/2014/main" id="{11DF48AB-F5D2-4EC6-9A12-B901151C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012" y="2374649"/>
            <a:ext cx="11030" cy="11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5" name="noise-dot-0743">
            <a:extLst xmlns:a="http://schemas.openxmlformats.org/drawingml/2006/main">
              <a:ext uri="{FF2B5EF4-FFF2-40B4-BE49-F238E27FC236}">
                <a16:creationId xmlns:a16="http://schemas.microsoft.com/office/drawing/2014/main" id="{244F381B-1C53-4F84-84EE-B317179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45" y="3138792"/>
            <a:ext cx="22565" cy="225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6" name="noise-dot-0744">
            <a:extLst xmlns:a="http://schemas.openxmlformats.org/drawingml/2006/main">
              <a:ext uri="{FF2B5EF4-FFF2-40B4-BE49-F238E27FC236}">
                <a16:creationId xmlns:a16="http://schemas.microsoft.com/office/drawing/2014/main" id="{94C0FC04-3D47-47E6-827D-4B3A0495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251" y="2389432"/>
            <a:ext cx="19145" cy="19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7" name="noise-dot-0745">
            <a:extLst xmlns:a="http://schemas.openxmlformats.org/drawingml/2006/main">
              <a:ext uri="{FF2B5EF4-FFF2-40B4-BE49-F238E27FC236}">
                <a16:creationId xmlns:a16="http://schemas.microsoft.com/office/drawing/2014/main" id="{24863BFB-43E0-45F7-B475-88E0FB49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01" y="3364020"/>
            <a:ext cx="19783" cy="19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8" name="noise-dot-0746">
            <a:extLst xmlns:a="http://schemas.openxmlformats.org/drawingml/2006/main">
              <a:ext uri="{FF2B5EF4-FFF2-40B4-BE49-F238E27FC236}">
                <a16:creationId xmlns:a16="http://schemas.microsoft.com/office/drawing/2014/main" id="{9DC4C77A-E568-44FC-920C-7CE4D951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8" y="2292906"/>
            <a:ext cx="15030" cy="15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9" name="noise-dot-0747">
            <a:extLst xmlns:a="http://schemas.openxmlformats.org/drawingml/2006/main">
              <a:ext uri="{FF2B5EF4-FFF2-40B4-BE49-F238E27FC236}">
                <a16:creationId xmlns:a16="http://schemas.microsoft.com/office/drawing/2014/main" id="{A05F3DAA-9458-4E72-BDB7-E60655F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501" y="2342655"/>
            <a:ext cx="24889" cy="24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0" name="noise-dot-0748">
            <a:extLst xmlns:a="http://schemas.openxmlformats.org/drawingml/2006/main">
              <a:ext uri="{FF2B5EF4-FFF2-40B4-BE49-F238E27FC236}">
                <a16:creationId xmlns:a16="http://schemas.microsoft.com/office/drawing/2014/main" id="{5DDE2E08-6B08-4BD1-A25E-F6B4A81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869" y="3102921"/>
            <a:ext cx="17736" cy="17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1" name="noise-dot-0749">
            <a:extLst xmlns:a="http://schemas.openxmlformats.org/drawingml/2006/main">
              <a:ext uri="{FF2B5EF4-FFF2-40B4-BE49-F238E27FC236}">
                <a16:creationId xmlns:a16="http://schemas.microsoft.com/office/drawing/2014/main" id="{4B9993A2-8790-4B53-ACF8-9F3E967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51" y="2450868"/>
            <a:ext cx="13602" cy="13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2" name="noise-dot-0750">
            <a:extLst xmlns:a="http://schemas.openxmlformats.org/drawingml/2006/main">
              <a:ext uri="{FF2B5EF4-FFF2-40B4-BE49-F238E27FC236}">
                <a16:creationId xmlns:a16="http://schemas.microsoft.com/office/drawing/2014/main" id="{8AE65E8A-5A4E-4676-8FB3-ABA2695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10" y="3845557"/>
            <a:ext cx="23660" cy="23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3" name="noise-dot-0751">
            <a:extLst xmlns:a="http://schemas.openxmlformats.org/drawingml/2006/main">
              <a:ext uri="{FF2B5EF4-FFF2-40B4-BE49-F238E27FC236}">
                <a16:creationId xmlns:a16="http://schemas.microsoft.com/office/drawing/2014/main" id="{4A0E2E5D-DC8B-494D-9D27-0434876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11" y="4133488"/>
            <a:ext cx="25337" cy="25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4" name="noise-dot-0752">
            <a:extLst xmlns:a="http://schemas.openxmlformats.org/drawingml/2006/main">
              <a:ext uri="{FF2B5EF4-FFF2-40B4-BE49-F238E27FC236}">
                <a16:creationId xmlns:a16="http://schemas.microsoft.com/office/drawing/2014/main" id="{5C9AFC70-D7B5-41B3-9913-7AC343B7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76" y="3405969"/>
            <a:ext cx="14516" cy="14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5" name="noise-dot-0753">
            <a:extLst xmlns:a="http://schemas.openxmlformats.org/drawingml/2006/main">
              <a:ext uri="{FF2B5EF4-FFF2-40B4-BE49-F238E27FC236}">
                <a16:creationId xmlns:a16="http://schemas.microsoft.com/office/drawing/2014/main" id="{12BB9612-FBAF-43DD-88E6-6625C83D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31" y="3651695"/>
            <a:ext cx="22679" cy="22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6" name="noise-dot-0754">
            <a:extLst xmlns:a="http://schemas.openxmlformats.org/drawingml/2006/main">
              <a:ext uri="{FF2B5EF4-FFF2-40B4-BE49-F238E27FC236}">
                <a16:creationId xmlns:a16="http://schemas.microsoft.com/office/drawing/2014/main" id="{4C790B1A-02F0-4104-A356-7DF20D09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48" y="3706901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7" name="noise-dot-0755">
            <a:extLst xmlns:a="http://schemas.openxmlformats.org/drawingml/2006/main">
              <a:ext uri="{FF2B5EF4-FFF2-40B4-BE49-F238E27FC236}">
                <a16:creationId xmlns:a16="http://schemas.microsoft.com/office/drawing/2014/main" id="{7B7000F6-5D9A-45B4-8551-0428F8E4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595" y="2637396"/>
            <a:ext cx="28451" cy="28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8" name="noise-dot-0756">
            <a:extLst xmlns:a="http://schemas.openxmlformats.org/drawingml/2006/main">
              <a:ext uri="{FF2B5EF4-FFF2-40B4-BE49-F238E27FC236}">
                <a16:creationId xmlns:a16="http://schemas.microsoft.com/office/drawing/2014/main" id="{E6DB6926-9250-431A-80CF-785B4C80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0" y="3207363"/>
            <a:ext cx="20050" cy="2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9" name="noise-dot-0757">
            <a:extLst xmlns:a="http://schemas.openxmlformats.org/drawingml/2006/main">
              <a:ext uri="{FF2B5EF4-FFF2-40B4-BE49-F238E27FC236}">
                <a16:creationId xmlns:a16="http://schemas.microsoft.com/office/drawing/2014/main" id="{0ACA8C94-0627-4C43-909E-790996DC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597" y="3587867"/>
            <a:ext cx="29642" cy="29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0" name="noise-dot-0758">
            <a:extLst xmlns:a="http://schemas.openxmlformats.org/drawingml/2006/main">
              <a:ext uri="{FF2B5EF4-FFF2-40B4-BE49-F238E27FC236}">
                <a16:creationId xmlns:a16="http://schemas.microsoft.com/office/drawing/2014/main" id="{BEC0112F-2DF9-4AD0-B237-3D5EFC2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591" y="3276933"/>
            <a:ext cx="32604" cy="32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1" name="noise-dot-0759">
            <a:extLst xmlns:a="http://schemas.openxmlformats.org/drawingml/2006/main">
              <a:ext uri="{FF2B5EF4-FFF2-40B4-BE49-F238E27FC236}">
                <a16:creationId xmlns:a16="http://schemas.microsoft.com/office/drawing/2014/main" id="{28D08300-1CC0-4D43-8315-02C2C67D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562" y="2920032"/>
            <a:ext cx="32033" cy="32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2" name="noise-dot-0760">
            <a:extLst xmlns:a="http://schemas.openxmlformats.org/drawingml/2006/main">
              <a:ext uri="{FF2B5EF4-FFF2-40B4-BE49-F238E27FC236}">
                <a16:creationId xmlns:a16="http://schemas.microsoft.com/office/drawing/2014/main" id="{DF5B0E1B-465E-41A0-9F3B-9B27C8C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813" y="3710473"/>
            <a:ext cx="23736" cy="23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3" name="noise-dot-0761">
            <a:extLst xmlns:a="http://schemas.openxmlformats.org/drawingml/2006/main">
              <a:ext uri="{FF2B5EF4-FFF2-40B4-BE49-F238E27FC236}">
                <a16:creationId xmlns:a16="http://schemas.microsoft.com/office/drawing/2014/main" id="{3CE9EF6D-B730-43AD-9C7A-74BC4A4A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149" y="4021407"/>
            <a:ext cx="11363" cy="11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4" name="noise-dot-0762">
            <a:extLst xmlns:a="http://schemas.openxmlformats.org/drawingml/2006/main">
              <a:ext uri="{FF2B5EF4-FFF2-40B4-BE49-F238E27FC236}">
                <a16:creationId xmlns:a16="http://schemas.microsoft.com/office/drawing/2014/main" id="{F7B3FD36-C593-4278-A023-E5AB3AE2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168" y="2927795"/>
            <a:ext cx="31785" cy="31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5" name="noise-dot-0763">
            <a:extLst xmlns:a="http://schemas.openxmlformats.org/drawingml/2006/main">
              <a:ext uri="{FF2B5EF4-FFF2-40B4-BE49-F238E27FC236}">
                <a16:creationId xmlns:a16="http://schemas.microsoft.com/office/drawing/2014/main" id="{E2DB0250-E538-4A61-8552-4B0F032C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695" y="3296803"/>
            <a:ext cx="22765" cy="22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6" name="noise-dot-0764">
            <a:extLst xmlns:a="http://schemas.openxmlformats.org/drawingml/2006/main">
              <a:ext uri="{FF2B5EF4-FFF2-40B4-BE49-F238E27FC236}">
                <a16:creationId xmlns:a16="http://schemas.microsoft.com/office/drawing/2014/main" id="{D0CDA0EC-4AEE-4AB7-B225-CA0065E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615" y="2913145"/>
            <a:ext cx="25127" cy="25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7" name="noise-dot-0765">
            <a:extLst xmlns:a="http://schemas.openxmlformats.org/drawingml/2006/main">
              <a:ext uri="{FF2B5EF4-FFF2-40B4-BE49-F238E27FC236}">
                <a16:creationId xmlns:a16="http://schemas.microsoft.com/office/drawing/2014/main" id="{3180CE8E-9A5E-4E43-AB90-9C8150E1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69" y="3610985"/>
            <a:ext cx="29566" cy="29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8" name="noise-dot-0766">
            <a:extLst xmlns:a="http://schemas.openxmlformats.org/drawingml/2006/main">
              <a:ext uri="{FF2B5EF4-FFF2-40B4-BE49-F238E27FC236}">
                <a16:creationId xmlns:a16="http://schemas.microsoft.com/office/drawing/2014/main" id="{0698F591-E802-4792-857B-C879A31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001" y="4075433"/>
            <a:ext cx="28051" cy="28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9" name="noise-dot-0767">
            <a:extLst xmlns:a="http://schemas.openxmlformats.org/drawingml/2006/main">
              <a:ext uri="{FF2B5EF4-FFF2-40B4-BE49-F238E27FC236}">
                <a16:creationId xmlns:a16="http://schemas.microsoft.com/office/drawing/2014/main" id="{7FE2A069-AFB2-4C11-B70D-A80E4CAA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006" y="2528230"/>
            <a:ext cx="27003" cy="27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0" name="noise-dot-0768">
            <a:extLst xmlns:a="http://schemas.openxmlformats.org/drawingml/2006/main">
              <a:ext uri="{FF2B5EF4-FFF2-40B4-BE49-F238E27FC236}">
                <a16:creationId xmlns:a16="http://schemas.microsoft.com/office/drawing/2014/main" id="{132A4268-7579-47AD-82E4-90AB9B06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47" y="2681669"/>
            <a:ext cx="27099" cy="27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1" name="noise-dot-0769">
            <a:extLst xmlns:a="http://schemas.openxmlformats.org/drawingml/2006/main">
              <a:ext uri="{FF2B5EF4-FFF2-40B4-BE49-F238E27FC236}">
                <a16:creationId xmlns:a16="http://schemas.microsoft.com/office/drawing/2014/main" id="{52B05461-348F-4CE8-A628-E65FFC7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978" y="3149460"/>
            <a:ext cx="32214" cy="32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2" name="noise-dot-0770">
            <a:extLst xmlns:a="http://schemas.openxmlformats.org/drawingml/2006/main">
              <a:ext uri="{FF2B5EF4-FFF2-40B4-BE49-F238E27FC236}">
                <a16:creationId xmlns:a16="http://schemas.microsoft.com/office/drawing/2014/main" id="{EDBCF8E4-5FE7-45FC-9D17-3FDBB9D2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34" y="3971830"/>
            <a:ext cx="13011" cy="13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3" name="noise-dot-0771">
            <a:extLst xmlns:a="http://schemas.openxmlformats.org/drawingml/2006/main">
              <a:ext uri="{FF2B5EF4-FFF2-40B4-BE49-F238E27FC236}">
                <a16:creationId xmlns:a16="http://schemas.microsoft.com/office/drawing/2014/main" id="{5D6F452B-7393-41EA-BD55-F8C9B24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96" y="2249376"/>
            <a:ext cx="15069" cy="15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4" name="noise-dot-0772">
            <a:extLst xmlns:a="http://schemas.openxmlformats.org/drawingml/2006/main">
              <a:ext uri="{FF2B5EF4-FFF2-40B4-BE49-F238E27FC236}">
                <a16:creationId xmlns:a16="http://schemas.microsoft.com/office/drawing/2014/main" id="{7142E41D-D1A0-4BD5-97C5-2149F48B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" y="2571245"/>
            <a:ext cx="18107" cy="18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5" name="noise-dot-0773">
            <a:extLst xmlns:a="http://schemas.openxmlformats.org/drawingml/2006/main">
              <a:ext uri="{FF2B5EF4-FFF2-40B4-BE49-F238E27FC236}">
                <a16:creationId xmlns:a16="http://schemas.microsoft.com/office/drawing/2014/main" id="{390FB1B3-4AE3-4578-B70A-9F6ECB39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10" y="2219792"/>
            <a:ext cx="15345" cy="15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6" name="noise-dot-0774">
            <a:extLst xmlns:a="http://schemas.openxmlformats.org/drawingml/2006/main">
              <a:ext uri="{FF2B5EF4-FFF2-40B4-BE49-F238E27FC236}">
                <a16:creationId xmlns:a16="http://schemas.microsoft.com/office/drawing/2014/main" id="{01C439F1-F25D-4C90-B03C-5C22459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24" y="3029102"/>
            <a:ext cx="27889" cy="27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7" name="noise-dot-0775">
            <a:extLst xmlns:a="http://schemas.openxmlformats.org/drawingml/2006/main">
              <a:ext uri="{FF2B5EF4-FFF2-40B4-BE49-F238E27FC236}">
                <a16:creationId xmlns:a16="http://schemas.microsoft.com/office/drawing/2014/main" id="{EB022B2C-3CCC-4893-A467-3705220E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14" y="3747030"/>
            <a:ext cx="30556" cy="30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8" name="noise-dot-0776">
            <a:extLst xmlns:a="http://schemas.openxmlformats.org/drawingml/2006/main">
              <a:ext uri="{FF2B5EF4-FFF2-40B4-BE49-F238E27FC236}">
                <a16:creationId xmlns:a16="http://schemas.microsoft.com/office/drawing/2014/main" id="{D92C38CA-888F-4B9B-BC47-53D58BC8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97" y="4043401"/>
            <a:ext cx="32404" cy="32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9" name="noise-dot-0777">
            <a:extLst xmlns:a="http://schemas.openxmlformats.org/drawingml/2006/main">
              <a:ext uri="{FF2B5EF4-FFF2-40B4-BE49-F238E27FC236}">
                <a16:creationId xmlns:a16="http://schemas.microsoft.com/office/drawing/2014/main" id="{B16C05E8-EC85-4014-B430-7F7EAD5F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18" y="2260816"/>
            <a:ext cx="29575" cy="2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0" name="noise-dot-0778">
            <a:extLst xmlns:a="http://schemas.openxmlformats.org/drawingml/2006/main">
              <a:ext uri="{FF2B5EF4-FFF2-40B4-BE49-F238E27FC236}">
                <a16:creationId xmlns:a16="http://schemas.microsoft.com/office/drawing/2014/main" id="{F09018D2-C04C-4AFC-BEBD-A3039C0D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31" y="2702709"/>
            <a:ext cx="22698" cy="22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1" name="noise-dot-0779">
            <a:extLst xmlns:a="http://schemas.openxmlformats.org/drawingml/2006/main">
              <a:ext uri="{FF2B5EF4-FFF2-40B4-BE49-F238E27FC236}">
                <a16:creationId xmlns:a16="http://schemas.microsoft.com/office/drawing/2014/main" id="{2CBDCB39-F71A-4A1C-ACAF-DFAD7D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67" y="2441219"/>
            <a:ext cx="28556" cy="28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2" name="noise-dot-0780">
            <a:extLst xmlns:a="http://schemas.openxmlformats.org/drawingml/2006/main">
              <a:ext uri="{FF2B5EF4-FFF2-40B4-BE49-F238E27FC236}">
                <a16:creationId xmlns:a16="http://schemas.microsoft.com/office/drawing/2014/main" id="{6BE265A0-DEE2-4B41-94FE-64D64D83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04" y="2478786"/>
            <a:ext cx="16059" cy="160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3" name="noise-dot-0781">
            <a:extLst xmlns:a="http://schemas.openxmlformats.org/drawingml/2006/main">
              <a:ext uri="{FF2B5EF4-FFF2-40B4-BE49-F238E27FC236}">
                <a16:creationId xmlns:a16="http://schemas.microsoft.com/office/drawing/2014/main" id="{9655F427-97BD-4C27-BC11-72FEA795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476" y="2289162"/>
            <a:ext cx="18555" cy="18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4" name="noise-dot-0782">
            <a:extLst xmlns:a="http://schemas.openxmlformats.org/drawingml/2006/main">
              <a:ext uri="{FF2B5EF4-FFF2-40B4-BE49-F238E27FC236}">
                <a16:creationId xmlns:a16="http://schemas.microsoft.com/office/drawing/2014/main" id="{3E5A5D5C-9A8F-4104-8CD7-0FAF0B1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897" y="2738514"/>
            <a:ext cx="23622" cy="23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5" name="noise-dot-0783">
            <a:extLst xmlns:a="http://schemas.openxmlformats.org/drawingml/2006/main">
              <a:ext uri="{FF2B5EF4-FFF2-40B4-BE49-F238E27FC236}">
                <a16:creationId xmlns:a16="http://schemas.microsoft.com/office/drawing/2014/main" id="{BDD5E40D-E09C-47EF-9A1A-0FDF300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60" y="3742477"/>
            <a:ext cx="22622" cy="22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6" name="noise-dot-0784">
            <a:extLst xmlns:a="http://schemas.openxmlformats.org/drawingml/2006/main">
              <a:ext uri="{FF2B5EF4-FFF2-40B4-BE49-F238E27FC236}">
                <a16:creationId xmlns:a16="http://schemas.microsoft.com/office/drawing/2014/main" id="{B03C1E86-458A-4007-85BE-A341E80B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44" y="2369791"/>
            <a:ext cx="31613" cy="31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7" name="noise-dot-0785">
            <a:extLst xmlns:a="http://schemas.openxmlformats.org/drawingml/2006/main">
              <a:ext uri="{FF2B5EF4-FFF2-40B4-BE49-F238E27FC236}">
                <a16:creationId xmlns:a16="http://schemas.microsoft.com/office/drawing/2014/main" id="{0CCBEE7D-9415-4186-89C4-7D08436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646" y="3193237"/>
            <a:ext cx="32842" cy="32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8" name="noise-dot-0786">
            <a:extLst xmlns:a="http://schemas.openxmlformats.org/drawingml/2006/main">
              <a:ext uri="{FF2B5EF4-FFF2-40B4-BE49-F238E27FC236}">
                <a16:creationId xmlns:a16="http://schemas.microsoft.com/office/drawing/2014/main" id="{5E52CBD9-15AF-4DE3-9C38-18E9046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87" y="2684764"/>
            <a:ext cx="25956" cy="25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9" name="noise-dot-0787">
            <a:extLst xmlns:a="http://schemas.openxmlformats.org/drawingml/2006/main">
              <a:ext uri="{FF2B5EF4-FFF2-40B4-BE49-F238E27FC236}">
                <a16:creationId xmlns:a16="http://schemas.microsoft.com/office/drawing/2014/main" id="{B104B507-5802-4321-9EDC-331684E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62" y="3937530"/>
            <a:ext cx="25584" cy="25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0" name="noise-dot-0788">
            <a:extLst xmlns:a="http://schemas.openxmlformats.org/drawingml/2006/main">
              <a:ext uri="{FF2B5EF4-FFF2-40B4-BE49-F238E27FC236}">
                <a16:creationId xmlns:a16="http://schemas.microsoft.com/office/drawing/2014/main" id="{13196F0B-4ECD-4E66-AD24-83036E22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937" y="2279294"/>
            <a:ext cx="17574" cy="17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1" name="noise-dot-0789">
            <a:extLst xmlns:a="http://schemas.openxmlformats.org/drawingml/2006/main">
              <a:ext uri="{FF2B5EF4-FFF2-40B4-BE49-F238E27FC236}">
                <a16:creationId xmlns:a16="http://schemas.microsoft.com/office/drawing/2014/main" id="{B87B6381-22AA-4177-8887-12DA39E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065" y="2534583"/>
            <a:ext cx="29118" cy="29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2" name="noise-dot-0790">
            <a:extLst xmlns:a="http://schemas.openxmlformats.org/drawingml/2006/main">
              <a:ext uri="{FF2B5EF4-FFF2-40B4-BE49-F238E27FC236}">
                <a16:creationId xmlns:a16="http://schemas.microsoft.com/office/drawing/2014/main" id="{BFDBF64A-542E-4986-A81E-E6B3935D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69" y="2660333"/>
            <a:ext cx="23612" cy="23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3" name="noise-dot-0791">
            <a:extLst xmlns:a="http://schemas.openxmlformats.org/drawingml/2006/main">
              <a:ext uri="{FF2B5EF4-FFF2-40B4-BE49-F238E27FC236}">
                <a16:creationId xmlns:a16="http://schemas.microsoft.com/office/drawing/2014/main" id="{040665E3-367C-47ED-8AB8-D9671F0A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51" y="3021606"/>
            <a:ext cx="17355" cy="17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4" name="noise-dot-0792">
            <a:extLst xmlns:a="http://schemas.openxmlformats.org/drawingml/2006/main">
              <a:ext uri="{FF2B5EF4-FFF2-40B4-BE49-F238E27FC236}">
                <a16:creationId xmlns:a16="http://schemas.microsoft.com/office/drawing/2014/main" id="{A2D341FE-F7B7-4F60-B2C4-D241FEB0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563" y="3596545"/>
            <a:ext cx="31699" cy="31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5" name="noise-dot-0793">
            <a:extLst xmlns:a="http://schemas.openxmlformats.org/drawingml/2006/main">
              <a:ext uri="{FF2B5EF4-FFF2-40B4-BE49-F238E27FC236}">
                <a16:creationId xmlns:a16="http://schemas.microsoft.com/office/drawing/2014/main" id="{FB2B1350-94B5-4A50-A0D3-A8743FD7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485" y="3656867"/>
            <a:ext cx="28499" cy="284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6" name="noise-dot-0794">
            <a:extLst xmlns:a="http://schemas.openxmlformats.org/drawingml/2006/main">
              <a:ext uri="{FF2B5EF4-FFF2-40B4-BE49-F238E27FC236}">
                <a16:creationId xmlns:a16="http://schemas.microsoft.com/office/drawing/2014/main" id="{E5D2A022-D4D4-4A55-B23D-3AB79EE9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54" y="2256368"/>
            <a:ext cx="29861" cy="29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7" name="noise-dot-0795">
            <a:extLst xmlns:a="http://schemas.openxmlformats.org/drawingml/2006/main">
              <a:ext uri="{FF2B5EF4-FFF2-40B4-BE49-F238E27FC236}">
                <a16:creationId xmlns:a16="http://schemas.microsoft.com/office/drawing/2014/main" id="{CD32F709-3FBA-40C5-95FE-DAC07AFA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28" y="3455889"/>
            <a:ext cx="18326" cy="183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8" name="noise-dot-0796">
            <a:extLst xmlns:a="http://schemas.openxmlformats.org/drawingml/2006/main">
              <a:ext uri="{FF2B5EF4-FFF2-40B4-BE49-F238E27FC236}">
                <a16:creationId xmlns:a16="http://schemas.microsoft.com/office/drawing/2014/main" id="{7D65CC49-FCD0-4E96-B44E-DFA156EB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688" y="3024626"/>
            <a:ext cx="32766" cy="32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9" name="noise-dot-0797">
            <a:extLst xmlns:a="http://schemas.openxmlformats.org/drawingml/2006/main">
              <a:ext uri="{FF2B5EF4-FFF2-40B4-BE49-F238E27FC236}">
                <a16:creationId xmlns:a16="http://schemas.microsoft.com/office/drawing/2014/main" id="{18820653-AE87-479F-A5A2-64CB4395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35" y="4007310"/>
            <a:ext cx="15421" cy="15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0" name="noise-dot-0798">
            <a:extLst xmlns:a="http://schemas.openxmlformats.org/drawingml/2006/main">
              <a:ext uri="{FF2B5EF4-FFF2-40B4-BE49-F238E27FC236}">
                <a16:creationId xmlns:a16="http://schemas.microsoft.com/office/drawing/2014/main" id="{4F953D22-1D8A-4F97-9701-420906F7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90" y="3714179"/>
            <a:ext cx="31394" cy="31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1" name="noise-dot-0799">
            <a:extLst xmlns:a="http://schemas.openxmlformats.org/drawingml/2006/main">
              <a:ext uri="{FF2B5EF4-FFF2-40B4-BE49-F238E27FC236}">
                <a16:creationId xmlns:a16="http://schemas.microsoft.com/office/drawing/2014/main" id="{55620C2A-7556-464C-92CD-AE72CAE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19" y="2757802"/>
            <a:ext cx="14097" cy="14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2" name="noise-dot-0800">
            <a:extLst xmlns:a="http://schemas.openxmlformats.org/drawingml/2006/main">
              <a:ext uri="{FF2B5EF4-FFF2-40B4-BE49-F238E27FC236}">
                <a16:creationId xmlns:a16="http://schemas.microsoft.com/office/drawing/2014/main" id="{05964E8F-C46E-4464-A542-77835CDE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10" y="2786901"/>
            <a:ext cx="29566" cy="29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3" name="noise-dot-0801">
            <a:extLst xmlns:a="http://schemas.openxmlformats.org/drawingml/2006/main">
              <a:ext uri="{FF2B5EF4-FFF2-40B4-BE49-F238E27FC236}">
                <a16:creationId xmlns:a16="http://schemas.microsoft.com/office/drawing/2014/main" id="{A3035F41-19AD-4B30-AEFD-CB4FDF8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38" y="3495580"/>
            <a:ext cx="11516" cy="11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4" name="noise-dot-0802">
            <a:extLst xmlns:a="http://schemas.openxmlformats.org/drawingml/2006/main">
              <a:ext uri="{FF2B5EF4-FFF2-40B4-BE49-F238E27FC236}">
                <a16:creationId xmlns:a16="http://schemas.microsoft.com/office/drawing/2014/main" id="{CAD893AD-F215-4B8E-B2A1-CF683997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41" y="2357371"/>
            <a:ext cx="16373" cy="16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5" name="noise-dot-0803">
            <a:extLst xmlns:a="http://schemas.openxmlformats.org/drawingml/2006/main">
              <a:ext uri="{FF2B5EF4-FFF2-40B4-BE49-F238E27FC236}">
                <a16:creationId xmlns:a16="http://schemas.microsoft.com/office/drawing/2014/main" id="{672DEBF5-CA74-4B82-9FAC-ADE567D9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623" y="2766079"/>
            <a:ext cx="19307" cy="19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6" name="noise-dot-0804">
            <a:extLst xmlns:a="http://schemas.openxmlformats.org/drawingml/2006/main">
              <a:ext uri="{FF2B5EF4-FFF2-40B4-BE49-F238E27FC236}">
                <a16:creationId xmlns:a16="http://schemas.microsoft.com/office/drawing/2014/main" id="{812CFE3E-13DC-4F6C-A264-36D7D9AE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37" y="2194322"/>
            <a:ext cx="24651" cy="246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7" name="noise-dot-0805">
            <a:extLst xmlns:a="http://schemas.openxmlformats.org/drawingml/2006/main">
              <a:ext uri="{FF2B5EF4-FFF2-40B4-BE49-F238E27FC236}">
                <a16:creationId xmlns:a16="http://schemas.microsoft.com/office/drawing/2014/main" id="{C65D2F08-BDDA-4023-85F4-F403B701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413" y="2909164"/>
            <a:ext cx="16907" cy="169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8" name="noise-dot-0806">
            <a:extLst xmlns:a="http://schemas.openxmlformats.org/drawingml/2006/main">
              <a:ext uri="{FF2B5EF4-FFF2-40B4-BE49-F238E27FC236}">
                <a16:creationId xmlns:a16="http://schemas.microsoft.com/office/drawing/2014/main" id="{4231AF4D-C756-4F3A-9F95-73B7317A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4" y="3575542"/>
            <a:ext cx="21146" cy="21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9" name="noise-dot-0807">
            <a:extLst xmlns:a="http://schemas.openxmlformats.org/drawingml/2006/main">
              <a:ext uri="{FF2B5EF4-FFF2-40B4-BE49-F238E27FC236}">
                <a16:creationId xmlns:a16="http://schemas.microsoft.com/office/drawing/2014/main" id="{EAFEF34F-F45F-4A34-A505-B488CEB9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936" y="2992955"/>
            <a:ext cx="18050" cy="18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0" name="noise-dot-0808">
            <a:extLst xmlns:a="http://schemas.openxmlformats.org/drawingml/2006/main">
              <a:ext uri="{FF2B5EF4-FFF2-40B4-BE49-F238E27FC236}">
                <a16:creationId xmlns:a16="http://schemas.microsoft.com/office/drawing/2014/main" id="{19212475-6F1B-45C1-83E6-54F401E9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02" y="2561473"/>
            <a:ext cx="11306" cy="113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1" name="noise-dot-0809">
            <a:extLst xmlns:a="http://schemas.openxmlformats.org/drawingml/2006/main">
              <a:ext uri="{FF2B5EF4-FFF2-40B4-BE49-F238E27FC236}">
                <a16:creationId xmlns:a16="http://schemas.microsoft.com/office/drawing/2014/main" id="{DFC3F4A1-4690-4899-83BD-A27C90B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807" y="2845927"/>
            <a:ext cx="25146" cy="25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2" name="noise-dot-0810">
            <a:extLst xmlns:a="http://schemas.openxmlformats.org/drawingml/2006/main">
              <a:ext uri="{FF2B5EF4-FFF2-40B4-BE49-F238E27FC236}">
                <a16:creationId xmlns:a16="http://schemas.microsoft.com/office/drawing/2014/main" id="{376C85FE-BA7E-4793-961C-808242A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816" y="2452487"/>
            <a:ext cx="20212" cy="20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3" name="noise-dot-0811">
            <a:extLst xmlns:a="http://schemas.openxmlformats.org/drawingml/2006/main">
              <a:ext uri="{FF2B5EF4-FFF2-40B4-BE49-F238E27FC236}">
                <a16:creationId xmlns:a16="http://schemas.microsoft.com/office/drawing/2014/main" id="{95EAD020-63BD-40A3-A58B-E97C4AAA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75" y="3618548"/>
            <a:ext cx="23727" cy="23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4" name="noise-dot-0812">
            <a:extLst xmlns:a="http://schemas.openxmlformats.org/drawingml/2006/main">
              <a:ext uri="{FF2B5EF4-FFF2-40B4-BE49-F238E27FC236}">
                <a16:creationId xmlns:a16="http://schemas.microsoft.com/office/drawing/2014/main" id="{83B9CAE0-2433-4FE4-BCEC-CCF0D36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587" y="3516030"/>
            <a:ext cx="30061" cy="30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5" name="noise-dot-0813">
            <a:extLst xmlns:a="http://schemas.openxmlformats.org/drawingml/2006/main">
              <a:ext uri="{FF2B5EF4-FFF2-40B4-BE49-F238E27FC236}">
                <a16:creationId xmlns:a16="http://schemas.microsoft.com/office/drawing/2014/main" id="{3BCA5955-C6B8-4F0D-BD26-5E8F8469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9" y="2272341"/>
            <a:ext cx="14935" cy="14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6" name="noise-dot-0814">
            <a:extLst xmlns:a="http://schemas.openxmlformats.org/drawingml/2006/main">
              <a:ext uri="{FF2B5EF4-FFF2-40B4-BE49-F238E27FC236}">
                <a16:creationId xmlns:a16="http://schemas.microsoft.com/office/drawing/2014/main" id="{409E67D3-E7E8-406E-9B38-FEF0F5B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851" y="3745630"/>
            <a:ext cx="14621" cy="14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7" name="noise-dot-0815">
            <a:extLst xmlns:a="http://schemas.openxmlformats.org/drawingml/2006/main">
              <a:ext uri="{FF2B5EF4-FFF2-40B4-BE49-F238E27FC236}">
                <a16:creationId xmlns:a16="http://schemas.microsoft.com/office/drawing/2014/main" id="{EE0242BD-8B34-4C87-827A-2FC8996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266" y="2514486"/>
            <a:ext cx="17431" cy="17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8" name="noise-dot-0816">
            <a:extLst xmlns:a="http://schemas.openxmlformats.org/drawingml/2006/main">
              <a:ext uri="{FF2B5EF4-FFF2-40B4-BE49-F238E27FC236}">
                <a16:creationId xmlns:a16="http://schemas.microsoft.com/office/drawing/2014/main" id="{53924167-2823-4042-8AD1-C7B96A54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617" y="2356704"/>
            <a:ext cx="30880" cy="3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9" name="noise-dot-0817">
            <a:extLst xmlns:a="http://schemas.openxmlformats.org/drawingml/2006/main">
              <a:ext uri="{FF2B5EF4-FFF2-40B4-BE49-F238E27FC236}">
                <a16:creationId xmlns:a16="http://schemas.microsoft.com/office/drawing/2014/main" id="{CB41A4E8-5EBE-4CA4-B95C-22CA5ED8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09" y="4038905"/>
            <a:ext cx="26118" cy="26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0" name="noise-dot-0818">
            <a:extLst xmlns:a="http://schemas.openxmlformats.org/drawingml/2006/main">
              <a:ext uri="{FF2B5EF4-FFF2-40B4-BE49-F238E27FC236}">
                <a16:creationId xmlns:a16="http://schemas.microsoft.com/office/drawing/2014/main" id="{650322FC-D9A4-422E-9B34-EBBFBA6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471" y="3787807"/>
            <a:ext cx="29909" cy="29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1" name="noise-dot-0819">
            <a:extLst xmlns:a="http://schemas.openxmlformats.org/drawingml/2006/main">
              <a:ext uri="{FF2B5EF4-FFF2-40B4-BE49-F238E27FC236}">
                <a16:creationId xmlns:a16="http://schemas.microsoft.com/office/drawing/2014/main" id="{106E1AA0-797C-4E40-819C-1A42436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856" y="2638177"/>
            <a:ext cx="28404" cy="28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2" name="noise-dot-0820">
            <a:extLst xmlns:a="http://schemas.openxmlformats.org/drawingml/2006/main">
              <a:ext uri="{FF2B5EF4-FFF2-40B4-BE49-F238E27FC236}">
                <a16:creationId xmlns:a16="http://schemas.microsoft.com/office/drawing/2014/main" id="{907E3524-B91A-4EB0-9C45-E8D2E5B6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16" y="3731038"/>
            <a:ext cx="28985" cy="28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3" name="noise-dot-0821">
            <a:extLst xmlns:a="http://schemas.openxmlformats.org/drawingml/2006/main">
              <a:ext uri="{FF2B5EF4-FFF2-40B4-BE49-F238E27FC236}">
                <a16:creationId xmlns:a16="http://schemas.microsoft.com/office/drawing/2014/main" id="{AB938EB0-259C-4A6B-AB28-6287A234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06" y="3540862"/>
            <a:ext cx="27775" cy="27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4" name="noise-dot-0822">
            <a:extLst xmlns:a="http://schemas.openxmlformats.org/drawingml/2006/main">
              <a:ext uri="{FF2B5EF4-FFF2-40B4-BE49-F238E27FC236}">
                <a16:creationId xmlns:a16="http://schemas.microsoft.com/office/drawing/2014/main" id="{0A716DAF-7F19-4559-9665-38CDDA40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690" y="3150156"/>
            <a:ext cx="31985" cy="31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5" name="noise-dot-0823">
            <a:extLst xmlns:a="http://schemas.openxmlformats.org/drawingml/2006/main">
              <a:ext uri="{FF2B5EF4-FFF2-40B4-BE49-F238E27FC236}">
                <a16:creationId xmlns:a16="http://schemas.microsoft.com/office/drawing/2014/main" id="{0E363EC5-673A-4D5A-B527-717C55CD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42" y="2285409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6" name="noise-dot-0824">
            <a:extLst xmlns:a="http://schemas.openxmlformats.org/drawingml/2006/main">
              <a:ext uri="{FF2B5EF4-FFF2-40B4-BE49-F238E27FC236}">
                <a16:creationId xmlns:a16="http://schemas.microsoft.com/office/drawing/2014/main" id="{939608CC-2600-410C-87FA-07974DB6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55" y="3210668"/>
            <a:ext cx="27537" cy="27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7" name="noise-dot-0825">
            <a:extLst xmlns:a="http://schemas.openxmlformats.org/drawingml/2006/main">
              <a:ext uri="{FF2B5EF4-FFF2-40B4-BE49-F238E27FC236}">
                <a16:creationId xmlns:a16="http://schemas.microsoft.com/office/drawing/2014/main" id="{836D6989-D383-498F-8063-06EAD8D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05" y="2258682"/>
            <a:ext cx="17126" cy="17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8" name="noise-dot-0826">
            <a:extLst xmlns:a="http://schemas.openxmlformats.org/drawingml/2006/main">
              <a:ext uri="{FF2B5EF4-FFF2-40B4-BE49-F238E27FC236}">
                <a16:creationId xmlns:a16="http://schemas.microsoft.com/office/drawing/2014/main" id="{0497D273-2ABC-44AA-A726-0E23EF9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1" y="2684288"/>
            <a:ext cx="22136" cy="22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9" name="noise-dot-0827">
            <a:extLst xmlns:a="http://schemas.openxmlformats.org/drawingml/2006/main">
              <a:ext uri="{FF2B5EF4-FFF2-40B4-BE49-F238E27FC236}">
                <a16:creationId xmlns:a16="http://schemas.microsoft.com/office/drawing/2014/main" id="{8450DB39-0891-406D-B8BD-C6AB5C5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88" y="2455631"/>
            <a:ext cx="21869" cy="21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0" name="noise-dot-0828">
            <a:extLst xmlns:a="http://schemas.openxmlformats.org/drawingml/2006/main">
              <a:ext uri="{FF2B5EF4-FFF2-40B4-BE49-F238E27FC236}">
                <a16:creationId xmlns:a16="http://schemas.microsoft.com/office/drawing/2014/main" id="{D9C5C8D6-83D6-4EDB-82A7-01D93B16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2" y="3506962"/>
            <a:ext cx="15497" cy="15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1" name="noise-dot-0829">
            <a:extLst xmlns:a="http://schemas.openxmlformats.org/drawingml/2006/main">
              <a:ext uri="{FF2B5EF4-FFF2-40B4-BE49-F238E27FC236}">
                <a16:creationId xmlns:a16="http://schemas.microsoft.com/office/drawing/2014/main" id="{C69C8E84-BCF2-4273-9A63-6F2B74DA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532" y="2224278"/>
            <a:ext cx="29004" cy="29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2" name="noise-dot-0830">
            <a:extLst xmlns:a="http://schemas.openxmlformats.org/drawingml/2006/main">
              <a:ext uri="{FF2B5EF4-FFF2-40B4-BE49-F238E27FC236}">
                <a16:creationId xmlns:a16="http://schemas.microsoft.com/office/drawing/2014/main" id="{6B5A73B2-F616-4AB8-A728-72D74D57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140" y="4019502"/>
            <a:ext cx="19355" cy="19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3" name="noise-dot-0831">
            <a:extLst xmlns:a="http://schemas.openxmlformats.org/drawingml/2006/main">
              <a:ext uri="{FF2B5EF4-FFF2-40B4-BE49-F238E27FC236}">
                <a16:creationId xmlns:a16="http://schemas.microsoft.com/office/drawing/2014/main" id="{439BD4AC-70C5-43AA-9D13-0D57D0C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038" y="3655381"/>
            <a:ext cx="21917" cy="21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4" name="noise-dot-0832">
            <a:extLst xmlns:a="http://schemas.openxmlformats.org/drawingml/2006/main">
              <a:ext uri="{FF2B5EF4-FFF2-40B4-BE49-F238E27FC236}">
                <a16:creationId xmlns:a16="http://schemas.microsoft.com/office/drawing/2014/main" id="{3DE53BDA-FF7F-497F-BB4B-ACBEE49D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565" y="3066555"/>
            <a:ext cx="17516" cy="17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5" name="noise-dot-0833">
            <a:extLst xmlns:a="http://schemas.openxmlformats.org/drawingml/2006/main">
              <a:ext uri="{FF2B5EF4-FFF2-40B4-BE49-F238E27FC236}">
                <a16:creationId xmlns:a16="http://schemas.microsoft.com/office/drawing/2014/main" id="{ADB3A545-26B0-4AAD-B89B-55D80E7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27" y="3056087"/>
            <a:ext cx="30547" cy="305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6" name="noise-dot-0834">
            <a:extLst xmlns:a="http://schemas.openxmlformats.org/drawingml/2006/main">
              <a:ext uri="{FF2B5EF4-FFF2-40B4-BE49-F238E27FC236}">
                <a16:creationId xmlns:a16="http://schemas.microsoft.com/office/drawing/2014/main" id="{6E429A13-C6EE-403F-83E6-2C14159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16" y="3206115"/>
            <a:ext cx="22489" cy="224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7" name="noise-dot-0835">
            <a:extLst xmlns:a="http://schemas.openxmlformats.org/drawingml/2006/main">
              <a:ext uri="{FF2B5EF4-FFF2-40B4-BE49-F238E27FC236}">
                <a16:creationId xmlns:a16="http://schemas.microsoft.com/office/drawing/2014/main" id="{C15C38F4-3061-4818-93B9-D1091B81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818" y="3202715"/>
            <a:ext cx="16269" cy="16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8" name="noise-dot-0836">
            <a:extLst xmlns:a="http://schemas.openxmlformats.org/drawingml/2006/main">
              <a:ext uri="{FF2B5EF4-FFF2-40B4-BE49-F238E27FC236}">
                <a16:creationId xmlns:a16="http://schemas.microsoft.com/office/drawing/2014/main" id="{B2443444-6641-4FA0-8E96-29800CBD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513" y="2976991"/>
            <a:ext cx="29947" cy="299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9" name="noise-dot-0837">
            <a:extLst xmlns:a="http://schemas.openxmlformats.org/drawingml/2006/main">
              <a:ext uri="{FF2B5EF4-FFF2-40B4-BE49-F238E27FC236}">
                <a16:creationId xmlns:a16="http://schemas.microsoft.com/office/drawing/2014/main" id="{B799F921-09CC-40DE-AB92-56534F37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118" y="3253873"/>
            <a:ext cx="19745" cy="19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0" name="noise-dot-0838">
            <a:extLst xmlns:a="http://schemas.openxmlformats.org/drawingml/2006/main">
              <a:ext uri="{FF2B5EF4-FFF2-40B4-BE49-F238E27FC236}">
                <a16:creationId xmlns:a16="http://schemas.microsoft.com/office/drawing/2014/main" id="{F05AC521-D973-4EB8-8D7E-5086D99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298" y="2128866"/>
            <a:ext cx="29385" cy="29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1" name="noise-dot-0839">
            <a:extLst xmlns:a="http://schemas.openxmlformats.org/drawingml/2006/main">
              <a:ext uri="{FF2B5EF4-FFF2-40B4-BE49-F238E27FC236}">
                <a16:creationId xmlns:a16="http://schemas.microsoft.com/office/drawing/2014/main" id="{F004601C-BF9C-4923-9DDB-DA8AD6C0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13" y="2754373"/>
            <a:ext cx="20879" cy="20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2" name="noise-dot-0840">
            <a:extLst xmlns:a="http://schemas.openxmlformats.org/drawingml/2006/main">
              <a:ext uri="{FF2B5EF4-FFF2-40B4-BE49-F238E27FC236}">
                <a16:creationId xmlns:a16="http://schemas.microsoft.com/office/drawing/2014/main" id="{1B5F8821-0243-496E-8E56-DB158378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033" y="3706101"/>
            <a:ext cx="24822" cy="24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3" name="noise-dot-0841">
            <a:extLst xmlns:a="http://schemas.openxmlformats.org/drawingml/2006/main">
              <a:ext uri="{FF2B5EF4-FFF2-40B4-BE49-F238E27FC236}">
                <a16:creationId xmlns:a16="http://schemas.microsoft.com/office/drawing/2014/main" id="{D9D281ED-9D88-4862-8074-5BB9FDEF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58" y="4042077"/>
            <a:ext cx="21450" cy="2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4" name="noise-dot-0842">
            <a:extLst xmlns:a="http://schemas.openxmlformats.org/drawingml/2006/main">
              <a:ext uri="{FF2B5EF4-FFF2-40B4-BE49-F238E27FC236}">
                <a16:creationId xmlns:a16="http://schemas.microsoft.com/office/drawing/2014/main" id="{BA08005C-90FC-4104-8C5A-5F1FBBA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759" y="3566046"/>
            <a:ext cx="19793" cy="19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5" name="noise-dot-0843">
            <a:extLst xmlns:a="http://schemas.openxmlformats.org/drawingml/2006/main">
              <a:ext uri="{FF2B5EF4-FFF2-40B4-BE49-F238E27FC236}">
                <a16:creationId xmlns:a16="http://schemas.microsoft.com/office/drawing/2014/main" id="{AD0006B9-88FE-4F64-9210-847E6977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13" y="3619481"/>
            <a:ext cx="16050" cy="16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6" name="noise-dot-0844">
            <a:extLst xmlns:a="http://schemas.openxmlformats.org/drawingml/2006/main">
              <a:ext uri="{FF2B5EF4-FFF2-40B4-BE49-F238E27FC236}">
                <a16:creationId xmlns:a16="http://schemas.microsoft.com/office/drawing/2014/main" id="{73E35822-B501-41E8-ACDB-FFFA8EE3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01" y="3620576"/>
            <a:ext cx="31585" cy="31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7" name="noise-dot-0845">
            <a:extLst xmlns:a="http://schemas.openxmlformats.org/drawingml/2006/main">
              <a:ext uri="{FF2B5EF4-FFF2-40B4-BE49-F238E27FC236}">
                <a16:creationId xmlns:a16="http://schemas.microsoft.com/office/drawing/2014/main" id="{1229316E-C0A8-40AB-8CB5-51232B4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61" y="2832745"/>
            <a:ext cx="21879" cy="21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8" name="noise-dot-0846">
            <a:extLst xmlns:a="http://schemas.openxmlformats.org/drawingml/2006/main">
              <a:ext uri="{FF2B5EF4-FFF2-40B4-BE49-F238E27FC236}">
                <a16:creationId xmlns:a16="http://schemas.microsoft.com/office/drawing/2014/main" id="{DC294F1E-7BD7-48A3-B7F0-1AD7AEDB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93" y="2846727"/>
            <a:ext cx="27842" cy="27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9" name="noise-dot-0847">
            <a:extLst xmlns:a="http://schemas.openxmlformats.org/drawingml/2006/main">
              <a:ext uri="{FF2B5EF4-FFF2-40B4-BE49-F238E27FC236}">
                <a16:creationId xmlns:a16="http://schemas.microsoft.com/office/drawing/2014/main" id="{D89D7F4A-D818-48FB-9055-B0D19FF5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45" y="4104694"/>
            <a:ext cx="20193" cy="20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0" name="noise-dot-0848">
            <a:extLst xmlns:a="http://schemas.openxmlformats.org/drawingml/2006/main">
              <a:ext uri="{FF2B5EF4-FFF2-40B4-BE49-F238E27FC236}">
                <a16:creationId xmlns:a16="http://schemas.microsoft.com/office/drawing/2014/main" id="{8FBD7263-3BC9-480E-869F-9AE6E291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50" y="2558425"/>
            <a:ext cx="13592" cy="13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1" name="noise-dot-0849">
            <a:extLst xmlns:a="http://schemas.openxmlformats.org/drawingml/2006/main">
              <a:ext uri="{FF2B5EF4-FFF2-40B4-BE49-F238E27FC236}">
                <a16:creationId xmlns:a16="http://schemas.microsoft.com/office/drawing/2014/main" id="{1B5FC440-401D-4781-8830-4D8CF8C2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705" y="3764994"/>
            <a:ext cx="30975" cy="3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2" name="noise-dot-0850">
            <a:extLst xmlns:a="http://schemas.openxmlformats.org/drawingml/2006/main">
              <a:ext uri="{FF2B5EF4-FFF2-40B4-BE49-F238E27FC236}">
                <a16:creationId xmlns:a16="http://schemas.microsoft.com/office/drawing/2014/main" id="{CD55BE00-0C7D-4EB0-96A8-F2FB1AD1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46" y="2551033"/>
            <a:ext cx="28261" cy="28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3" name="noise-dot-0851">
            <a:extLst xmlns:a="http://schemas.openxmlformats.org/drawingml/2006/main">
              <a:ext uri="{FF2B5EF4-FFF2-40B4-BE49-F238E27FC236}">
                <a16:creationId xmlns:a16="http://schemas.microsoft.com/office/drawing/2014/main" id="{BACCD0E6-0501-4E8B-8C2A-0C0B17C3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544" y="3888267"/>
            <a:ext cx="32233" cy="322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4" name="noise-dot-0852">
            <a:extLst xmlns:a="http://schemas.openxmlformats.org/drawingml/2006/main">
              <a:ext uri="{FF2B5EF4-FFF2-40B4-BE49-F238E27FC236}">
                <a16:creationId xmlns:a16="http://schemas.microsoft.com/office/drawing/2014/main" id="{69779BB4-4401-48B4-A0D0-1128A20B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362" y="3358191"/>
            <a:ext cx="15954" cy="159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5" name="noise-dot-0853">
            <a:extLst xmlns:a="http://schemas.openxmlformats.org/drawingml/2006/main">
              <a:ext uri="{FF2B5EF4-FFF2-40B4-BE49-F238E27FC236}">
                <a16:creationId xmlns:a16="http://schemas.microsoft.com/office/drawing/2014/main" id="{2030F401-4382-45CA-A906-333839BC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08" y="2159298"/>
            <a:ext cx="23679" cy="23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6" name="noise-dot-0854">
            <a:extLst xmlns:a="http://schemas.openxmlformats.org/drawingml/2006/main">
              <a:ext uri="{FF2B5EF4-FFF2-40B4-BE49-F238E27FC236}">
                <a16:creationId xmlns:a16="http://schemas.microsoft.com/office/drawing/2014/main" id="{9F4F37B6-9ABE-4B3F-9F63-446EA831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094" y="3674193"/>
            <a:ext cx="27508" cy="27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7" name="noise-dot-0855">
            <a:extLst xmlns:a="http://schemas.openxmlformats.org/drawingml/2006/main">
              <a:ext uri="{FF2B5EF4-FFF2-40B4-BE49-F238E27FC236}">
                <a16:creationId xmlns:a16="http://schemas.microsoft.com/office/drawing/2014/main" id="{0E9A46C4-224B-42A5-BD2E-EFBDBDAC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773" y="2849232"/>
            <a:ext cx="31709" cy="317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8" name="noise-dot-0856">
            <a:extLst xmlns:a="http://schemas.openxmlformats.org/drawingml/2006/main">
              <a:ext uri="{FF2B5EF4-FFF2-40B4-BE49-F238E27FC236}">
                <a16:creationId xmlns:a16="http://schemas.microsoft.com/office/drawing/2014/main" id="{2BDE1B91-DEE0-47E8-91F0-BE7C1405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552" y="3674202"/>
            <a:ext cx="26889" cy="26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9" name="noise-dot-0857">
            <a:extLst xmlns:a="http://schemas.openxmlformats.org/drawingml/2006/main">
              <a:ext uri="{FF2B5EF4-FFF2-40B4-BE49-F238E27FC236}">
                <a16:creationId xmlns:a16="http://schemas.microsoft.com/office/drawing/2014/main" id="{459135B1-3934-4E82-9C25-D2415672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48" y="2612412"/>
            <a:ext cx="24622" cy="2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0" name="noise-dot-0858">
            <a:extLst xmlns:a="http://schemas.openxmlformats.org/drawingml/2006/main">
              <a:ext uri="{FF2B5EF4-FFF2-40B4-BE49-F238E27FC236}">
                <a16:creationId xmlns:a16="http://schemas.microsoft.com/office/drawing/2014/main" id="{1DA39F28-FCE0-4BB0-8EF4-486718C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404" y="3079061"/>
            <a:ext cx="22736" cy="2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1" name="noise-dot-0859">
            <a:extLst xmlns:a="http://schemas.openxmlformats.org/drawingml/2006/main">
              <a:ext uri="{FF2B5EF4-FFF2-40B4-BE49-F238E27FC236}">
                <a16:creationId xmlns:a16="http://schemas.microsoft.com/office/drawing/2014/main" id="{C5911115-106F-4A84-B484-321A2BDF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96" y="3686308"/>
            <a:ext cx="26813" cy="26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2" name="noise-dot-0860">
            <a:extLst xmlns:a="http://schemas.openxmlformats.org/drawingml/2006/main">
              <a:ext uri="{FF2B5EF4-FFF2-40B4-BE49-F238E27FC236}">
                <a16:creationId xmlns:a16="http://schemas.microsoft.com/office/drawing/2014/main" id="{50929E0B-4707-41FF-894B-EED158C2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4" y="4123058"/>
            <a:ext cx="30251" cy="30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3" name="noise-dot-0861">
            <a:extLst xmlns:a="http://schemas.openxmlformats.org/drawingml/2006/main">
              <a:ext uri="{FF2B5EF4-FFF2-40B4-BE49-F238E27FC236}">
                <a16:creationId xmlns:a16="http://schemas.microsoft.com/office/drawing/2014/main" id="{1A23F983-328E-4761-91B8-4222C07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10" y="2421388"/>
            <a:ext cx="15135" cy="15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4" name="noise-dot-0862">
            <a:extLst xmlns:a="http://schemas.openxmlformats.org/drawingml/2006/main">
              <a:ext uri="{FF2B5EF4-FFF2-40B4-BE49-F238E27FC236}">
                <a16:creationId xmlns:a16="http://schemas.microsoft.com/office/drawing/2014/main" id="{A7458D04-18DE-49FF-BC42-BE23E96D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290" y="2587466"/>
            <a:ext cx="27784" cy="27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5" name="noise-dot-0863">
            <a:extLst xmlns:a="http://schemas.openxmlformats.org/drawingml/2006/main">
              <a:ext uri="{FF2B5EF4-FFF2-40B4-BE49-F238E27FC236}">
                <a16:creationId xmlns:a16="http://schemas.microsoft.com/office/drawing/2014/main" id="{7DA9CAFD-ED5D-4D34-B0B0-91E819E3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82" y="3365773"/>
            <a:ext cx="17955" cy="17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6" name="noise-dot-0864">
            <a:extLst xmlns:a="http://schemas.openxmlformats.org/drawingml/2006/main">
              <a:ext uri="{FF2B5EF4-FFF2-40B4-BE49-F238E27FC236}">
                <a16:creationId xmlns:a16="http://schemas.microsoft.com/office/drawing/2014/main" id="{5ACC878F-C3F2-4D56-97D8-E44CB76C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21" y="4082891"/>
            <a:ext cx="21260" cy="21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7" name="noise-dot-0865">
            <a:extLst xmlns:a="http://schemas.openxmlformats.org/drawingml/2006/main">
              <a:ext uri="{FF2B5EF4-FFF2-40B4-BE49-F238E27FC236}">
                <a16:creationId xmlns:a16="http://schemas.microsoft.com/office/drawing/2014/main" id="{7CA85434-115D-409C-AAC3-92A5C53B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854" y="3665191"/>
            <a:ext cx="17202" cy="172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8" name="noise-dot-0866">
            <a:extLst xmlns:a="http://schemas.openxmlformats.org/drawingml/2006/main">
              <a:ext uri="{FF2B5EF4-FFF2-40B4-BE49-F238E27FC236}">
                <a16:creationId xmlns:a16="http://schemas.microsoft.com/office/drawing/2014/main" id="{06459C8C-1B4B-4643-985F-6F9333A6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6" y="3900345"/>
            <a:ext cx="28413" cy="28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9" name="noise-dot-0867">
            <a:extLst xmlns:a="http://schemas.openxmlformats.org/drawingml/2006/main">
              <a:ext uri="{FF2B5EF4-FFF2-40B4-BE49-F238E27FC236}">
                <a16:creationId xmlns:a16="http://schemas.microsoft.com/office/drawing/2014/main" id="{B5CDC5C5-03E4-4AE2-8E9B-7D6A76F8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41" y="3514868"/>
            <a:ext cx="22022" cy="22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0" name="noise-dot-0868">
            <a:extLst xmlns:a="http://schemas.openxmlformats.org/drawingml/2006/main">
              <a:ext uri="{FF2B5EF4-FFF2-40B4-BE49-F238E27FC236}">
                <a16:creationId xmlns:a16="http://schemas.microsoft.com/office/drawing/2014/main" id="{238C56DF-C455-4553-9D3D-3434626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6" y="2585657"/>
            <a:ext cx="23993" cy="239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1" name="noise-dot-0869">
            <a:extLst xmlns:a="http://schemas.openxmlformats.org/drawingml/2006/main">
              <a:ext uri="{FF2B5EF4-FFF2-40B4-BE49-F238E27FC236}">
                <a16:creationId xmlns:a16="http://schemas.microsoft.com/office/drawing/2014/main" id="{5B3412DC-1A7A-4F5A-B2D2-044628DE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08" y="3951075"/>
            <a:ext cx="30337" cy="30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2" name="noise-dot-0870">
            <a:extLst xmlns:a="http://schemas.openxmlformats.org/drawingml/2006/main">
              <a:ext uri="{FF2B5EF4-FFF2-40B4-BE49-F238E27FC236}">
                <a16:creationId xmlns:a16="http://schemas.microsoft.com/office/drawing/2014/main" id="{0CA915BA-51CE-49FC-AF7A-FE2C36A5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43" y="4057231"/>
            <a:ext cx="32509" cy="325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3" name="noise-dot-0871">
            <a:extLst xmlns:a="http://schemas.openxmlformats.org/drawingml/2006/main">
              <a:ext uri="{FF2B5EF4-FFF2-40B4-BE49-F238E27FC236}">
                <a16:creationId xmlns:a16="http://schemas.microsoft.com/office/drawing/2014/main" id="{9DFD97D6-6E29-49F3-A5E5-9A07ED5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45" y="4022436"/>
            <a:ext cx="28013" cy="28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4" name="noise-dot-0872">
            <a:extLst xmlns:a="http://schemas.openxmlformats.org/drawingml/2006/main">
              <a:ext uri="{FF2B5EF4-FFF2-40B4-BE49-F238E27FC236}">
                <a16:creationId xmlns:a16="http://schemas.microsoft.com/office/drawing/2014/main" id="{7D2669B5-98CA-4A2A-A737-E1962E9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60" y="2468528"/>
            <a:ext cx="15469" cy="15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5" name="noise-dot-0873">
            <a:extLst xmlns:a="http://schemas.openxmlformats.org/drawingml/2006/main">
              <a:ext uri="{FF2B5EF4-FFF2-40B4-BE49-F238E27FC236}">
                <a16:creationId xmlns:a16="http://schemas.microsoft.com/office/drawing/2014/main" id="{24A0D8A6-203D-43DC-B682-1853C39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69" y="2623004"/>
            <a:ext cx="12402" cy="12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6" name="noise-dot-0874">
            <a:extLst xmlns:a="http://schemas.openxmlformats.org/drawingml/2006/main">
              <a:ext uri="{FF2B5EF4-FFF2-40B4-BE49-F238E27FC236}">
                <a16:creationId xmlns:a16="http://schemas.microsoft.com/office/drawing/2014/main" id="{F37AB247-A87B-4537-B660-803EA164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988" y="3339446"/>
            <a:ext cx="15240" cy="15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7" name="noise-dot-0875">
            <a:extLst xmlns:a="http://schemas.openxmlformats.org/drawingml/2006/main">
              <a:ext uri="{FF2B5EF4-FFF2-40B4-BE49-F238E27FC236}">
                <a16:creationId xmlns:a16="http://schemas.microsoft.com/office/drawing/2014/main" id="{667D7C5D-EF89-4132-BB99-E4316136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562" y="2161918"/>
            <a:ext cx="13802" cy="13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8" name="noise-dot-0876">
            <a:extLst xmlns:a="http://schemas.openxmlformats.org/drawingml/2006/main">
              <a:ext uri="{FF2B5EF4-FFF2-40B4-BE49-F238E27FC236}">
                <a16:creationId xmlns:a16="http://schemas.microsoft.com/office/drawing/2014/main" id="{C4A2075D-3522-4548-8E3F-2870B2C8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372" y="3724361"/>
            <a:ext cx="20231" cy="20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9" name="noise-dot-0877">
            <a:extLst xmlns:a="http://schemas.openxmlformats.org/drawingml/2006/main">
              <a:ext uri="{FF2B5EF4-FFF2-40B4-BE49-F238E27FC236}">
                <a16:creationId xmlns:a16="http://schemas.microsoft.com/office/drawing/2014/main" id="{627480EC-481A-4899-A96A-EB4C5F1B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854" y="3044904"/>
            <a:ext cx="19888" cy="19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0" name="noise-dot-0878">
            <a:extLst xmlns:a="http://schemas.openxmlformats.org/drawingml/2006/main">
              <a:ext uri="{FF2B5EF4-FFF2-40B4-BE49-F238E27FC236}">
                <a16:creationId xmlns:a16="http://schemas.microsoft.com/office/drawing/2014/main" id="{8FBAFF53-4728-4461-96F8-3C68C275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20" y="2180453"/>
            <a:ext cx="29785" cy="29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1" name="noise-dot-0879">
            <a:extLst xmlns:a="http://schemas.openxmlformats.org/drawingml/2006/main">
              <a:ext uri="{FF2B5EF4-FFF2-40B4-BE49-F238E27FC236}">
                <a16:creationId xmlns:a16="http://schemas.microsoft.com/office/drawing/2014/main" id="{94C48512-0E53-462C-9C4F-C40BBB34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10" y="4008834"/>
            <a:ext cx="27451" cy="27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2" name="noise-dot-0880">
            <a:extLst xmlns:a="http://schemas.openxmlformats.org/drawingml/2006/main">
              <a:ext uri="{FF2B5EF4-FFF2-40B4-BE49-F238E27FC236}">
                <a16:creationId xmlns:a16="http://schemas.microsoft.com/office/drawing/2014/main" id="{A7102033-6A6E-4993-9904-95847377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55" y="2702833"/>
            <a:ext cx="15735" cy="15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3" name="noise-dot-0881">
            <a:extLst xmlns:a="http://schemas.openxmlformats.org/drawingml/2006/main">
              <a:ext uri="{FF2B5EF4-FFF2-40B4-BE49-F238E27FC236}">
                <a16:creationId xmlns:a16="http://schemas.microsoft.com/office/drawing/2014/main" id="{30E3A115-92A9-41CE-A23C-BA9713AC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380" y="2155450"/>
            <a:ext cx="24041" cy="24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4" name="noise-dot-0882">
            <a:extLst xmlns:a="http://schemas.openxmlformats.org/drawingml/2006/main">
              <a:ext uri="{FF2B5EF4-FFF2-40B4-BE49-F238E27FC236}">
                <a16:creationId xmlns:a16="http://schemas.microsoft.com/office/drawing/2014/main" id="{1DBCE390-EEE3-48CB-8591-FDF262E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173" y="2714692"/>
            <a:ext cx="19593" cy="19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5" name="noise-dot-0883">
            <a:extLst xmlns:a="http://schemas.openxmlformats.org/drawingml/2006/main">
              <a:ext uri="{FF2B5EF4-FFF2-40B4-BE49-F238E27FC236}">
                <a16:creationId xmlns:a16="http://schemas.microsoft.com/office/drawing/2014/main" id="{EBADA536-831F-4672-9DD1-B237C32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50" y="3963124"/>
            <a:ext cx="30309" cy="303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6" name="noise-dot-0884">
            <a:extLst xmlns:a="http://schemas.openxmlformats.org/drawingml/2006/main">
              <a:ext uri="{FF2B5EF4-FFF2-40B4-BE49-F238E27FC236}">
                <a16:creationId xmlns:a16="http://schemas.microsoft.com/office/drawing/2014/main" id="{4D239852-0F61-4AE3-8729-B8805F2D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67" y="2207362"/>
            <a:ext cx="31090" cy="310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7" name="noise-dot-0885">
            <a:extLst xmlns:a="http://schemas.openxmlformats.org/drawingml/2006/main">
              <a:ext uri="{FF2B5EF4-FFF2-40B4-BE49-F238E27FC236}">
                <a16:creationId xmlns:a16="http://schemas.microsoft.com/office/drawing/2014/main" id="{F1047A68-F3EF-40C9-914E-20102F8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969" y="2890628"/>
            <a:ext cx="12563" cy="12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8" name="noise-dot-0886">
            <a:extLst xmlns:a="http://schemas.openxmlformats.org/drawingml/2006/main">
              <a:ext uri="{FF2B5EF4-FFF2-40B4-BE49-F238E27FC236}">
                <a16:creationId xmlns:a16="http://schemas.microsoft.com/office/drawing/2014/main" id="{A5170ACC-3AC4-48BC-8D92-3481917F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512" y="2212562"/>
            <a:ext cx="18764" cy="18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9" name="noise-dot-0887">
            <a:extLst xmlns:a="http://schemas.openxmlformats.org/drawingml/2006/main">
              <a:ext uri="{FF2B5EF4-FFF2-40B4-BE49-F238E27FC236}">
                <a16:creationId xmlns:a16="http://schemas.microsoft.com/office/drawing/2014/main" id="{87EA9D6F-3758-4A4D-A92F-2DBBAEE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36" y="2255558"/>
            <a:ext cx="30566" cy="30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0" name="noise-dot-0888">
            <a:extLst xmlns:a="http://schemas.openxmlformats.org/drawingml/2006/main">
              <a:ext uri="{FF2B5EF4-FFF2-40B4-BE49-F238E27FC236}">
                <a16:creationId xmlns:a16="http://schemas.microsoft.com/office/drawing/2014/main" id="{6B214C23-D99E-443D-AC88-1B474CB3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55" y="2641435"/>
            <a:ext cx="30185" cy="30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1" name="noise-dot-0889">
            <a:extLst xmlns:a="http://schemas.openxmlformats.org/drawingml/2006/main">
              <a:ext uri="{FF2B5EF4-FFF2-40B4-BE49-F238E27FC236}">
                <a16:creationId xmlns:a16="http://schemas.microsoft.com/office/drawing/2014/main" id="{31FE53D0-1A7A-4605-952D-7258B10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644" y="2987030"/>
            <a:ext cx="19812" cy="19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2" name="noise-dot-0890">
            <a:extLst xmlns:a="http://schemas.openxmlformats.org/drawingml/2006/main">
              <a:ext uri="{FF2B5EF4-FFF2-40B4-BE49-F238E27FC236}">
                <a16:creationId xmlns:a16="http://schemas.microsoft.com/office/drawing/2014/main" id="{FB6B0394-AD98-47AE-97F3-9FA7B7D8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09" y="2609983"/>
            <a:ext cx="28080" cy="28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3" name="noise-dot-0891">
            <a:extLst xmlns:a="http://schemas.openxmlformats.org/drawingml/2006/main">
              <a:ext uri="{FF2B5EF4-FFF2-40B4-BE49-F238E27FC236}">
                <a16:creationId xmlns:a16="http://schemas.microsoft.com/office/drawing/2014/main" id="{0B20415E-0B6C-4635-BF66-A98D440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65" y="2349132"/>
            <a:ext cx="25775" cy="2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4" name="noise-dot-0892">
            <a:extLst xmlns:a="http://schemas.openxmlformats.org/drawingml/2006/main">
              <a:ext uri="{FF2B5EF4-FFF2-40B4-BE49-F238E27FC236}">
                <a16:creationId xmlns:a16="http://schemas.microsoft.com/office/drawing/2014/main" id="{F09DCF6B-D0C6-4098-B4A6-985D5A7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81" y="3102245"/>
            <a:ext cx="29718" cy="29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5" name="noise-dot-0893">
            <a:extLst xmlns:a="http://schemas.openxmlformats.org/drawingml/2006/main">
              <a:ext uri="{FF2B5EF4-FFF2-40B4-BE49-F238E27FC236}">
                <a16:creationId xmlns:a16="http://schemas.microsoft.com/office/drawing/2014/main" id="{0986D796-A24B-4EE5-A1C8-07AB156A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0" y="4052059"/>
            <a:ext cx="29832" cy="298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6" name="noise-dot-0894">
            <a:extLst xmlns:a="http://schemas.openxmlformats.org/drawingml/2006/main">
              <a:ext uri="{FF2B5EF4-FFF2-40B4-BE49-F238E27FC236}">
                <a16:creationId xmlns:a16="http://schemas.microsoft.com/office/drawing/2014/main" id="{9B106664-8144-44C2-90C8-E5108C6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738" y="3081785"/>
            <a:ext cx="29261" cy="29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7" name="noise-dot-0895">
            <a:extLst xmlns:a="http://schemas.openxmlformats.org/drawingml/2006/main">
              <a:ext uri="{FF2B5EF4-FFF2-40B4-BE49-F238E27FC236}">
                <a16:creationId xmlns:a16="http://schemas.microsoft.com/office/drawing/2014/main" id="{859AF721-D6F0-4EBE-BF46-F8758A70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18" y="2377364"/>
            <a:ext cx="12802" cy="12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8" name="noise-dot-0896">
            <a:extLst xmlns:a="http://schemas.openxmlformats.org/drawingml/2006/main">
              <a:ext uri="{FF2B5EF4-FFF2-40B4-BE49-F238E27FC236}">
                <a16:creationId xmlns:a16="http://schemas.microsoft.com/office/drawing/2014/main" id="{785491B1-2966-4577-909D-9BA42222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557" y="3580247"/>
            <a:ext cx="23851" cy="2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9" name="noise-dot-0897">
            <a:extLst xmlns:a="http://schemas.openxmlformats.org/drawingml/2006/main">
              <a:ext uri="{FF2B5EF4-FFF2-40B4-BE49-F238E27FC236}">
                <a16:creationId xmlns:a16="http://schemas.microsoft.com/office/drawing/2014/main" id="{2907B051-1A25-405D-B2CC-0D25740C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269" y="2366810"/>
            <a:ext cx="11582" cy="11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0" name="noise-dot-0898">
            <a:extLst xmlns:a="http://schemas.openxmlformats.org/drawingml/2006/main">
              <a:ext uri="{FF2B5EF4-FFF2-40B4-BE49-F238E27FC236}">
                <a16:creationId xmlns:a16="http://schemas.microsoft.com/office/drawing/2014/main" id="{9B69E0F3-655A-4E90-B129-CF3155BC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99" y="3716865"/>
            <a:ext cx="13859" cy="13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1" name="noise-dot-0899">
            <a:extLst xmlns:a="http://schemas.openxmlformats.org/drawingml/2006/main">
              <a:ext uri="{FF2B5EF4-FFF2-40B4-BE49-F238E27FC236}">
                <a16:creationId xmlns:a16="http://schemas.microsoft.com/office/drawing/2014/main" id="{A48F637B-6294-460F-9727-C7505C7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85" y="3006100"/>
            <a:ext cx="20117" cy="20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2" name="noise-dot-0900">
            <a:extLst xmlns:a="http://schemas.openxmlformats.org/drawingml/2006/main">
              <a:ext uri="{FF2B5EF4-FFF2-40B4-BE49-F238E27FC236}">
                <a16:creationId xmlns:a16="http://schemas.microsoft.com/office/drawing/2014/main" id="{BC615496-A56B-4C15-BAA2-3FB5090E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18" y="3737896"/>
            <a:ext cx="28099" cy="28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3" name="noise-dot-0901">
            <a:extLst xmlns:a="http://schemas.openxmlformats.org/drawingml/2006/main">
              <a:ext uri="{FF2B5EF4-FFF2-40B4-BE49-F238E27FC236}">
                <a16:creationId xmlns:a16="http://schemas.microsoft.com/office/drawing/2014/main" id="{456628E8-F27A-4827-A22E-B94A0C4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716" y="4013254"/>
            <a:ext cx="14688" cy="14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4" name="noise-dot-0902">
            <a:extLst xmlns:a="http://schemas.openxmlformats.org/drawingml/2006/main">
              <a:ext uri="{FF2B5EF4-FFF2-40B4-BE49-F238E27FC236}">
                <a16:creationId xmlns:a16="http://schemas.microsoft.com/office/drawing/2014/main" id="{80F007B9-656E-4475-80F8-2C0D9D1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47" y="3916661"/>
            <a:ext cx="28642" cy="28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5" name="noise-dot-0903">
            <a:extLst xmlns:a="http://schemas.openxmlformats.org/drawingml/2006/main">
              <a:ext uri="{FF2B5EF4-FFF2-40B4-BE49-F238E27FC236}">
                <a16:creationId xmlns:a16="http://schemas.microsoft.com/office/drawing/2014/main" id="{DCF61814-D8BF-4393-9F63-1797E260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58" y="3090329"/>
            <a:ext cx="12002" cy="12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6" name="noise-dot-0904">
            <a:extLst xmlns:a="http://schemas.openxmlformats.org/drawingml/2006/main">
              <a:ext uri="{FF2B5EF4-FFF2-40B4-BE49-F238E27FC236}">
                <a16:creationId xmlns:a16="http://schemas.microsoft.com/office/drawing/2014/main" id="{1D4E8590-0602-4C94-ABB4-D52BFDD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577" y="3990813"/>
            <a:ext cx="25356" cy="25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7" name="noise-dot-0905">
            <a:extLst xmlns:a="http://schemas.openxmlformats.org/drawingml/2006/main">
              <a:ext uri="{FF2B5EF4-FFF2-40B4-BE49-F238E27FC236}">
                <a16:creationId xmlns:a16="http://schemas.microsoft.com/office/drawing/2014/main" id="{90293157-2E22-45D1-9F34-1339FC26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61" y="3925119"/>
            <a:ext cx="12078" cy="12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8" name="noise-dot-0906">
            <a:extLst xmlns:a="http://schemas.openxmlformats.org/drawingml/2006/main">
              <a:ext uri="{FF2B5EF4-FFF2-40B4-BE49-F238E27FC236}">
                <a16:creationId xmlns:a16="http://schemas.microsoft.com/office/drawing/2014/main" id="{2B98C2EC-1DB9-4DF2-ACA2-54856CD1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228" y="2283390"/>
            <a:ext cx="22289" cy="22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9" name="noise-dot-0907">
            <a:extLst xmlns:a="http://schemas.openxmlformats.org/drawingml/2006/main">
              <a:ext uri="{FF2B5EF4-FFF2-40B4-BE49-F238E27FC236}">
                <a16:creationId xmlns:a16="http://schemas.microsoft.com/office/drawing/2014/main" id="{774176BD-C421-48F5-801E-DDE1C1F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68" y="2685498"/>
            <a:ext cx="23279" cy="23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0" name="noise-dot-0908">
            <a:extLst xmlns:a="http://schemas.openxmlformats.org/drawingml/2006/main">
              <a:ext uri="{FF2B5EF4-FFF2-40B4-BE49-F238E27FC236}">
                <a16:creationId xmlns:a16="http://schemas.microsoft.com/office/drawing/2014/main" id="{01D36BFD-1F75-43DC-8D41-BFF210C6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961" y="3656686"/>
            <a:ext cx="18498" cy="18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1" name="noise-dot-0909">
            <a:extLst xmlns:a="http://schemas.openxmlformats.org/drawingml/2006/main">
              <a:ext uri="{FF2B5EF4-FFF2-40B4-BE49-F238E27FC236}">
                <a16:creationId xmlns:a16="http://schemas.microsoft.com/office/drawing/2014/main" id="{DEE38146-CE75-4E55-A931-7245341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090" y="3305880"/>
            <a:ext cx="14449" cy="144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2" name="noise-dot-0910">
            <a:extLst xmlns:a="http://schemas.openxmlformats.org/drawingml/2006/main">
              <a:ext uri="{FF2B5EF4-FFF2-40B4-BE49-F238E27FC236}">
                <a16:creationId xmlns:a16="http://schemas.microsoft.com/office/drawing/2014/main" id="{5DC9818E-CA11-44CF-8792-847303CC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437" y="3554311"/>
            <a:ext cx="22431" cy="22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3" name="noise-dot-0911">
            <a:extLst xmlns:a="http://schemas.openxmlformats.org/drawingml/2006/main">
              <a:ext uri="{FF2B5EF4-FFF2-40B4-BE49-F238E27FC236}">
                <a16:creationId xmlns:a16="http://schemas.microsoft.com/office/drawing/2014/main" id="{7495F74B-D479-468B-84BD-80DA16B5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41" y="2835231"/>
            <a:ext cx="19660" cy="19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4" name="noise-dot-0912">
            <a:extLst xmlns:a="http://schemas.openxmlformats.org/drawingml/2006/main">
              <a:ext uri="{FF2B5EF4-FFF2-40B4-BE49-F238E27FC236}">
                <a16:creationId xmlns:a16="http://schemas.microsoft.com/office/drawing/2014/main" id="{E78DE12D-48E7-4B8C-B4F5-D409A2E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615" y="3487007"/>
            <a:ext cx="26203" cy="262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5" name="noise-dot-0913">
            <a:extLst xmlns:a="http://schemas.openxmlformats.org/drawingml/2006/main">
              <a:ext uri="{FF2B5EF4-FFF2-40B4-BE49-F238E27FC236}">
                <a16:creationId xmlns:a16="http://schemas.microsoft.com/office/drawing/2014/main" id="{765DAC21-12F8-483B-8BF3-BFD8DFF1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609" y="4129173"/>
            <a:ext cx="26889" cy="26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6" name="noise-dot-0914">
            <a:extLst xmlns:a="http://schemas.openxmlformats.org/drawingml/2006/main">
              <a:ext uri="{FF2B5EF4-FFF2-40B4-BE49-F238E27FC236}">
                <a16:creationId xmlns:a16="http://schemas.microsoft.com/office/drawing/2014/main" id="{BDE50D1A-32AB-4298-8BB8-B6348CE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01" y="2372763"/>
            <a:ext cx="17640" cy="1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7" name="noise-dot-0915">
            <a:extLst xmlns:a="http://schemas.openxmlformats.org/drawingml/2006/main">
              <a:ext uri="{FF2B5EF4-FFF2-40B4-BE49-F238E27FC236}">
                <a16:creationId xmlns:a16="http://schemas.microsoft.com/office/drawing/2014/main" id="{ACEB37FC-F29F-4A38-876F-161E15CC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49" y="2212410"/>
            <a:ext cx="24098" cy="24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8" name="noise-dot-0916">
            <a:extLst xmlns:a="http://schemas.openxmlformats.org/drawingml/2006/main">
              <a:ext uri="{FF2B5EF4-FFF2-40B4-BE49-F238E27FC236}">
                <a16:creationId xmlns:a16="http://schemas.microsoft.com/office/drawing/2014/main" id="{FAA488A4-BDEF-4D43-84F5-BD7BC5C1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710" y="2428904"/>
            <a:ext cx="19117" cy="19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9" name="noise-dot-0917">
            <a:extLst xmlns:a="http://schemas.openxmlformats.org/drawingml/2006/main">
              <a:ext uri="{FF2B5EF4-FFF2-40B4-BE49-F238E27FC236}">
                <a16:creationId xmlns:a16="http://schemas.microsoft.com/office/drawing/2014/main" id="{651FF9A9-800B-4F71-93A5-B62AB86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24" y="3195752"/>
            <a:ext cx="25117" cy="25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0" name="noise-dot-0918">
            <a:extLst xmlns:a="http://schemas.openxmlformats.org/drawingml/2006/main">
              <a:ext uri="{FF2B5EF4-FFF2-40B4-BE49-F238E27FC236}">
                <a16:creationId xmlns:a16="http://schemas.microsoft.com/office/drawing/2014/main" id="{CEEB1900-4DCC-4E63-8F17-A75DC6A1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664" y="3992080"/>
            <a:ext cx="19479" cy="19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1" name="noise-dot-0919">
            <a:extLst xmlns:a="http://schemas.openxmlformats.org/drawingml/2006/main">
              <a:ext uri="{FF2B5EF4-FFF2-40B4-BE49-F238E27FC236}">
                <a16:creationId xmlns:a16="http://schemas.microsoft.com/office/drawing/2014/main" id="{E313EAED-2563-44CC-9253-C8345684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529" y="2986059"/>
            <a:ext cx="18574" cy="18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2" name="noise-dot-0920">
            <a:extLst xmlns:a="http://schemas.openxmlformats.org/drawingml/2006/main">
              <a:ext uri="{FF2B5EF4-FFF2-40B4-BE49-F238E27FC236}">
                <a16:creationId xmlns:a16="http://schemas.microsoft.com/office/drawing/2014/main" id="{C3F0559B-13CF-4674-AD0B-26A5E831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24" y="2633091"/>
            <a:ext cx="13192" cy="1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3" name="noise-dot-0921">
            <a:extLst xmlns:a="http://schemas.openxmlformats.org/drawingml/2006/main">
              <a:ext uri="{FF2B5EF4-FFF2-40B4-BE49-F238E27FC236}">
                <a16:creationId xmlns:a16="http://schemas.microsoft.com/office/drawing/2014/main" id="{6DA88FC7-AD31-4FC4-9476-C87DD6C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8" y="2153269"/>
            <a:ext cx="13640" cy="1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4" name="noise-dot-0922">
            <a:extLst xmlns:a="http://schemas.openxmlformats.org/drawingml/2006/main">
              <a:ext uri="{FF2B5EF4-FFF2-40B4-BE49-F238E27FC236}">
                <a16:creationId xmlns:a16="http://schemas.microsoft.com/office/drawing/2014/main" id="{13046527-0B18-4600-A32A-523B1A80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078" y="2996060"/>
            <a:ext cx="12097" cy="12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5" name="noise-dot-0923">
            <a:extLst xmlns:a="http://schemas.openxmlformats.org/drawingml/2006/main">
              <a:ext uri="{FF2B5EF4-FFF2-40B4-BE49-F238E27FC236}">
                <a16:creationId xmlns:a16="http://schemas.microsoft.com/office/drawing/2014/main" id="{94278371-2578-4C6A-994E-46A76C67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23" y="3090091"/>
            <a:ext cx="15764" cy="15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6" name="noise-dot-0924">
            <a:extLst xmlns:a="http://schemas.openxmlformats.org/drawingml/2006/main">
              <a:ext uri="{FF2B5EF4-FFF2-40B4-BE49-F238E27FC236}">
                <a16:creationId xmlns:a16="http://schemas.microsoft.com/office/drawing/2014/main" id="{34D841A2-0CD1-4B6D-BEF8-0179396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81" y="3795636"/>
            <a:ext cx="15050" cy="1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7" name="noise-dot-0925">
            <a:extLst xmlns:a="http://schemas.openxmlformats.org/drawingml/2006/main">
              <a:ext uri="{FF2B5EF4-FFF2-40B4-BE49-F238E27FC236}">
                <a16:creationId xmlns:a16="http://schemas.microsoft.com/office/drawing/2014/main" id="{EECC7B6F-EF49-4C5E-8D70-C0016586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26" y="2399271"/>
            <a:ext cx="13545" cy="13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8" name="noise-dot-0926">
            <a:extLst xmlns:a="http://schemas.openxmlformats.org/drawingml/2006/main">
              <a:ext uri="{FF2B5EF4-FFF2-40B4-BE49-F238E27FC236}">
                <a16:creationId xmlns:a16="http://schemas.microsoft.com/office/drawing/2014/main" id="{0CCE2A6C-8B51-48E6-9920-D4C03A3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66" y="3172587"/>
            <a:ext cx="22650" cy="22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9" name="noise-dot-0927">
            <a:extLst xmlns:a="http://schemas.openxmlformats.org/drawingml/2006/main">
              <a:ext uri="{FF2B5EF4-FFF2-40B4-BE49-F238E27FC236}">
                <a16:creationId xmlns:a16="http://schemas.microsoft.com/office/drawing/2014/main" id="{402D7CA0-684C-4FEB-8232-0FD91D2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" y="2133314"/>
            <a:ext cx="21641" cy="21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0" name="noise-dot-0928">
            <a:extLst xmlns:a="http://schemas.openxmlformats.org/drawingml/2006/main">
              <a:ext uri="{FF2B5EF4-FFF2-40B4-BE49-F238E27FC236}">
                <a16:creationId xmlns:a16="http://schemas.microsoft.com/office/drawing/2014/main" id="{CA0B9017-3A28-4D5A-BE34-02BD71B4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83" y="3491179"/>
            <a:ext cx="30709" cy="307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1" name="noise-dot-0929">
            <a:extLst xmlns:a="http://schemas.openxmlformats.org/drawingml/2006/main">
              <a:ext uri="{FF2B5EF4-FFF2-40B4-BE49-F238E27FC236}">
                <a16:creationId xmlns:a16="http://schemas.microsoft.com/office/drawing/2014/main" id="{D74D79D5-293D-4B99-8723-7398938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299" y="3658724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2" name="noise-dot-0930">
            <a:extLst xmlns:a="http://schemas.openxmlformats.org/drawingml/2006/main">
              <a:ext uri="{FF2B5EF4-FFF2-40B4-BE49-F238E27FC236}">
                <a16:creationId xmlns:a16="http://schemas.microsoft.com/office/drawing/2014/main" id="{97729ED8-B21B-4CF7-99D6-3AB28483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486" y="3148717"/>
            <a:ext cx="26194" cy="26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3" name="noise-dot-0931">
            <a:extLst xmlns:a="http://schemas.openxmlformats.org/drawingml/2006/main">
              <a:ext uri="{FF2B5EF4-FFF2-40B4-BE49-F238E27FC236}">
                <a16:creationId xmlns:a16="http://schemas.microsoft.com/office/drawing/2014/main" id="{6F750571-61C2-44B4-A9D3-8D92DF9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39" y="3925634"/>
            <a:ext cx="30156" cy="301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4" name="noise-dot-0932">
            <a:extLst xmlns:a="http://schemas.openxmlformats.org/drawingml/2006/main">
              <a:ext uri="{FF2B5EF4-FFF2-40B4-BE49-F238E27FC236}">
                <a16:creationId xmlns:a16="http://schemas.microsoft.com/office/drawing/2014/main" id="{4BFB198F-B67B-4687-A0E3-EFC7B90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69" y="3387957"/>
            <a:ext cx="27003" cy="27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5" name="noise-dot-0933">
            <a:extLst xmlns:a="http://schemas.openxmlformats.org/drawingml/2006/main">
              <a:ext uri="{FF2B5EF4-FFF2-40B4-BE49-F238E27FC236}">
                <a16:creationId xmlns:a16="http://schemas.microsoft.com/office/drawing/2014/main" id="{958CBFD5-3F6C-403D-BD9D-3DEB7CED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6" y="4072166"/>
            <a:ext cx="14830" cy="14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6" name="noise-dot-0934">
            <a:extLst xmlns:a="http://schemas.openxmlformats.org/drawingml/2006/main">
              <a:ext uri="{FF2B5EF4-FFF2-40B4-BE49-F238E27FC236}">
                <a16:creationId xmlns:a16="http://schemas.microsoft.com/office/drawing/2014/main" id="{3F23EB25-84B3-48B5-8538-82FD4F43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770" y="3342446"/>
            <a:ext cx="14049" cy="14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7" name="noise-dot-0935">
            <a:extLst xmlns:a="http://schemas.openxmlformats.org/drawingml/2006/main">
              <a:ext uri="{FF2B5EF4-FFF2-40B4-BE49-F238E27FC236}">
                <a16:creationId xmlns:a16="http://schemas.microsoft.com/office/drawing/2014/main" id="{E9FF77F8-ADAA-434F-AFF5-D09A30C2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050" y="3090643"/>
            <a:ext cx="20469" cy="20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8" name="noise-dot-0936">
            <a:extLst xmlns:a="http://schemas.openxmlformats.org/drawingml/2006/main">
              <a:ext uri="{FF2B5EF4-FFF2-40B4-BE49-F238E27FC236}">
                <a16:creationId xmlns:a16="http://schemas.microsoft.com/office/drawing/2014/main" id="{D1C97A2B-EA83-47DB-AC5A-28945F04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133" y="3663515"/>
            <a:ext cx="17364" cy="17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9" name="noise-dot-0937">
            <a:extLst xmlns:a="http://schemas.openxmlformats.org/drawingml/2006/main">
              <a:ext uri="{FF2B5EF4-FFF2-40B4-BE49-F238E27FC236}">
                <a16:creationId xmlns:a16="http://schemas.microsoft.com/office/drawing/2014/main" id="{68ED1DBC-43A3-4787-BD5B-1F293DC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814" y="2793482"/>
            <a:ext cx="11306" cy="113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0" name="noise-dot-0938">
            <a:extLst xmlns:a="http://schemas.openxmlformats.org/drawingml/2006/main">
              <a:ext uri="{FF2B5EF4-FFF2-40B4-BE49-F238E27FC236}">
                <a16:creationId xmlns:a16="http://schemas.microsoft.com/office/drawing/2014/main" id="{22C089F2-544C-49C7-9900-3B96FDF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82" y="3220345"/>
            <a:ext cx="29223" cy="292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1" name="noise-dot-0939">
            <a:extLst xmlns:a="http://schemas.openxmlformats.org/drawingml/2006/main">
              <a:ext uri="{FF2B5EF4-FFF2-40B4-BE49-F238E27FC236}">
                <a16:creationId xmlns:a16="http://schemas.microsoft.com/office/drawing/2014/main" id="{0649384A-9FD1-4E76-B311-2270554F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77" y="2833621"/>
            <a:ext cx="11078" cy="11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2" name="noise-dot-0940">
            <a:extLst xmlns:a="http://schemas.openxmlformats.org/drawingml/2006/main">
              <a:ext uri="{FF2B5EF4-FFF2-40B4-BE49-F238E27FC236}">
                <a16:creationId xmlns:a16="http://schemas.microsoft.com/office/drawing/2014/main" id="{58740B08-05A5-4DAD-90C0-0048B158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8" y="3276209"/>
            <a:ext cx="16669" cy="16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3" name="noise-dot-0941">
            <a:extLst xmlns:a="http://schemas.openxmlformats.org/drawingml/2006/main">
              <a:ext uri="{FF2B5EF4-FFF2-40B4-BE49-F238E27FC236}">
                <a16:creationId xmlns:a16="http://schemas.microsoft.com/office/drawing/2014/main" id="{528051E6-99EB-417B-9984-C6C3E0CF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864" y="3150289"/>
            <a:ext cx="21565" cy="215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4" name="noise-dot-0942">
            <a:extLst xmlns:a="http://schemas.openxmlformats.org/drawingml/2006/main">
              <a:ext uri="{FF2B5EF4-FFF2-40B4-BE49-F238E27FC236}">
                <a16:creationId xmlns:a16="http://schemas.microsoft.com/office/drawing/2014/main" id="{3858DECA-A369-4A45-BC43-2772BFA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839" y="3079594"/>
            <a:ext cx="12744" cy="12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5" name="noise-dot-0943">
            <a:extLst xmlns:a="http://schemas.openxmlformats.org/drawingml/2006/main">
              <a:ext uri="{FF2B5EF4-FFF2-40B4-BE49-F238E27FC236}">
                <a16:creationId xmlns:a16="http://schemas.microsoft.com/office/drawing/2014/main" id="{9797E0BD-167F-4FB4-BA36-AF40806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389" y="3806133"/>
            <a:ext cx="30785" cy="30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6" name="noise-dot-0944">
            <a:extLst xmlns:a="http://schemas.openxmlformats.org/drawingml/2006/main">
              <a:ext uri="{FF2B5EF4-FFF2-40B4-BE49-F238E27FC236}">
                <a16:creationId xmlns:a16="http://schemas.microsoft.com/office/drawing/2014/main" id="{B097A326-12CB-4E6D-B48C-DBD6837B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96" y="3947703"/>
            <a:ext cx="28785" cy="28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7" name="noise-dot-0945">
            <a:extLst xmlns:a="http://schemas.openxmlformats.org/drawingml/2006/main">
              <a:ext uri="{FF2B5EF4-FFF2-40B4-BE49-F238E27FC236}">
                <a16:creationId xmlns:a16="http://schemas.microsoft.com/office/drawing/2014/main" id="{CC0E5E14-2430-4656-A66E-7AABFFEE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6" y="2985935"/>
            <a:ext cx="31756" cy="31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8" name="noise-dot-0946">
            <a:extLst xmlns:a="http://schemas.openxmlformats.org/drawingml/2006/main">
              <a:ext uri="{FF2B5EF4-FFF2-40B4-BE49-F238E27FC236}">
                <a16:creationId xmlns:a16="http://schemas.microsoft.com/office/drawing/2014/main" id="{7E94F8BC-BA51-4792-A0D8-54FD02CD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5" y="2221240"/>
            <a:ext cx="24289" cy="24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9" name="noise-dot-0947">
            <a:extLst xmlns:a="http://schemas.openxmlformats.org/drawingml/2006/main">
              <a:ext uri="{FF2B5EF4-FFF2-40B4-BE49-F238E27FC236}">
                <a16:creationId xmlns:a16="http://schemas.microsoft.com/office/drawing/2014/main" id="{5F875917-FB33-4AE2-A2C9-C6A29BE1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1" y="3381661"/>
            <a:ext cx="23660" cy="23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0" name="noise-dot-0948">
            <a:extLst xmlns:a="http://schemas.openxmlformats.org/drawingml/2006/main">
              <a:ext uri="{FF2B5EF4-FFF2-40B4-BE49-F238E27FC236}">
                <a16:creationId xmlns:a16="http://schemas.microsoft.com/office/drawing/2014/main" id="{F174CEC9-5C04-4E05-8943-F5020C62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469" y="3529584"/>
            <a:ext cx="15431" cy="15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1" name="noise-dot-0949">
            <a:extLst xmlns:a="http://schemas.openxmlformats.org/drawingml/2006/main">
              <a:ext uri="{FF2B5EF4-FFF2-40B4-BE49-F238E27FC236}">
                <a16:creationId xmlns:a16="http://schemas.microsoft.com/office/drawing/2014/main" id="{68F2DDCB-AD31-496D-ACF4-48895BC2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414" y="3332093"/>
            <a:ext cx="20774" cy="20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2" name="noise-dot-0950">
            <a:extLst xmlns:a="http://schemas.openxmlformats.org/drawingml/2006/main">
              <a:ext uri="{FF2B5EF4-FFF2-40B4-BE49-F238E27FC236}">
                <a16:creationId xmlns:a16="http://schemas.microsoft.com/office/drawing/2014/main" id="{1695703D-EC36-4EAC-ACCA-A6364BA4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71" y="2786091"/>
            <a:ext cx="28413" cy="28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3" name="noise-dot-0951">
            <a:extLst xmlns:a="http://schemas.openxmlformats.org/drawingml/2006/main">
              <a:ext uri="{FF2B5EF4-FFF2-40B4-BE49-F238E27FC236}">
                <a16:creationId xmlns:a16="http://schemas.microsoft.com/office/drawing/2014/main" id="{FD45521A-FA13-4499-B9DF-E9E5904F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864" y="3895782"/>
            <a:ext cx="31642" cy="31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4" name="noise-dot-0952">
            <a:extLst xmlns:a="http://schemas.openxmlformats.org/drawingml/2006/main">
              <a:ext uri="{FF2B5EF4-FFF2-40B4-BE49-F238E27FC236}">
                <a16:creationId xmlns:a16="http://schemas.microsoft.com/office/drawing/2014/main" id="{F2A95594-0FFF-4ABE-A040-C153211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730" y="3992070"/>
            <a:ext cx="22536" cy="225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5" name="noise-dot-0953">
            <a:extLst xmlns:a="http://schemas.openxmlformats.org/drawingml/2006/main">
              <a:ext uri="{FF2B5EF4-FFF2-40B4-BE49-F238E27FC236}">
                <a16:creationId xmlns:a16="http://schemas.microsoft.com/office/drawing/2014/main" id="{E2603181-49BE-4E17-84D9-6C3A4418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624" y="3832460"/>
            <a:ext cx="13868" cy="138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6" name="noise-dot-0954">
            <a:extLst xmlns:a="http://schemas.openxmlformats.org/drawingml/2006/main">
              <a:ext uri="{FF2B5EF4-FFF2-40B4-BE49-F238E27FC236}">
                <a16:creationId xmlns:a16="http://schemas.microsoft.com/office/drawing/2014/main" id="{E41D1199-DEDF-44A6-8528-AAE4F64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805" y="4049840"/>
            <a:ext cx="25479" cy="25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7" name="noise-dot-0955">
            <a:extLst xmlns:a="http://schemas.openxmlformats.org/drawingml/2006/main">
              <a:ext uri="{FF2B5EF4-FFF2-40B4-BE49-F238E27FC236}">
                <a16:creationId xmlns:a16="http://schemas.microsoft.com/office/drawing/2014/main" id="{F0E72314-F130-4D42-A658-F055CA8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967" y="2859700"/>
            <a:ext cx="13973" cy="139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8" name="noise-dot-0956">
            <a:extLst xmlns:a="http://schemas.openxmlformats.org/drawingml/2006/main">
              <a:ext uri="{FF2B5EF4-FFF2-40B4-BE49-F238E27FC236}">
                <a16:creationId xmlns:a16="http://schemas.microsoft.com/office/drawing/2014/main" id="{957086D4-309A-4A28-B4B3-9C20A347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80" y="2416797"/>
            <a:ext cx="24651" cy="246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9" name="noise-dot-0957">
            <a:extLst xmlns:a="http://schemas.openxmlformats.org/drawingml/2006/main">
              <a:ext uri="{FF2B5EF4-FFF2-40B4-BE49-F238E27FC236}">
                <a16:creationId xmlns:a16="http://schemas.microsoft.com/office/drawing/2014/main" id="{1BBE0756-010B-4A5D-96AC-3309984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863" y="4085120"/>
            <a:ext cx="21574" cy="21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0" name="noise-dot-0958">
            <a:extLst xmlns:a="http://schemas.openxmlformats.org/drawingml/2006/main">
              <a:ext uri="{FF2B5EF4-FFF2-40B4-BE49-F238E27FC236}">
                <a16:creationId xmlns:a16="http://schemas.microsoft.com/office/drawing/2014/main" id="{D114EBBA-F607-4B2A-AB72-CCB9A49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427" y="2839355"/>
            <a:ext cx="17116" cy="17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1" name="noise-dot-0959">
            <a:extLst xmlns:a="http://schemas.openxmlformats.org/drawingml/2006/main">
              <a:ext uri="{FF2B5EF4-FFF2-40B4-BE49-F238E27FC236}">
                <a16:creationId xmlns:a16="http://schemas.microsoft.com/office/drawing/2014/main" id="{1DA0EFB6-A401-4A84-9258-486453C5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04" y="3364821"/>
            <a:ext cx="24127" cy="24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2" name="noise-dot-0960">
            <a:extLst xmlns:a="http://schemas.openxmlformats.org/drawingml/2006/main">
              <a:ext uri="{FF2B5EF4-FFF2-40B4-BE49-F238E27FC236}">
                <a16:creationId xmlns:a16="http://schemas.microsoft.com/office/drawing/2014/main" id="{F7121500-014C-4FF6-AC91-D6EE24C1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12" y="3882438"/>
            <a:ext cx="19850" cy="19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3" name="noise-dot-0961">
            <a:extLst xmlns:a="http://schemas.openxmlformats.org/drawingml/2006/main">
              <a:ext uri="{FF2B5EF4-FFF2-40B4-BE49-F238E27FC236}">
                <a16:creationId xmlns:a16="http://schemas.microsoft.com/office/drawing/2014/main" id="{B483A481-7595-4494-ADC1-9E5DF7BF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270" y="2150697"/>
            <a:ext cx="17459" cy="17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4" name="noise-dot-0962">
            <a:extLst xmlns:a="http://schemas.openxmlformats.org/drawingml/2006/main">
              <a:ext uri="{FF2B5EF4-FFF2-40B4-BE49-F238E27FC236}">
                <a16:creationId xmlns:a16="http://schemas.microsoft.com/office/drawing/2014/main" id="{BBA571AA-78BE-4ACB-A4D7-9CE87E42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186" y="2739952"/>
            <a:ext cx="27251" cy="2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5" name="noise-dot-0963">
            <a:extLst xmlns:a="http://schemas.openxmlformats.org/drawingml/2006/main">
              <a:ext uri="{FF2B5EF4-FFF2-40B4-BE49-F238E27FC236}">
                <a16:creationId xmlns:a16="http://schemas.microsoft.com/office/drawing/2014/main" id="{7A8D8FE6-F0E3-44E8-BBF8-CB8623A2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277" y="2838612"/>
            <a:ext cx="18783" cy="18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6" name="noise-dot-0964">
            <a:extLst xmlns:a="http://schemas.openxmlformats.org/drawingml/2006/main">
              <a:ext uri="{FF2B5EF4-FFF2-40B4-BE49-F238E27FC236}">
                <a16:creationId xmlns:a16="http://schemas.microsoft.com/office/drawing/2014/main" id="{7B0B15D7-532B-4B08-BA65-F60A3A9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" y="3028779"/>
            <a:ext cx="24860" cy="24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7" name="noise-dot-0965">
            <a:extLst xmlns:a="http://schemas.openxmlformats.org/drawingml/2006/main">
              <a:ext uri="{FF2B5EF4-FFF2-40B4-BE49-F238E27FC236}">
                <a16:creationId xmlns:a16="http://schemas.microsoft.com/office/drawing/2014/main" id="{9F208207-1B29-4E81-B17E-2816B689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850" y="2170319"/>
            <a:ext cx="20745" cy="20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8" name="noise-dot-0966">
            <a:extLst xmlns:a="http://schemas.openxmlformats.org/drawingml/2006/main">
              <a:ext uri="{FF2B5EF4-FFF2-40B4-BE49-F238E27FC236}">
                <a16:creationId xmlns:a16="http://schemas.microsoft.com/office/drawing/2014/main" id="{04B16F4E-DA2F-4B4F-B677-8F5C21C5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543" y="2560015"/>
            <a:ext cx="23308" cy="23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9" name="noise-dot-0967">
            <a:extLst xmlns:a="http://schemas.openxmlformats.org/drawingml/2006/main">
              <a:ext uri="{FF2B5EF4-FFF2-40B4-BE49-F238E27FC236}">
                <a16:creationId xmlns:a16="http://schemas.microsoft.com/office/drawing/2014/main" id="{FF387EC4-3D58-49EC-B608-427A0FA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92" y="3875684"/>
            <a:ext cx="26527" cy="26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0" name="noise-dot-0968">
            <a:extLst xmlns:a="http://schemas.openxmlformats.org/drawingml/2006/main">
              <a:ext uri="{FF2B5EF4-FFF2-40B4-BE49-F238E27FC236}">
                <a16:creationId xmlns:a16="http://schemas.microsoft.com/office/drawing/2014/main" id="{B01E70E5-78C1-4B89-A9CB-09335CD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3" y="2579456"/>
            <a:ext cx="13345" cy="1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1" name="noise-dot-0969">
            <a:extLst xmlns:a="http://schemas.openxmlformats.org/drawingml/2006/main">
              <a:ext uri="{FF2B5EF4-FFF2-40B4-BE49-F238E27FC236}">
                <a16:creationId xmlns:a16="http://schemas.microsoft.com/office/drawing/2014/main" id="{E02DBAEC-A887-4C9F-B806-F3C4BEAF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64" y="3989889"/>
            <a:ext cx="17097" cy="17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2" name="noise-dot-0970">
            <a:extLst xmlns:a="http://schemas.openxmlformats.org/drawingml/2006/main">
              <a:ext uri="{FF2B5EF4-FFF2-40B4-BE49-F238E27FC236}">
                <a16:creationId xmlns:a16="http://schemas.microsoft.com/office/drawing/2014/main" id="{8FFC0479-166A-4B27-BC44-2FDCDDFC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39" y="3575056"/>
            <a:ext cx="19260" cy="1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3" name="noise-dot-0971">
            <a:extLst xmlns:a="http://schemas.openxmlformats.org/drawingml/2006/main">
              <a:ext uri="{FF2B5EF4-FFF2-40B4-BE49-F238E27FC236}">
                <a16:creationId xmlns:a16="http://schemas.microsoft.com/office/drawing/2014/main" id="{6814534E-7892-475C-8140-F2041286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78" y="3093272"/>
            <a:ext cx="32823" cy="32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4" name="noise-dot-0972">
            <a:extLst xmlns:a="http://schemas.openxmlformats.org/drawingml/2006/main">
              <a:ext uri="{FF2B5EF4-FFF2-40B4-BE49-F238E27FC236}">
                <a16:creationId xmlns:a16="http://schemas.microsoft.com/office/drawing/2014/main" id="{E022484F-67A3-40D7-922B-924EBE32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04" y="4082939"/>
            <a:ext cx="22384" cy="22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5" name="noise-dot-0973">
            <a:extLst xmlns:a="http://schemas.openxmlformats.org/drawingml/2006/main">
              <a:ext uri="{FF2B5EF4-FFF2-40B4-BE49-F238E27FC236}">
                <a16:creationId xmlns:a16="http://schemas.microsoft.com/office/drawing/2014/main" id="{498B1B7F-157E-44DC-90D5-2F968C59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910" y="3844795"/>
            <a:ext cx="22689" cy="226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6" name="noise-dot-0974">
            <a:extLst xmlns:a="http://schemas.openxmlformats.org/drawingml/2006/main">
              <a:ext uri="{FF2B5EF4-FFF2-40B4-BE49-F238E27FC236}">
                <a16:creationId xmlns:a16="http://schemas.microsoft.com/office/drawing/2014/main" id="{84BBD88E-9C7F-4EFA-A443-C9CE5FD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77" y="3809762"/>
            <a:ext cx="18774" cy="18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7" name="noise-dot-0975">
            <a:extLst xmlns:a="http://schemas.openxmlformats.org/drawingml/2006/main">
              <a:ext uri="{FF2B5EF4-FFF2-40B4-BE49-F238E27FC236}">
                <a16:creationId xmlns:a16="http://schemas.microsoft.com/office/drawing/2014/main" id="{C6232614-4B2E-46E4-BFBC-756A735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77" y="3013720"/>
            <a:ext cx="30718" cy="30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8" name="noise-dot-0976">
            <a:extLst xmlns:a="http://schemas.openxmlformats.org/drawingml/2006/main">
              <a:ext uri="{FF2B5EF4-FFF2-40B4-BE49-F238E27FC236}">
                <a16:creationId xmlns:a16="http://schemas.microsoft.com/office/drawing/2014/main" id="{D4DC2FDF-51F8-4D1E-9679-C66BC5A7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573" y="2730570"/>
            <a:ext cx="26746" cy="26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9" name="noise-dot-0977">
            <a:extLst xmlns:a="http://schemas.openxmlformats.org/drawingml/2006/main">
              <a:ext uri="{FF2B5EF4-FFF2-40B4-BE49-F238E27FC236}">
                <a16:creationId xmlns:a16="http://schemas.microsoft.com/office/drawing/2014/main" id="{CBEA36AD-0987-4AF4-B931-8BEC9D7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81" y="3754231"/>
            <a:ext cx="16221" cy="16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0" name="noise-dot-0978">
            <a:extLst xmlns:a="http://schemas.openxmlformats.org/drawingml/2006/main">
              <a:ext uri="{FF2B5EF4-FFF2-40B4-BE49-F238E27FC236}">
                <a16:creationId xmlns:a16="http://schemas.microsoft.com/office/drawing/2014/main" id="{ACCFAE68-840F-4B8D-B0C1-6681C585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542" y="2997899"/>
            <a:ext cx="26460" cy="26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1" name="noise-dot-0979">
            <a:extLst xmlns:a="http://schemas.openxmlformats.org/drawingml/2006/main">
              <a:ext uri="{FF2B5EF4-FFF2-40B4-BE49-F238E27FC236}">
                <a16:creationId xmlns:a16="http://schemas.microsoft.com/office/drawing/2014/main" id="{EFF0AA97-77A3-4127-B513-246D680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112" y="4107656"/>
            <a:ext cx="29642" cy="29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2" name="noise-dot-0980">
            <a:extLst xmlns:a="http://schemas.openxmlformats.org/drawingml/2006/main">
              <a:ext uri="{FF2B5EF4-FFF2-40B4-BE49-F238E27FC236}">
                <a16:creationId xmlns:a16="http://schemas.microsoft.com/office/drawing/2014/main" id="{B478C57D-A553-47C5-B283-E3B70A45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18" y="3843395"/>
            <a:ext cx="20222" cy="20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3" name="noise-dot-0981">
            <a:extLst xmlns:a="http://schemas.openxmlformats.org/drawingml/2006/main">
              <a:ext uri="{FF2B5EF4-FFF2-40B4-BE49-F238E27FC236}">
                <a16:creationId xmlns:a16="http://schemas.microsoft.com/office/drawing/2014/main" id="{C3C7CA10-0894-43AA-A3DF-DD266534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94" y="3026150"/>
            <a:ext cx="19793" cy="19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4" name="noise-dot-0982">
            <a:extLst xmlns:a="http://schemas.openxmlformats.org/drawingml/2006/main">
              <a:ext uri="{FF2B5EF4-FFF2-40B4-BE49-F238E27FC236}">
                <a16:creationId xmlns:a16="http://schemas.microsoft.com/office/drawing/2014/main" id="{E9455A09-0A58-4CD7-A6DF-1FA6975C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16" y="2839564"/>
            <a:ext cx="23365" cy="23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5" name="noise-dot-0983">
            <a:extLst xmlns:a="http://schemas.openxmlformats.org/drawingml/2006/main">
              <a:ext uri="{FF2B5EF4-FFF2-40B4-BE49-F238E27FC236}">
                <a16:creationId xmlns:a16="http://schemas.microsoft.com/office/drawing/2014/main" id="{74C237A1-95B7-4E78-842B-3B771A2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50" y="2738076"/>
            <a:ext cx="32556" cy="32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6" name="noise-dot-0984">
            <a:extLst xmlns:a="http://schemas.openxmlformats.org/drawingml/2006/main">
              <a:ext uri="{FF2B5EF4-FFF2-40B4-BE49-F238E27FC236}">
                <a16:creationId xmlns:a16="http://schemas.microsoft.com/office/drawing/2014/main" id="{B4BD8D1B-CFC0-4B2C-9515-2DDE0D17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15" y="2316061"/>
            <a:ext cx="14840" cy="14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7" name="noise-dot-0985">
            <a:extLst xmlns:a="http://schemas.openxmlformats.org/drawingml/2006/main">
              <a:ext uri="{FF2B5EF4-FFF2-40B4-BE49-F238E27FC236}">
                <a16:creationId xmlns:a16="http://schemas.microsoft.com/office/drawing/2014/main" id="{F93713EA-8E09-49CE-AC7F-73E34017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82" y="2431190"/>
            <a:ext cx="19088" cy="190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8" name="noise-dot-0986">
            <a:extLst xmlns:a="http://schemas.openxmlformats.org/drawingml/2006/main">
              <a:ext uri="{FF2B5EF4-FFF2-40B4-BE49-F238E27FC236}">
                <a16:creationId xmlns:a16="http://schemas.microsoft.com/office/drawing/2014/main" id="{500AAF0D-3B3F-4158-986B-587BEBDB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21" y="2411378"/>
            <a:ext cx="30290" cy="30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9" name="noise-dot-0987">
            <a:extLst xmlns:a="http://schemas.openxmlformats.org/drawingml/2006/main">
              <a:ext uri="{FF2B5EF4-FFF2-40B4-BE49-F238E27FC236}">
                <a16:creationId xmlns:a16="http://schemas.microsoft.com/office/drawing/2014/main" id="{9A1E6F66-D9BF-4358-8C76-58CADC0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923" y="2233479"/>
            <a:ext cx="25727" cy="25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0" name="noise-dot-0988">
            <a:extLst xmlns:a="http://schemas.openxmlformats.org/drawingml/2006/main">
              <a:ext uri="{FF2B5EF4-FFF2-40B4-BE49-F238E27FC236}">
                <a16:creationId xmlns:a16="http://schemas.microsoft.com/office/drawing/2014/main" id="{D4A2EBCD-A8BF-4207-954F-4DC6807D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349" y="3341665"/>
            <a:ext cx="24355" cy="24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1" name="noise-dot-0989">
            <a:extLst xmlns:a="http://schemas.openxmlformats.org/drawingml/2006/main">
              <a:ext uri="{FF2B5EF4-FFF2-40B4-BE49-F238E27FC236}">
                <a16:creationId xmlns:a16="http://schemas.microsoft.com/office/drawing/2014/main" id="{E3771193-607F-4FD8-AFA9-2B11D1C5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306" y="3877104"/>
            <a:ext cx="30042" cy="30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2" name="noise-dot-0990">
            <a:extLst xmlns:a="http://schemas.openxmlformats.org/drawingml/2006/main">
              <a:ext uri="{FF2B5EF4-FFF2-40B4-BE49-F238E27FC236}">
                <a16:creationId xmlns:a16="http://schemas.microsoft.com/office/drawing/2014/main" id="{8D7A347D-4954-425C-B828-F64B2417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81" y="3571723"/>
            <a:ext cx="14716" cy="14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3" name="noise-dot-0991">
            <a:extLst xmlns:a="http://schemas.openxmlformats.org/drawingml/2006/main">
              <a:ext uri="{FF2B5EF4-FFF2-40B4-BE49-F238E27FC236}">
                <a16:creationId xmlns:a16="http://schemas.microsoft.com/office/drawing/2014/main" id="{1F10F175-565B-43F5-94E8-3E660BD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315" y="4093816"/>
            <a:ext cx="22346" cy="22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4" name="noise-dot-0992">
            <a:extLst xmlns:a="http://schemas.openxmlformats.org/drawingml/2006/main">
              <a:ext uri="{FF2B5EF4-FFF2-40B4-BE49-F238E27FC236}">
                <a16:creationId xmlns:a16="http://schemas.microsoft.com/office/drawing/2014/main" id="{F490D782-1D74-422E-9528-6F20961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133" y="3290230"/>
            <a:ext cx="18012" cy="180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5" name="noise-dot-0993">
            <a:extLst xmlns:a="http://schemas.openxmlformats.org/drawingml/2006/main">
              <a:ext uri="{FF2B5EF4-FFF2-40B4-BE49-F238E27FC236}">
                <a16:creationId xmlns:a16="http://schemas.microsoft.com/office/drawing/2014/main" id="{29A22131-6738-4833-A2F7-2EBAFA4B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15" y="2887094"/>
            <a:ext cx="28756" cy="28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6" name="noise-dot-0994">
            <a:extLst xmlns:a="http://schemas.openxmlformats.org/drawingml/2006/main">
              <a:ext uri="{FF2B5EF4-FFF2-40B4-BE49-F238E27FC236}">
                <a16:creationId xmlns:a16="http://schemas.microsoft.com/office/drawing/2014/main" id="{E4E26302-FD6B-47F1-81CF-AB407CB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86" y="2611098"/>
            <a:ext cx="11382" cy="11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7" name="noise-dot-0995">
            <a:extLst xmlns:a="http://schemas.openxmlformats.org/drawingml/2006/main">
              <a:ext uri="{FF2B5EF4-FFF2-40B4-BE49-F238E27FC236}">
                <a16:creationId xmlns:a16="http://schemas.microsoft.com/office/drawing/2014/main" id="{66F0B32F-604C-4CC2-9502-0CE0DC2A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12" y="3940007"/>
            <a:ext cx="13487" cy="134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8" name="noise-dot-0996">
            <a:extLst xmlns:a="http://schemas.openxmlformats.org/drawingml/2006/main">
              <a:ext uri="{FF2B5EF4-FFF2-40B4-BE49-F238E27FC236}">
                <a16:creationId xmlns:a16="http://schemas.microsoft.com/office/drawing/2014/main" id="{9B698046-AEF7-47AF-9EEA-6448BCBA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95" y="4024646"/>
            <a:ext cx="26365" cy="26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9" name="noise-dot-0997">
            <a:extLst xmlns:a="http://schemas.openxmlformats.org/drawingml/2006/main">
              <a:ext uri="{FF2B5EF4-FFF2-40B4-BE49-F238E27FC236}">
                <a16:creationId xmlns:a16="http://schemas.microsoft.com/office/drawing/2014/main" id="{9EE8D52F-D3F5-4346-831D-3E0A43FF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03" y="2481882"/>
            <a:ext cx="31099" cy="31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0" name="noise-dot-0998">
            <a:extLst xmlns:a="http://schemas.openxmlformats.org/drawingml/2006/main">
              <a:ext uri="{FF2B5EF4-FFF2-40B4-BE49-F238E27FC236}">
                <a16:creationId xmlns:a16="http://schemas.microsoft.com/office/drawing/2014/main" id="{1B03F0F6-6F79-41C8-BD4E-C626E443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454" y="3012958"/>
            <a:ext cx="15192" cy="15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1" name="noise-dot-0999">
            <a:extLst xmlns:a="http://schemas.openxmlformats.org/drawingml/2006/main">
              <a:ext uri="{FF2B5EF4-FFF2-40B4-BE49-F238E27FC236}">
                <a16:creationId xmlns:a16="http://schemas.microsoft.com/office/drawing/2014/main" id="{DB08307E-CCD6-4992-9495-ADDE7A1F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549" y="2969676"/>
            <a:ext cx="14716" cy="14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2" name="noise-dot-1000">
            <a:extLst xmlns:a="http://schemas.openxmlformats.org/drawingml/2006/main">
              <a:ext uri="{FF2B5EF4-FFF2-40B4-BE49-F238E27FC236}">
                <a16:creationId xmlns:a16="http://schemas.microsoft.com/office/drawing/2014/main" id="{AA170689-2BE5-498F-8905-0645E1A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688" y="2392490"/>
            <a:ext cx="16116" cy="16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3" name="noise-dot-1001">
            <a:extLst xmlns:a="http://schemas.openxmlformats.org/drawingml/2006/main">
              <a:ext uri="{FF2B5EF4-FFF2-40B4-BE49-F238E27FC236}">
                <a16:creationId xmlns:a16="http://schemas.microsoft.com/office/drawing/2014/main" id="{AE96FEBF-EDBA-4C9E-A5F1-203DC61E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59" y="3432305"/>
            <a:ext cx="25956" cy="25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4" name="noise-dot-1002">
            <a:extLst xmlns:a="http://schemas.openxmlformats.org/drawingml/2006/main">
              <a:ext uri="{FF2B5EF4-FFF2-40B4-BE49-F238E27FC236}">
                <a16:creationId xmlns:a16="http://schemas.microsoft.com/office/drawing/2014/main" id="{559F0A48-3A0B-4CC0-A273-874A4AC5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99" y="2356637"/>
            <a:ext cx="20269" cy="20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5" name="noise-dot-1003">
            <a:extLst xmlns:a="http://schemas.openxmlformats.org/drawingml/2006/main">
              <a:ext uri="{FF2B5EF4-FFF2-40B4-BE49-F238E27FC236}">
                <a16:creationId xmlns:a16="http://schemas.microsoft.com/office/drawing/2014/main" id="{3D88735F-798C-47B8-973C-40A850F9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94" y="4077119"/>
            <a:ext cx="22670" cy="226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6" name="noise-dot-1004">
            <a:extLst xmlns:a="http://schemas.openxmlformats.org/drawingml/2006/main">
              <a:ext uri="{FF2B5EF4-FFF2-40B4-BE49-F238E27FC236}">
                <a16:creationId xmlns:a16="http://schemas.microsoft.com/office/drawing/2014/main" id="{FCDEB595-9FED-480A-A61B-BCC6C8D8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71" y="3807000"/>
            <a:ext cx="17793" cy="17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7" name="noise-dot-1005">
            <a:extLst xmlns:a="http://schemas.openxmlformats.org/drawingml/2006/main">
              <a:ext uri="{FF2B5EF4-FFF2-40B4-BE49-F238E27FC236}">
                <a16:creationId xmlns:a16="http://schemas.microsoft.com/office/drawing/2014/main" id="{74ED25B3-124A-4E8A-BA54-83382B5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33" y="2650598"/>
            <a:ext cx="22146" cy="22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8" name="noise-dot-1006">
            <a:extLst xmlns:a="http://schemas.openxmlformats.org/drawingml/2006/main">
              <a:ext uri="{FF2B5EF4-FFF2-40B4-BE49-F238E27FC236}">
                <a16:creationId xmlns:a16="http://schemas.microsoft.com/office/drawing/2014/main" id="{3E671A5A-5C2B-4D70-8CC5-7D01D0A0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744" y="3637340"/>
            <a:ext cx="17926" cy="17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9" name="noise-dot-1007">
            <a:extLst xmlns:a="http://schemas.openxmlformats.org/drawingml/2006/main">
              <a:ext uri="{FF2B5EF4-FFF2-40B4-BE49-F238E27FC236}">
                <a16:creationId xmlns:a16="http://schemas.microsoft.com/office/drawing/2014/main" id="{F82EC117-3917-451C-BA25-1BFB7C14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68" y="2873492"/>
            <a:ext cx="13954" cy="139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0" name="noise-dot-1008">
            <a:extLst xmlns:a="http://schemas.openxmlformats.org/drawingml/2006/main">
              <a:ext uri="{FF2B5EF4-FFF2-40B4-BE49-F238E27FC236}">
                <a16:creationId xmlns:a16="http://schemas.microsoft.com/office/drawing/2014/main" id="{6AF63A24-C849-4FBF-8973-C9409220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59" y="2769222"/>
            <a:ext cx="26260" cy="26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1" name="noise-dot-1009">
            <a:extLst xmlns:a="http://schemas.openxmlformats.org/drawingml/2006/main">
              <a:ext uri="{FF2B5EF4-FFF2-40B4-BE49-F238E27FC236}">
                <a16:creationId xmlns:a16="http://schemas.microsoft.com/office/drawing/2014/main" id="{38FB9BCA-7816-413F-B0AC-FC78BAE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314" y="2598191"/>
            <a:ext cx="11592" cy="11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2" name="noise-dot-1010">
            <a:extLst xmlns:a="http://schemas.openxmlformats.org/drawingml/2006/main">
              <a:ext uri="{FF2B5EF4-FFF2-40B4-BE49-F238E27FC236}">
                <a16:creationId xmlns:a16="http://schemas.microsoft.com/office/drawing/2014/main" id="{1BCA1BD0-BF12-4816-8E24-44F7EBE2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107" y="2756573"/>
            <a:ext cx="28556" cy="28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3" name="noise-dot-1011">
            <a:extLst xmlns:a="http://schemas.openxmlformats.org/drawingml/2006/main">
              <a:ext uri="{FF2B5EF4-FFF2-40B4-BE49-F238E27FC236}">
                <a16:creationId xmlns:a16="http://schemas.microsoft.com/office/drawing/2014/main" id="{BFE396B3-FEE8-4BB5-B764-BBE32F2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50" y="4014216"/>
            <a:ext cx="19669" cy="19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4" name="noise-dot-1012">
            <a:extLst xmlns:a="http://schemas.openxmlformats.org/drawingml/2006/main">
              <a:ext uri="{FF2B5EF4-FFF2-40B4-BE49-F238E27FC236}">
                <a16:creationId xmlns:a16="http://schemas.microsoft.com/office/drawing/2014/main" id="{88B6AB4C-25DB-4BAC-AA51-9E8EB7D9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5" y="2416169"/>
            <a:ext cx="32080" cy="32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5" name="noise-dot-1013">
            <a:extLst xmlns:a="http://schemas.openxmlformats.org/drawingml/2006/main">
              <a:ext uri="{FF2B5EF4-FFF2-40B4-BE49-F238E27FC236}">
                <a16:creationId xmlns:a16="http://schemas.microsoft.com/office/drawing/2014/main" id="{14A7AB40-377E-4156-81D2-3A7AE51C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474" y="3639750"/>
            <a:ext cx="23412" cy="234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6" name="noise-dot-1014">
            <a:extLst xmlns:a="http://schemas.openxmlformats.org/drawingml/2006/main">
              <a:ext uri="{FF2B5EF4-FFF2-40B4-BE49-F238E27FC236}">
                <a16:creationId xmlns:a16="http://schemas.microsoft.com/office/drawing/2014/main" id="{C2750A1A-4DF9-4988-B04A-40866C1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915" y="3914918"/>
            <a:ext cx="28908" cy="28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7" name="noise-dot-1015">
            <a:extLst xmlns:a="http://schemas.openxmlformats.org/drawingml/2006/main">
              <a:ext uri="{FF2B5EF4-FFF2-40B4-BE49-F238E27FC236}">
                <a16:creationId xmlns:a16="http://schemas.microsoft.com/office/drawing/2014/main" id="{8C952EA8-04F5-47B0-83ED-8025FB9E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48" y="3553092"/>
            <a:ext cx="30385" cy="30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8" name="noise-dot-1016">
            <a:extLst xmlns:a="http://schemas.openxmlformats.org/drawingml/2006/main">
              <a:ext uri="{FF2B5EF4-FFF2-40B4-BE49-F238E27FC236}">
                <a16:creationId xmlns:a16="http://schemas.microsoft.com/office/drawing/2014/main" id="{3F9ED120-D77A-44F8-970A-FF944A5B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33" y="2501227"/>
            <a:ext cx="19098" cy="19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9" name="noise-dot-1017">
            <a:extLst xmlns:a="http://schemas.openxmlformats.org/drawingml/2006/main">
              <a:ext uri="{FF2B5EF4-FFF2-40B4-BE49-F238E27FC236}">
                <a16:creationId xmlns:a16="http://schemas.microsoft.com/office/drawing/2014/main" id="{CF544FB1-7DAE-4CC2-9A13-D65F082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515" y="3817677"/>
            <a:ext cx="11973" cy="119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0" name="noise-dot-1018">
            <a:extLst xmlns:a="http://schemas.openxmlformats.org/drawingml/2006/main">
              <a:ext uri="{FF2B5EF4-FFF2-40B4-BE49-F238E27FC236}">
                <a16:creationId xmlns:a16="http://schemas.microsoft.com/office/drawing/2014/main" id="{004F4E94-D065-4DE0-9087-ED860256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672" y="3440706"/>
            <a:ext cx="22555" cy="22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1" name="noise-dot-1019">
            <a:extLst xmlns:a="http://schemas.openxmlformats.org/drawingml/2006/main">
              <a:ext uri="{FF2B5EF4-FFF2-40B4-BE49-F238E27FC236}">
                <a16:creationId xmlns:a16="http://schemas.microsoft.com/office/drawing/2014/main" id="{7C8E25B0-D5F9-4796-A94C-0383A84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04" y="2807008"/>
            <a:ext cx="26651" cy="266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2" name="noise-dot-1020">
            <a:extLst xmlns:a="http://schemas.openxmlformats.org/drawingml/2006/main">
              <a:ext uri="{FF2B5EF4-FFF2-40B4-BE49-F238E27FC236}">
                <a16:creationId xmlns:a16="http://schemas.microsoft.com/office/drawing/2014/main" id="{B18CAC00-EBCA-46E5-BD8F-5664C3C1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229" y="2147687"/>
            <a:ext cx="20669" cy="20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3" name="noise-dot-1021">
            <a:extLst xmlns:a="http://schemas.openxmlformats.org/drawingml/2006/main">
              <a:ext uri="{FF2B5EF4-FFF2-40B4-BE49-F238E27FC236}">
                <a16:creationId xmlns:a16="http://schemas.microsoft.com/office/drawing/2014/main" id="{99A4D679-6A18-4996-BF85-4592CD14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77" y="2196960"/>
            <a:ext cx="12287" cy="122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4" name="noise-dot-1022">
            <a:extLst xmlns:a="http://schemas.openxmlformats.org/drawingml/2006/main">
              <a:ext uri="{FF2B5EF4-FFF2-40B4-BE49-F238E27FC236}">
                <a16:creationId xmlns:a16="http://schemas.microsoft.com/office/drawing/2014/main" id="{0CF9AC09-D8BB-45DD-9061-046BDEC1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48" y="3647142"/>
            <a:ext cx="15488" cy="1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5" name="noise-dot-1023">
            <a:extLst xmlns:a="http://schemas.openxmlformats.org/drawingml/2006/main">
              <a:ext uri="{FF2B5EF4-FFF2-40B4-BE49-F238E27FC236}">
                <a16:creationId xmlns:a16="http://schemas.microsoft.com/office/drawing/2014/main" id="{72CA8D6A-6AB2-4B21-BFCA-CA9606E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39" y="2810637"/>
            <a:ext cx="29480" cy="2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6" name="noise-dot-1024">
            <a:extLst xmlns:a="http://schemas.openxmlformats.org/drawingml/2006/main">
              <a:ext uri="{FF2B5EF4-FFF2-40B4-BE49-F238E27FC236}">
                <a16:creationId xmlns:a16="http://schemas.microsoft.com/office/drawing/2014/main" id="{547B9A2C-3E27-4609-843B-759D787A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65" y="4082767"/>
            <a:ext cx="24917" cy="24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7" name="noise-dot-1025">
            <a:extLst xmlns:a="http://schemas.openxmlformats.org/drawingml/2006/main">
              <a:ext uri="{FF2B5EF4-FFF2-40B4-BE49-F238E27FC236}">
                <a16:creationId xmlns:a16="http://schemas.microsoft.com/office/drawing/2014/main" id="{4A25844D-DFC1-40E4-A4B1-DA1B210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78" y="3789674"/>
            <a:ext cx="21955" cy="21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8" name="noise-dot-1026">
            <a:extLst xmlns:a="http://schemas.openxmlformats.org/drawingml/2006/main">
              <a:ext uri="{FF2B5EF4-FFF2-40B4-BE49-F238E27FC236}">
                <a16:creationId xmlns:a16="http://schemas.microsoft.com/office/drawing/2014/main" id="{766AE0EC-514B-43E9-A990-016615C9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17" y="2160794"/>
            <a:ext cx="27975" cy="27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9" name="noise-dot-1027">
            <a:extLst xmlns:a="http://schemas.openxmlformats.org/drawingml/2006/main">
              <a:ext uri="{FF2B5EF4-FFF2-40B4-BE49-F238E27FC236}">
                <a16:creationId xmlns:a16="http://schemas.microsoft.com/office/drawing/2014/main" id="{0F46E05B-B926-491B-BD46-93892DF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510" y="2375421"/>
            <a:ext cx="21831" cy="2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0" name="noise-dot-1028">
            <a:extLst xmlns:a="http://schemas.openxmlformats.org/drawingml/2006/main">
              <a:ext uri="{FF2B5EF4-FFF2-40B4-BE49-F238E27FC236}">
                <a16:creationId xmlns:a16="http://schemas.microsoft.com/office/drawing/2014/main" id="{88F9EB42-8C5E-4008-BC1F-F899357B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990" y="2294734"/>
            <a:ext cx="32109" cy="321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1" name="noise-dot-1029">
            <a:extLst xmlns:a="http://schemas.openxmlformats.org/drawingml/2006/main">
              <a:ext uri="{FF2B5EF4-FFF2-40B4-BE49-F238E27FC236}">
                <a16:creationId xmlns:a16="http://schemas.microsoft.com/office/drawing/2014/main" id="{A4F90B0D-62F7-4205-8FF5-79975C6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28" y="3097692"/>
            <a:ext cx="12487" cy="124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2" name="noise-dot-1030">
            <a:extLst xmlns:a="http://schemas.openxmlformats.org/drawingml/2006/main">
              <a:ext uri="{FF2B5EF4-FFF2-40B4-BE49-F238E27FC236}">
                <a16:creationId xmlns:a16="http://schemas.microsoft.com/office/drawing/2014/main" id="{DF746F1B-4207-4224-B0C8-9D9DB9A9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87" y="3859397"/>
            <a:ext cx="30871" cy="30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3" name="noise-dot-1031">
            <a:extLst xmlns:a="http://schemas.openxmlformats.org/drawingml/2006/main">
              <a:ext uri="{FF2B5EF4-FFF2-40B4-BE49-F238E27FC236}">
                <a16:creationId xmlns:a16="http://schemas.microsoft.com/office/drawing/2014/main" id="{1989EF62-91B1-4104-8A1E-1C6CCC41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107" y="2480215"/>
            <a:ext cx="27146" cy="27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4" name="noise-dot-1032">
            <a:extLst xmlns:a="http://schemas.openxmlformats.org/drawingml/2006/main">
              <a:ext uri="{FF2B5EF4-FFF2-40B4-BE49-F238E27FC236}">
                <a16:creationId xmlns:a16="http://schemas.microsoft.com/office/drawing/2014/main" id="{7F1D938C-D2BF-4A0E-ABC0-12FA4C57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40" y="2409177"/>
            <a:ext cx="28365" cy="28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5" name="noise-dot-1033">
            <a:extLst xmlns:a="http://schemas.openxmlformats.org/drawingml/2006/main">
              <a:ext uri="{FF2B5EF4-FFF2-40B4-BE49-F238E27FC236}">
                <a16:creationId xmlns:a16="http://schemas.microsoft.com/office/drawing/2014/main" id="{0877BC8E-A646-4529-9588-4614AFC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04" y="3535918"/>
            <a:ext cx="19460" cy="19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6" name="noise-dot-1034">
            <a:extLst xmlns:a="http://schemas.openxmlformats.org/drawingml/2006/main">
              <a:ext uri="{FF2B5EF4-FFF2-40B4-BE49-F238E27FC236}">
                <a16:creationId xmlns:a16="http://schemas.microsoft.com/office/drawing/2014/main" id="{B58D17AC-B93C-44F5-9CFA-281EE7C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206" y="3270961"/>
            <a:ext cx="23184" cy="23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7" name="noise-dot-1035">
            <a:extLst xmlns:a="http://schemas.openxmlformats.org/drawingml/2006/main">
              <a:ext uri="{FF2B5EF4-FFF2-40B4-BE49-F238E27FC236}">
                <a16:creationId xmlns:a16="http://schemas.microsoft.com/office/drawing/2014/main" id="{753E912A-311F-4DF4-8213-FA0506DF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93" y="2582408"/>
            <a:ext cx="18640" cy="1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8" name="noise-dot-1036">
            <a:extLst xmlns:a="http://schemas.openxmlformats.org/drawingml/2006/main">
              <a:ext uri="{FF2B5EF4-FFF2-40B4-BE49-F238E27FC236}">
                <a16:creationId xmlns:a16="http://schemas.microsoft.com/office/drawing/2014/main" id="{08E6A63B-D48B-4D71-A192-50111082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" y="3857073"/>
            <a:ext cx="15688" cy="15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9" name="noise-dot-1037">
            <a:extLst xmlns:a="http://schemas.openxmlformats.org/drawingml/2006/main">
              <a:ext uri="{FF2B5EF4-FFF2-40B4-BE49-F238E27FC236}">
                <a16:creationId xmlns:a16="http://schemas.microsoft.com/office/drawing/2014/main" id="{97003FDE-838A-4724-8B63-A205990F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62" y="3591077"/>
            <a:ext cx="13202" cy="132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0" name="noise-dot-1038">
            <a:extLst xmlns:a="http://schemas.openxmlformats.org/drawingml/2006/main">
              <a:ext uri="{FF2B5EF4-FFF2-40B4-BE49-F238E27FC236}">
                <a16:creationId xmlns:a16="http://schemas.microsoft.com/office/drawing/2014/main" id="{1D4C0FD8-8DF1-4C20-B14C-F19BB9F5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33" y="2762393"/>
            <a:ext cx="17021" cy="17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1" name="noise-dot-1039">
            <a:extLst xmlns:a="http://schemas.openxmlformats.org/drawingml/2006/main">
              <a:ext uri="{FF2B5EF4-FFF2-40B4-BE49-F238E27FC236}">
                <a16:creationId xmlns:a16="http://schemas.microsoft.com/office/drawing/2014/main" id="{3036BC01-C842-4F96-8D3E-BBE12F62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56" y="2535088"/>
            <a:ext cx="19698" cy="19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2" name="noise-dot-1040">
            <a:extLst xmlns:a="http://schemas.openxmlformats.org/drawingml/2006/main">
              <a:ext uri="{FF2B5EF4-FFF2-40B4-BE49-F238E27FC236}">
                <a16:creationId xmlns:a16="http://schemas.microsoft.com/office/drawing/2014/main" id="{611250B1-9ECC-4C56-B45F-4598B650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776" y="2729655"/>
            <a:ext cx="29966" cy="29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3" name="noise-dot-1041">
            <a:extLst xmlns:a="http://schemas.openxmlformats.org/drawingml/2006/main">
              <a:ext uri="{FF2B5EF4-FFF2-40B4-BE49-F238E27FC236}">
                <a16:creationId xmlns:a16="http://schemas.microsoft.com/office/drawing/2014/main" id="{36C9C19A-83A3-4BA3-B908-3C9AA314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94" y="2386184"/>
            <a:ext cx="19060" cy="1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4" name="noise-dot-1042">
            <a:extLst xmlns:a="http://schemas.openxmlformats.org/drawingml/2006/main">
              <a:ext uri="{FF2B5EF4-FFF2-40B4-BE49-F238E27FC236}">
                <a16:creationId xmlns:a16="http://schemas.microsoft.com/office/drawing/2014/main" id="{6B746846-2A3B-4531-9CEF-0CC0132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071" y="3149803"/>
            <a:ext cx="28337" cy="28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5" name="noise-dot-1043">
            <a:extLst xmlns:a="http://schemas.openxmlformats.org/drawingml/2006/main">
              <a:ext uri="{FF2B5EF4-FFF2-40B4-BE49-F238E27FC236}">
                <a16:creationId xmlns:a16="http://schemas.microsoft.com/office/drawing/2014/main" id="{C6A68C03-0AA6-4596-B51B-229230D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973" y="2225869"/>
            <a:ext cx="17345" cy="17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6" name="noise-dot-1044">
            <a:extLst xmlns:a="http://schemas.openxmlformats.org/drawingml/2006/main">
              <a:ext uri="{FF2B5EF4-FFF2-40B4-BE49-F238E27FC236}">
                <a16:creationId xmlns:a16="http://schemas.microsoft.com/office/drawing/2014/main" id="{19B7F130-5B86-446F-8444-C51B527B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35" y="3895601"/>
            <a:ext cx="21469" cy="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7" name="noise-dot-1045">
            <a:extLst xmlns:a="http://schemas.openxmlformats.org/drawingml/2006/main">
              <a:ext uri="{FF2B5EF4-FFF2-40B4-BE49-F238E27FC236}">
                <a16:creationId xmlns:a16="http://schemas.microsoft.com/office/drawing/2014/main" id="{44B8EC58-2E79-47E0-97D0-960840E3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023" y="4146823"/>
            <a:ext cx="15392" cy="15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8" name="noise-dot-1046">
            <a:extLst xmlns:a="http://schemas.openxmlformats.org/drawingml/2006/main">
              <a:ext uri="{FF2B5EF4-FFF2-40B4-BE49-F238E27FC236}">
                <a16:creationId xmlns:a16="http://schemas.microsoft.com/office/drawing/2014/main" id="{0AE1C49F-451A-430C-A491-78081247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88" y="2394642"/>
            <a:ext cx="24575" cy="24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9" name="noise-dot-1047">
            <a:extLst xmlns:a="http://schemas.openxmlformats.org/drawingml/2006/main">
              <a:ext uri="{FF2B5EF4-FFF2-40B4-BE49-F238E27FC236}">
                <a16:creationId xmlns:a16="http://schemas.microsoft.com/office/drawing/2014/main" id="{4FE035B2-3FC8-4F83-A950-1ADDA73B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602" y="3880275"/>
            <a:ext cx="31099" cy="31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0" name="noise-dot-1048">
            <a:extLst xmlns:a="http://schemas.openxmlformats.org/drawingml/2006/main">
              <a:ext uri="{FF2B5EF4-FFF2-40B4-BE49-F238E27FC236}">
                <a16:creationId xmlns:a16="http://schemas.microsoft.com/office/drawing/2014/main" id="{343591E2-1612-4D64-9521-D455799F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766" y="2190550"/>
            <a:ext cx="20803" cy="20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1" name="noise-dot-1049">
            <a:extLst xmlns:a="http://schemas.openxmlformats.org/drawingml/2006/main">
              <a:ext uri="{FF2B5EF4-FFF2-40B4-BE49-F238E27FC236}">
                <a16:creationId xmlns:a16="http://schemas.microsoft.com/office/drawing/2014/main" id="{2CC255C0-AFAF-44C5-AE6A-F0A4A228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66" y="2290820"/>
            <a:ext cx="14649" cy="146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2" name="noise-dot-1050">
            <a:extLst xmlns:a="http://schemas.openxmlformats.org/drawingml/2006/main">
              <a:ext uri="{FF2B5EF4-FFF2-40B4-BE49-F238E27FC236}">
                <a16:creationId xmlns:a16="http://schemas.microsoft.com/office/drawing/2014/main" id="{0AAF9A31-9F87-4713-8F74-8248A419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11" y="3988746"/>
            <a:ext cx="22631" cy="22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3" name="noise-dot-1051">
            <a:extLst xmlns:a="http://schemas.openxmlformats.org/drawingml/2006/main">
              <a:ext uri="{FF2B5EF4-FFF2-40B4-BE49-F238E27FC236}">
                <a16:creationId xmlns:a16="http://schemas.microsoft.com/office/drawing/2014/main" id="{AD963802-B36C-4DF7-8017-4F6436A2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08" y="4144366"/>
            <a:ext cx="23851" cy="2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4" name="noise-dot-1052">
            <a:extLst xmlns:a="http://schemas.openxmlformats.org/drawingml/2006/main">
              <a:ext uri="{FF2B5EF4-FFF2-40B4-BE49-F238E27FC236}">
                <a16:creationId xmlns:a16="http://schemas.microsoft.com/office/drawing/2014/main" id="{DA766468-5DD6-4C3B-A91A-BFF99B44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76" y="2823086"/>
            <a:ext cx="25117" cy="25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5" name="noise-dot-1053">
            <a:extLst xmlns:a="http://schemas.openxmlformats.org/drawingml/2006/main">
              <a:ext uri="{FF2B5EF4-FFF2-40B4-BE49-F238E27FC236}">
                <a16:creationId xmlns:a16="http://schemas.microsoft.com/office/drawing/2014/main" id="{8A2B0064-4FD8-4A35-A4FF-28C6AA41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39" y="2857500"/>
            <a:ext cx="14907" cy="149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6" name="noise-dot-1054">
            <a:extLst xmlns:a="http://schemas.openxmlformats.org/drawingml/2006/main">
              <a:ext uri="{FF2B5EF4-FFF2-40B4-BE49-F238E27FC236}">
                <a16:creationId xmlns:a16="http://schemas.microsoft.com/office/drawing/2014/main" id="{7FCCC425-DA61-4995-8099-306736E6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754" y="3524726"/>
            <a:ext cx="12506" cy="12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7" name="noise-dot-1055">
            <a:extLst xmlns:a="http://schemas.openxmlformats.org/drawingml/2006/main">
              <a:ext uri="{FF2B5EF4-FFF2-40B4-BE49-F238E27FC236}">
                <a16:creationId xmlns:a16="http://schemas.microsoft.com/office/drawing/2014/main" id="{7F291161-AF4B-4EF0-AF2F-310FD0BF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58" y="3439649"/>
            <a:ext cx="19660" cy="19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8" name="noise-dot-1056">
            <a:extLst xmlns:a="http://schemas.openxmlformats.org/drawingml/2006/main">
              <a:ext uri="{FF2B5EF4-FFF2-40B4-BE49-F238E27FC236}">
                <a16:creationId xmlns:a16="http://schemas.microsoft.com/office/drawing/2014/main" id="{C90F3111-A978-4B39-9642-0ACAA5D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37" y="3573628"/>
            <a:ext cx="31575" cy="31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9" name="noise-dot-1057">
            <a:extLst xmlns:a="http://schemas.openxmlformats.org/drawingml/2006/main">
              <a:ext uri="{FF2B5EF4-FFF2-40B4-BE49-F238E27FC236}">
                <a16:creationId xmlns:a16="http://schemas.microsoft.com/office/drawing/2014/main" id="{A65EC1B7-933C-43B5-9EA2-72A242A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45" y="3450403"/>
            <a:ext cx="30109" cy="301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0" name="noise-dot-1058">
            <a:extLst xmlns:a="http://schemas.openxmlformats.org/drawingml/2006/main">
              <a:ext uri="{FF2B5EF4-FFF2-40B4-BE49-F238E27FC236}">
                <a16:creationId xmlns:a16="http://schemas.microsoft.com/office/drawing/2014/main" id="{71E29E51-F19E-4FFF-B102-9AFB529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87" y="3228880"/>
            <a:ext cx="22012" cy="220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1" name="noise-dot-1059">
            <a:extLst xmlns:a="http://schemas.openxmlformats.org/drawingml/2006/main">
              <a:ext uri="{FF2B5EF4-FFF2-40B4-BE49-F238E27FC236}">
                <a16:creationId xmlns:a16="http://schemas.microsoft.com/office/drawing/2014/main" id="{63F3EECB-E2FB-42A1-811E-C45203E1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10" y="2570274"/>
            <a:ext cx="22727" cy="22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2" name="noise-dot-1060">
            <a:extLst xmlns:a="http://schemas.openxmlformats.org/drawingml/2006/main">
              <a:ext uri="{FF2B5EF4-FFF2-40B4-BE49-F238E27FC236}">
                <a16:creationId xmlns:a16="http://schemas.microsoft.com/office/drawing/2014/main" id="{ECEBE32B-7ADF-4BAC-9620-3DA68467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001" y="2124018"/>
            <a:ext cx="26937" cy="269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3" name="noise-dot-1061">
            <a:extLst xmlns:a="http://schemas.openxmlformats.org/drawingml/2006/main">
              <a:ext uri="{FF2B5EF4-FFF2-40B4-BE49-F238E27FC236}">
                <a16:creationId xmlns:a16="http://schemas.microsoft.com/office/drawing/2014/main" id="{A83FF3D0-4D99-473D-A6D0-CC357552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65" y="2278304"/>
            <a:ext cx="23860" cy="23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4" name="noise-dot-1062">
            <a:extLst xmlns:a="http://schemas.openxmlformats.org/drawingml/2006/main">
              <a:ext uri="{FF2B5EF4-FFF2-40B4-BE49-F238E27FC236}">
                <a16:creationId xmlns:a16="http://schemas.microsoft.com/office/drawing/2014/main" id="{4A577ED0-01D8-48AD-BBAC-457B6E08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79" y="3901897"/>
            <a:ext cx="15992" cy="15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5" name="noise-dot-1063">
            <a:extLst xmlns:a="http://schemas.openxmlformats.org/drawingml/2006/main">
              <a:ext uri="{FF2B5EF4-FFF2-40B4-BE49-F238E27FC236}">
                <a16:creationId xmlns:a16="http://schemas.microsoft.com/office/drawing/2014/main" id="{325C5F4C-F1F1-450F-9167-7CE05AF2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" y="2837212"/>
            <a:ext cx="12144" cy="12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6" name="noise-dot-1064">
            <a:extLst xmlns:a="http://schemas.openxmlformats.org/drawingml/2006/main">
              <a:ext uri="{FF2B5EF4-FFF2-40B4-BE49-F238E27FC236}">
                <a16:creationId xmlns:a16="http://schemas.microsoft.com/office/drawing/2014/main" id="{D7087219-0854-4ECE-994B-BB3F184B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48" y="2717759"/>
            <a:ext cx="21888" cy="21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7" name="noise-dot-1065">
            <a:extLst xmlns:a="http://schemas.openxmlformats.org/drawingml/2006/main">
              <a:ext uri="{FF2B5EF4-FFF2-40B4-BE49-F238E27FC236}">
                <a16:creationId xmlns:a16="http://schemas.microsoft.com/office/drawing/2014/main" id="{3A5802C3-2266-4174-8415-0F1C0C58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559" y="3566303"/>
            <a:ext cx="18621" cy="18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8" name="noise-dot-1066">
            <a:extLst xmlns:a="http://schemas.openxmlformats.org/drawingml/2006/main">
              <a:ext uri="{FF2B5EF4-FFF2-40B4-BE49-F238E27FC236}">
                <a16:creationId xmlns:a16="http://schemas.microsoft.com/office/drawing/2014/main" id="{41A7FA94-2BB9-4CA5-BA3A-C49B983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459" y="4096179"/>
            <a:ext cx="22422" cy="22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9" name="noise-dot-1067">
            <a:extLst xmlns:a="http://schemas.openxmlformats.org/drawingml/2006/main">
              <a:ext uri="{FF2B5EF4-FFF2-40B4-BE49-F238E27FC236}">
                <a16:creationId xmlns:a16="http://schemas.microsoft.com/office/drawing/2014/main" id="{27C10AC6-5332-4177-A0CF-0AB3418C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572" y="2901934"/>
            <a:ext cx="12687" cy="12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0" name="noise-dot-1068">
            <a:extLst xmlns:a="http://schemas.openxmlformats.org/drawingml/2006/main">
              <a:ext uri="{FF2B5EF4-FFF2-40B4-BE49-F238E27FC236}">
                <a16:creationId xmlns:a16="http://schemas.microsoft.com/office/drawing/2014/main" id="{6B51B17C-A4CD-4683-812D-F7E07FDA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2" y="4035800"/>
            <a:ext cx="29966" cy="29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1" name="noise-dot-1069">
            <a:extLst xmlns:a="http://schemas.openxmlformats.org/drawingml/2006/main">
              <a:ext uri="{FF2B5EF4-FFF2-40B4-BE49-F238E27FC236}">
                <a16:creationId xmlns:a16="http://schemas.microsoft.com/office/drawing/2014/main" id="{A4E6536E-9052-4E24-BDFF-27BB1C3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247" y="3874313"/>
            <a:ext cx="28670" cy="286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2" name="noise-dot-1070">
            <a:extLst xmlns:a="http://schemas.openxmlformats.org/drawingml/2006/main">
              <a:ext uri="{FF2B5EF4-FFF2-40B4-BE49-F238E27FC236}">
                <a16:creationId xmlns:a16="http://schemas.microsoft.com/office/drawing/2014/main" id="{004F275D-0561-4297-9FC9-514BB5D6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85" y="2644092"/>
            <a:ext cx="18402" cy="18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3" name="noise-dot-1071">
            <a:extLst xmlns:a="http://schemas.openxmlformats.org/drawingml/2006/main">
              <a:ext uri="{FF2B5EF4-FFF2-40B4-BE49-F238E27FC236}">
                <a16:creationId xmlns:a16="http://schemas.microsoft.com/office/drawing/2014/main" id="{3182233F-6329-4B3A-9CAC-1C3B0CF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809" y="2492397"/>
            <a:ext cx="16564" cy="16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4" name="noise-dot-1072">
            <a:extLst xmlns:a="http://schemas.openxmlformats.org/drawingml/2006/main">
              <a:ext uri="{FF2B5EF4-FFF2-40B4-BE49-F238E27FC236}">
                <a16:creationId xmlns:a16="http://schemas.microsoft.com/office/drawing/2014/main" id="{A5F3190D-B770-454D-A8FF-7F719B89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704" y="3107950"/>
            <a:ext cx="31699" cy="31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5" name="noise-dot-1073">
            <a:extLst xmlns:a="http://schemas.openxmlformats.org/drawingml/2006/main">
              <a:ext uri="{FF2B5EF4-FFF2-40B4-BE49-F238E27FC236}">
                <a16:creationId xmlns:a16="http://schemas.microsoft.com/office/drawing/2014/main" id="{990FE4BE-E472-4479-9184-ADF029C3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31" y="2473538"/>
            <a:ext cx="17478" cy="17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6" name="noise-dot-1074">
            <a:extLst xmlns:a="http://schemas.openxmlformats.org/drawingml/2006/main">
              <a:ext uri="{FF2B5EF4-FFF2-40B4-BE49-F238E27FC236}">
                <a16:creationId xmlns:a16="http://schemas.microsoft.com/office/drawing/2014/main" id="{75DFC624-3095-4CA5-9CA9-2BF4DB32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706" y="3457594"/>
            <a:ext cx="22974" cy="22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7" name="noise-dot-1075">
            <a:extLst xmlns:a="http://schemas.openxmlformats.org/drawingml/2006/main">
              <a:ext uri="{FF2B5EF4-FFF2-40B4-BE49-F238E27FC236}">
                <a16:creationId xmlns:a16="http://schemas.microsoft.com/office/drawing/2014/main" id="{28CE4782-E622-4AF8-9863-25447829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111" y="3034884"/>
            <a:ext cx="23698" cy="23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8" name="noise-dot-1076">
            <a:extLst xmlns:a="http://schemas.openxmlformats.org/drawingml/2006/main">
              <a:ext uri="{FF2B5EF4-FFF2-40B4-BE49-F238E27FC236}">
                <a16:creationId xmlns:a16="http://schemas.microsoft.com/office/drawing/2014/main" id="{88EFECB5-6F5D-4203-9756-E23FBF17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74" y="3365430"/>
            <a:ext cx="13268" cy="132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9" name="noise-dot-1077">
            <a:extLst xmlns:a="http://schemas.openxmlformats.org/drawingml/2006/main">
              <a:ext uri="{FF2B5EF4-FFF2-40B4-BE49-F238E27FC236}">
                <a16:creationId xmlns:a16="http://schemas.microsoft.com/office/drawing/2014/main" id="{FAF90D07-3814-4A96-9CD4-E305AB2F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97" y="3543786"/>
            <a:ext cx="15592" cy="15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0" name="noise-dot-1078">
            <a:extLst xmlns:a="http://schemas.openxmlformats.org/drawingml/2006/main">
              <a:ext uri="{FF2B5EF4-FFF2-40B4-BE49-F238E27FC236}">
                <a16:creationId xmlns:a16="http://schemas.microsoft.com/office/drawing/2014/main" id="{F8BA0313-5933-4E9C-8E60-523FC77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71" y="2350751"/>
            <a:ext cx="24117" cy="24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1" name="noise-dot-1079">
            <a:extLst xmlns:a="http://schemas.openxmlformats.org/drawingml/2006/main">
              <a:ext uri="{FF2B5EF4-FFF2-40B4-BE49-F238E27FC236}">
                <a16:creationId xmlns:a16="http://schemas.microsoft.com/office/drawing/2014/main" id="{D56BA484-18A5-4F82-89CF-9854E9B8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06" y="3139792"/>
            <a:ext cx="18183" cy="18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2" name="noise-dot-1080">
            <a:extLst xmlns:a="http://schemas.openxmlformats.org/drawingml/2006/main">
              <a:ext uri="{FF2B5EF4-FFF2-40B4-BE49-F238E27FC236}">
                <a16:creationId xmlns:a16="http://schemas.microsoft.com/office/drawing/2014/main" id="{73DB375A-0709-420F-9FA7-34B71E1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6" y="3800732"/>
            <a:ext cx="21555" cy="21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3" name="noise-dot-1081">
            <a:extLst xmlns:a="http://schemas.openxmlformats.org/drawingml/2006/main">
              <a:ext uri="{FF2B5EF4-FFF2-40B4-BE49-F238E27FC236}">
                <a16:creationId xmlns:a16="http://schemas.microsoft.com/office/drawing/2014/main" id="{05F24BC1-377C-4F84-BC26-52982EB7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869" y="2961189"/>
            <a:ext cx="18726" cy="18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4" name="noise-dot-1082">
            <a:extLst xmlns:a="http://schemas.openxmlformats.org/drawingml/2006/main">
              <a:ext uri="{FF2B5EF4-FFF2-40B4-BE49-F238E27FC236}">
                <a16:creationId xmlns:a16="http://schemas.microsoft.com/office/drawing/2014/main" id="{74229227-51D6-4A47-BEC0-A1CC4EE0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896" y="3971011"/>
            <a:ext cx="22412" cy="224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5" name="noise-dot-1083">
            <a:extLst xmlns:a="http://schemas.openxmlformats.org/drawingml/2006/main">
              <a:ext uri="{FF2B5EF4-FFF2-40B4-BE49-F238E27FC236}">
                <a16:creationId xmlns:a16="http://schemas.microsoft.com/office/drawing/2014/main" id="{5D4A1879-5C97-4921-8E31-384DF95D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407" y="2208409"/>
            <a:ext cx="13135" cy="13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6" name="noise-dot-1084">
            <a:extLst xmlns:a="http://schemas.openxmlformats.org/drawingml/2006/main">
              <a:ext uri="{FF2B5EF4-FFF2-40B4-BE49-F238E27FC236}">
                <a16:creationId xmlns:a16="http://schemas.microsoft.com/office/drawing/2014/main" id="{E84D7BB2-5653-44AE-86DD-B17F8A3F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508" y="2756754"/>
            <a:ext cx="16259" cy="162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7" name="noise-dot-1085">
            <a:extLst xmlns:a="http://schemas.openxmlformats.org/drawingml/2006/main">
              <a:ext uri="{FF2B5EF4-FFF2-40B4-BE49-F238E27FC236}">
                <a16:creationId xmlns:a16="http://schemas.microsoft.com/office/drawing/2014/main" id="{46A9E9C3-15E9-4A02-AA33-9D6CC496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478" y="3771167"/>
            <a:ext cx="27089" cy="270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8" name="noise-dot-1086">
            <a:extLst xmlns:a="http://schemas.openxmlformats.org/drawingml/2006/main">
              <a:ext uri="{FF2B5EF4-FFF2-40B4-BE49-F238E27FC236}">
                <a16:creationId xmlns:a16="http://schemas.microsoft.com/office/drawing/2014/main" id="{6E65006F-8255-40F4-8C49-3F4A6F2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786" y="3158823"/>
            <a:ext cx="12621" cy="12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9" name="noise-dot-1087">
            <a:extLst xmlns:a="http://schemas.openxmlformats.org/drawingml/2006/main">
              <a:ext uri="{FF2B5EF4-FFF2-40B4-BE49-F238E27FC236}">
                <a16:creationId xmlns:a16="http://schemas.microsoft.com/office/drawing/2014/main" id="{E01DB91E-C39E-4E12-8195-052ECE0F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69" y="3361325"/>
            <a:ext cx="19536" cy="195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0" name="noise-dot-1088">
            <a:extLst xmlns:a="http://schemas.openxmlformats.org/drawingml/2006/main">
              <a:ext uri="{FF2B5EF4-FFF2-40B4-BE49-F238E27FC236}">
                <a16:creationId xmlns:a16="http://schemas.microsoft.com/office/drawing/2014/main" id="{34853269-1BC9-433B-BEBB-F3A1DF1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149" y="3088958"/>
            <a:ext cx="27032" cy="2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1" name="noise-dot-1089">
            <a:extLst xmlns:a="http://schemas.openxmlformats.org/drawingml/2006/main">
              <a:ext uri="{FF2B5EF4-FFF2-40B4-BE49-F238E27FC236}">
                <a16:creationId xmlns:a16="http://schemas.microsoft.com/office/drawing/2014/main" id="{3E497FCC-1469-4DEF-BF52-DB002EC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772" y="3874770"/>
            <a:ext cx="16116" cy="16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2" name="noise-dot-1090">
            <a:extLst xmlns:a="http://schemas.openxmlformats.org/drawingml/2006/main">
              <a:ext uri="{FF2B5EF4-FFF2-40B4-BE49-F238E27FC236}">
                <a16:creationId xmlns:a16="http://schemas.microsoft.com/office/drawing/2014/main" id="{3AB751DB-4CA5-4BE9-833C-C2540CB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67" y="3488065"/>
            <a:ext cx="14307" cy="14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3" name="noise-dot-1091">
            <a:extLst xmlns:a="http://schemas.openxmlformats.org/drawingml/2006/main">
              <a:ext uri="{FF2B5EF4-FFF2-40B4-BE49-F238E27FC236}">
                <a16:creationId xmlns:a16="http://schemas.microsoft.com/office/drawing/2014/main" id="{2A170682-7F54-47A0-969E-C161D664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91" y="2998356"/>
            <a:ext cx="12135" cy="12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4" name="noise-dot-1092">
            <a:extLst xmlns:a="http://schemas.openxmlformats.org/drawingml/2006/main">
              <a:ext uri="{FF2B5EF4-FFF2-40B4-BE49-F238E27FC236}">
                <a16:creationId xmlns:a16="http://schemas.microsoft.com/office/drawing/2014/main" id="{4B574BED-ADAF-46F6-8B61-236A3973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274" y="3094796"/>
            <a:ext cx="31652" cy="31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5" name="noise-dot-1093">
            <a:extLst xmlns:a="http://schemas.openxmlformats.org/drawingml/2006/main">
              <a:ext uri="{FF2B5EF4-FFF2-40B4-BE49-F238E27FC236}">
                <a16:creationId xmlns:a16="http://schemas.microsoft.com/office/drawing/2014/main" id="{CEDD6A9F-2D46-45FC-B5FE-D59EE21A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773" y="3085138"/>
            <a:ext cx="15240" cy="15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6" name="noise-dot-1094">
            <a:extLst xmlns:a="http://schemas.openxmlformats.org/drawingml/2006/main">
              <a:ext uri="{FF2B5EF4-FFF2-40B4-BE49-F238E27FC236}">
                <a16:creationId xmlns:a16="http://schemas.microsoft.com/office/drawing/2014/main" id="{B6282D50-8EFD-4A47-8639-AF021FF4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952" y="2864625"/>
            <a:ext cx="29118" cy="29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7" name="noise-dot-1095">
            <a:extLst xmlns:a="http://schemas.openxmlformats.org/drawingml/2006/main">
              <a:ext uri="{FF2B5EF4-FFF2-40B4-BE49-F238E27FC236}">
                <a16:creationId xmlns:a16="http://schemas.microsoft.com/office/drawing/2014/main" id="{8F6510A2-4997-4143-9855-517AA0DA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796" y="2898896"/>
            <a:ext cx="20241" cy="20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8" name="noise-dot-1096">
            <a:extLst xmlns:a="http://schemas.openxmlformats.org/drawingml/2006/main">
              <a:ext uri="{FF2B5EF4-FFF2-40B4-BE49-F238E27FC236}">
                <a16:creationId xmlns:a16="http://schemas.microsoft.com/office/drawing/2014/main" id="{F2F64C54-8893-4F56-B741-CA698AE3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578" y="2258368"/>
            <a:ext cx="21679" cy="21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9" name="noise-dot-1097">
            <a:extLst xmlns:a="http://schemas.openxmlformats.org/drawingml/2006/main">
              <a:ext uri="{FF2B5EF4-FFF2-40B4-BE49-F238E27FC236}">
                <a16:creationId xmlns:a16="http://schemas.microsoft.com/office/drawing/2014/main" id="{9E4FF7AD-565B-4E4E-8738-AC0F203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75" y="3631225"/>
            <a:ext cx="19441" cy="194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0" name="noise-dot-1098">
            <a:extLst xmlns:a="http://schemas.openxmlformats.org/drawingml/2006/main">
              <a:ext uri="{FF2B5EF4-FFF2-40B4-BE49-F238E27FC236}">
                <a16:creationId xmlns:a16="http://schemas.microsoft.com/office/drawing/2014/main" id="{888CE4F2-1DFE-418B-BF97-631448BB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573" y="2451859"/>
            <a:ext cx="21307" cy="21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1" name="noise-dot-1099">
            <a:extLst xmlns:a="http://schemas.openxmlformats.org/drawingml/2006/main">
              <a:ext uri="{FF2B5EF4-FFF2-40B4-BE49-F238E27FC236}">
                <a16:creationId xmlns:a16="http://schemas.microsoft.com/office/drawing/2014/main" id="{F50639A1-DB6B-4692-A555-6546BF09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91" y="3431657"/>
            <a:ext cx="20784" cy="20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2" name="noise-dot-1100">
            <a:extLst xmlns:a="http://schemas.openxmlformats.org/drawingml/2006/main">
              <a:ext uri="{FF2B5EF4-FFF2-40B4-BE49-F238E27FC236}">
                <a16:creationId xmlns:a16="http://schemas.microsoft.com/office/drawing/2014/main" id="{A1D5FE48-77BE-4B4F-8B2E-AB505404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06" y="3383356"/>
            <a:ext cx="11687" cy="11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3" name="noise-dot-1101">
            <a:extLst xmlns:a="http://schemas.openxmlformats.org/drawingml/2006/main">
              <a:ext uri="{FF2B5EF4-FFF2-40B4-BE49-F238E27FC236}">
                <a16:creationId xmlns:a16="http://schemas.microsoft.com/office/drawing/2014/main" id="{B28BEC3F-A8F3-468F-BE42-1A691CF0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159" y="2272236"/>
            <a:ext cx="17336" cy="17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4" name="noise-dot-1102">
            <a:extLst xmlns:a="http://schemas.openxmlformats.org/drawingml/2006/main">
              <a:ext uri="{FF2B5EF4-FFF2-40B4-BE49-F238E27FC236}">
                <a16:creationId xmlns:a16="http://schemas.microsoft.com/office/drawing/2014/main" id="{B3D37EF5-F396-498B-973E-280849D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97" y="3551453"/>
            <a:ext cx="12135" cy="12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5" name="noise-dot-1103">
            <a:extLst xmlns:a="http://schemas.openxmlformats.org/drawingml/2006/main">
              <a:ext uri="{FF2B5EF4-FFF2-40B4-BE49-F238E27FC236}">
                <a16:creationId xmlns:a16="http://schemas.microsoft.com/office/drawing/2014/main" id="{2985D3B0-38C1-4AEE-BF09-1CC5466A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564" y="3238452"/>
            <a:ext cx="11135" cy="11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6" name="noise-dot-1104">
            <a:extLst xmlns:a="http://schemas.openxmlformats.org/drawingml/2006/main">
              <a:ext uri="{FF2B5EF4-FFF2-40B4-BE49-F238E27FC236}">
                <a16:creationId xmlns:a16="http://schemas.microsoft.com/office/drawing/2014/main" id="{4018A92A-3657-448C-9E7A-109E47E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08" y="3088329"/>
            <a:ext cx="28985" cy="28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7" name="noise-dot-1105">
            <a:extLst xmlns:a="http://schemas.openxmlformats.org/drawingml/2006/main">
              <a:ext uri="{FF2B5EF4-FFF2-40B4-BE49-F238E27FC236}">
                <a16:creationId xmlns:a16="http://schemas.microsoft.com/office/drawing/2014/main" id="{D4D56B9D-E1A3-4820-A221-F69D8DB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17" y="2135581"/>
            <a:ext cx="14611" cy="14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8" name="noise-dot-1106">
            <a:extLst xmlns:a="http://schemas.openxmlformats.org/drawingml/2006/main">
              <a:ext uri="{FF2B5EF4-FFF2-40B4-BE49-F238E27FC236}">
                <a16:creationId xmlns:a16="http://schemas.microsoft.com/office/drawing/2014/main" id="{B6BEC23F-903A-4A96-95D0-99BABD0A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26" y="3683575"/>
            <a:ext cx="11163" cy="111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9" name="noise-dot-1107">
            <a:extLst xmlns:a="http://schemas.openxmlformats.org/drawingml/2006/main">
              <a:ext uri="{FF2B5EF4-FFF2-40B4-BE49-F238E27FC236}">
                <a16:creationId xmlns:a16="http://schemas.microsoft.com/office/drawing/2014/main" id="{B1522C25-1B81-4919-91F4-DF859635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951" y="3970068"/>
            <a:ext cx="28032" cy="28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0" name="noise-dot-1108">
            <a:extLst xmlns:a="http://schemas.openxmlformats.org/drawingml/2006/main">
              <a:ext uri="{FF2B5EF4-FFF2-40B4-BE49-F238E27FC236}">
                <a16:creationId xmlns:a16="http://schemas.microsoft.com/office/drawing/2014/main" id="{C28D1B23-0FC5-4528-97F8-BE1EAEE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07" y="3975735"/>
            <a:ext cx="12316" cy="12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1" name="noise-dot-1109">
            <a:extLst xmlns:a="http://schemas.openxmlformats.org/drawingml/2006/main">
              <a:ext uri="{FF2B5EF4-FFF2-40B4-BE49-F238E27FC236}">
                <a16:creationId xmlns:a16="http://schemas.microsoft.com/office/drawing/2014/main" id="{E5001D43-59A0-4D0C-8BD6-F41081B3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085" y="3876237"/>
            <a:ext cx="21688" cy="21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2" name="noise-dot-1110">
            <a:extLst xmlns:a="http://schemas.openxmlformats.org/drawingml/2006/main">
              <a:ext uri="{FF2B5EF4-FFF2-40B4-BE49-F238E27FC236}">
                <a16:creationId xmlns:a16="http://schemas.microsoft.com/office/drawing/2014/main" id="{56865483-7E9D-4927-8828-E9884CC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562" y="2645426"/>
            <a:ext cx="11897" cy="11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3" name="noise-dot-1111">
            <a:extLst xmlns:a="http://schemas.openxmlformats.org/drawingml/2006/main">
              <a:ext uri="{FF2B5EF4-FFF2-40B4-BE49-F238E27FC236}">
                <a16:creationId xmlns:a16="http://schemas.microsoft.com/office/drawing/2014/main" id="{FCE53D9E-9A05-401D-AE7E-D08905C0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321" y="2530488"/>
            <a:ext cx="17802" cy="17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4" name="noise-dot-1112">
            <a:extLst xmlns:a="http://schemas.openxmlformats.org/drawingml/2006/main">
              <a:ext uri="{FF2B5EF4-FFF2-40B4-BE49-F238E27FC236}">
                <a16:creationId xmlns:a16="http://schemas.microsoft.com/office/drawing/2014/main" id="{F0D9ED64-D3DD-419C-8AA9-920337C4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157" y="3976811"/>
            <a:ext cx="11268" cy="112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5" name="noise-dot-1113">
            <a:extLst xmlns:a="http://schemas.openxmlformats.org/drawingml/2006/main">
              <a:ext uri="{FF2B5EF4-FFF2-40B4-BE49-F238E27FC236}">
                <a16:creationId xmlns:a16="http://schemas.microsoft.com/office/drawing/2014/main" id="{EA59C650-156C-4E85-8F1D-B2F3A54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87" y="3469548"/>
            <a:ext cx="29108" cy="29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6" name="noise-dot-1114">
            <a:extLst xmlns:a="http://schemas.openxmlformats.org/drawingml/2006/main">
              <a:ext uri="{FF2B5EF4-FFF2-40B4-BE49-F238E27FC236}">
                <a16:creationId xmlns:a16="http://schemas.microsoft.com/office/drawing/2014/main" id="{97009441-20B0-4B63-91E1-06AD0241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244" y="3748316"/>
            <a:ext cx="17516" cy="17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7" name="noise-dot-1115">
            <a:extLst xmlns:a="http://schemas.openxmlformats.org/drawingml/2006/main">
              <a:ext uri="{FF2B5EF4-FFF2-40B4-BE49-F238E27FC236}">
                <a16:creationId xmlns:a16="http://schemas.microsoft.com/office/drawing/2014/main" id="{E7E19051-C0C3-4F62-AC44-0D5A5857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39" y="2747963"/>
            <a:ext cx="16364" cy="16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8" name="noise-dot-1116">
            <a:extLst xmlns:a="http://schemas.openxmlformats.org/drawingml/2006/main">
              <a:ext uri="{FF2B5EF4-FFF2-40B4-BE49-F238E27FC236}">
                <a16:creationId xmlns:a16="http://schemas.microsoft.com/office/drawing/2014/main" id="{A3DBEDE1-9468-4BC3-8D9E-0F1D207E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542" y="3669287"/>
            <a:ext cx="15478" cy="15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9" name="noise-dot-1117">
            <a:extLst xmlns:a="http://schemas.openxmlformats.org/drawingml/2006/main">
              <a:ext uri="{FF2B5EF4-FFF2-40B4-BE49-F238E27FC236}">
                <a16:creationId xmlns:a16="http://schemas.microsoft.com/office/drawing/2014/main" id="{952AF950-BCDE-488B-89CD-90B35C88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82" y="2539841"/>
            <a:ext cx="24717" cy="24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0" name="noise-dot-1118">
            <a:extLst xmlns:a="http://schemas.openxmlformats.org/drawingml/2006/main">
              <a:ext uri="{FF2B5EF4-FFF2-40B4-BE49-F238E27FC236}">
                <a16:creationId xmlns:a16="http://schemas.microsoft.com/office/drawing/2014/main" id="{A476B93B-144F-4E64-B96D-AD44C7D1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938" y="2879198"/>
            <a:ext cx="22822" cy="22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1" name="noise-dot-1119">
            <a:extLst xmlns:a="http://schemas.openxmlformats.org/drawingml/2006/main">
              <a:ext uri="{FF2B5EF4-FFF2-40B4-BE49-F238E27FC236}">
                <a16:creationId xmlns:a16="http://schemas.microsoft.com/office/drawing/2014/main" id="{229F5D5F-07E8-4260-9F68-FF17BDC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484" y="2392194"/>
            <a:ext cx="23870" cy="23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2" name="noise-dot-1120">
            <a:extLst xmlns:a="http://schemas.openxmlformats.org/drawingml/2006/main">
              <a:ext uri="{FF2B5EF4-FFF2-40B4-BE49-F238E27FC236}">
                <a16:creationId xmlns:a16="http://schemas.microsoft.com/office/drawing/2014/main" id="{19C36A92-9131-4F38-A9D1-DABC50BF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95" y="2375887"/>
            <a:ext cx="30004" cy="30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3" name="noise-dot-1121">
            <a:extLst xmlns:a="http://schemas.openxmlformats.org/drawingml/2006/main">
              <a:ext uri="{FF2B5EF4-FFF2-40B4-BE49-F238E27FC236}">
                <a16:creationId xmlns:a16="http://schemas.microsoft.com/office/drawing/2014/main" id="{81B931C2-3738-4354-BA76-C70E8D11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66" y="2209933"/>
            <a:ext cx="30594" cy="30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4" name="noise-dot-1122">
            <a:extLst xmlns:a="http://schemas.openxmlformats.org/drawingml/2006/main">
              <a:ext uri="{FF2B5EF4-FFF2-40B4-BE49-F238E27FC236}">
                <a16:creationId xmlns:a16="http://schemas.microsoft.com/office/drawing/2014/main" id="{8A99CC8D-1DBE-413B-ADE1-080CEDB5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62" y="3635569"/>
            <a:ext cx="27413" cy="27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5" name="noise-dot-1123">
            <a:extLst xmlns:a="http://schemas.openxmlformats.org/drawingml/2006/main">
              <a:ext uri="{FF2B5EF4-FFF2-40B4-BE49-F238E27FC236}">
                <a16:creationId xmlns:a16="http://schemas.microsoft.com/office/drawing/2014/main" id="{CA574750-C550-41E1-870E-B1F47B8D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46" y="2420122"/>
            <a:ext cx="11963" cy="11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6" name="noise-dot-1124">
            <a:extLst xmlns:a="http://schemas.openxmlformats.org/drawingml/2006/main">
              <a:ext uri="{FF2B5EF4-FFF2-40B4-BE49-F238E27FC236}">
                <a16:creationId xmlns:a16="http://schemas.microsoft.com/office/drawing/2014/main" id="{229722AB-E073-4325-9D0B-8FD5C736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14" y="3619795"/>
            <a:ext cx="28327" cy="28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7" name="noise-dot-1125">
            <a:extLst xmlns:a="http://schemas.openxmlformats.org/drawingml/2006/main">
              <a:ext uri="{FF2B5EF4-FFF2-40B4-BE49-F238E27FC236}">
                <a16:creationId xmlns:a16="http://schemas.microsoft.com/office/drawing/2014/main" id="{A0CC83C9-9858-43A2-ACE8-5286D7B2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784" y="2524677"/>
            <a:ext cx="23527" cy="23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8" name="noise-dot-1126">
            <a:extLst xmlns:a="http://schemas.openxmlformats.org/drawingml/2006/main">
              <a:ext uri="{FF2B5EF4-FFF2-40B4-BE49-F238E27FC236}">
                <a16:creationId xmlns:a16="http://schemas.microsoft.com/office/drawing/2014/main" id="{0F346F0C-9A93-4850-A9BF-74C0002A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38" y="3656552"/>
            <a:ext cx="22431" cy="22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9" name="noise-dot-1127">
            <a:extLst xmlns:a="http://schemas.openxmlformats.org/drawingml/2006/main">
              <a:ext uri="{FF2B5EF4-FFF2-40B4-BE49-F238E27FC236}">
                <a16:creationId xmlns:a16="http://schemas.microsoft.com/office/drawing/2014/main" id="{5B9B99FB-001A-4B87-A96C-3B45463B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140" y="3118047"/>
            <a:ext cx="21203" cy="212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0" name="noise-dot-1128">
            <a:extLst xmlns:a="http://schemas.openxmlformats.org/drawingml/2006/main">
              <a:ext uri="{FF2B5EF4-FFF2-40B4-BE49-F238E27FC236}">
                <a16:creationId xmlns:a16="http://schemas.microsoft.com/office/drawing/2014/main" id="{52DE8E73-B9BB-4A32-828E-8F456B44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546" y="2304679"/>
            <a:ext cx="17536" cy="175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1" name="noise-dot-1129">
            <a:extLst xmlns:a="http://schemas.openxmlformats.org/drawingml/2006/main">
              <a:ext uri="{FF2B5EF4-FFF2-40B4-BE49-F238E27FC236}">
                <a16:creationId xmlns:a16="http://schemas.microsoft.com/office/drawing/2014/main" id="{417C0A13-FAD4-42EE-A93F-383123CB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865" y="2587657"/>
            <a:ext cx="16164" cy="16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2" name="noise-dot-1130">
            <a:extLst xmlns:a="http://schemas.openxmlformats.org/drawingml/2006/main">
              <a:ext uri="{FF2B5EF4-FFF2-40B4-BE49-F238E27FC236}">
                <a16:creationId xmlns:a16="http://schemas.microsoft.com/office/drawing/2014/main" id="{CCACDF02-BCF0-49C4-8FE1-3E7E919B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882" y="2398795"/>
            <a:ext cx="26994" cy="26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3" name="noise-dot-1131">
            <a:extLst xmlns:a="http://schemas.openxmlformats.org/drawingml/2006/main">
              <a:ext uri="{FF2B5EF4-FFF2-40B4-BE49-F238E27FC236}">
                <a16:creationId xmlns:a16="http://schemas.microsoft.com/office/drawing/2014/main" id="{98AA44D2-080B-4BA0-8D09-C646C07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68" y="2958455"/>
            <a:ext cx="19469" cy="19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4" name="noise-dot-1132">
            <a:extLst xmlns:a="http://schemas.openxmlformats.org/drawingml/2006/main">
              <a:ext uri="{FF2B5EF4-FFF2-40B4-BE49-F238E27FC236}">
                <a16:creationId xmlns:a16="http://schemas.microsoft.com/office/drawing/2014/main" id="{F0CE2F04-61BC-4B41-A84C-C8FD1A64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36" y="2146383"/>
            <a:ext cx="30347" cy="30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5" name="noise-dot-1133">
            <a:extLst xmlns:a="http://schemas.openxmlformats.org/drawingml/2006/main">
              <a:ext uri="{FF2B5EF4-FFF2-40B4-BE49-F238E27FC236}">
                <a16:creationId xmlns:a16="http://schemas.microsoft.com/office/drawing/2014/main" id="{EEAEBE87-321A-4BD0-97C2-F00495AF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778" y="2200237"/>
            <a:ext cx="15078" cy="15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6" name="noise-dot-1134">
            <a:extLst xmlns:a="http://schemas.openxmlformats.org/drawingml/2006/main">
              <a:ext uri="{FF2B5EF4-FFF2-40B4-BE49-F238E27FC236}">
                <a16:creationId xmlns:a16="http://schemas.microsoft.com/office/drawing/2014/main" id="{A1FCB64E-9C26-4561-9B83-C44881E3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64" y="3045162"/>
            <a:ext cx="11011" cy="11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7" name="noise-dot-1135">
            <a:extLst xmlns:a="http://schemas.openxmlformats.org/drawingml/2006/main">
              <a:ext uri="{FF2B5EF4-FFF2-40B4-BE49-F238E27FC236}">
                <a16:creationId xmlns:a16="http://schemas.microsoft.com/office/drawing/2014/main" id="{6B2F132A-122F-45AD-BA88-BB72118B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242" y="4029608"/>
            <a:ext cx="24698" cy="24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8" name="noise-dot-1136">
            <a:extLst xmlns:a="http://schemas.openxmlformats.org/drawingml/2006/main">
              <a:ext uri="{FF2B5EF4-FFF2-40B4-BE49-F238E27FC236}">
                <a16:creationId xmlns:a16="http://schemas.microsoft.com/office/drawing/2014/main" id="{43DAF72B-C273-41A7-8FF9-BF9E18FB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780" y="3599555"/>
            <a:ext cx="28165" cy="281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9" name="noise-dot-1137">
            <a:extLst xmlns:a="http://schemas.openxmlformats.org/drawingml/2006/main">
              <a:ext uri="{FF2B5EF4-FFF2-40B4-BE49-F238E27FC236}">
                <a16:creationId xmlns:a16="http://schemas.microsoft.com/office/drawing/2014/main" id="{2DBBBC7D-D64F-4ED9-AE1A-DA4E2366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330" y="2337121"/>
            <a:ext cx="11392" cy="11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0" name="noise-dot-1138">
            <a:extLst xmlns:a="http://schemas.openxmlformats.org/drawingml/2006/main">
              <a:ext uri="{FF2B5EF4-FFF2-40B4-BE49-F238E27FC236}">
                <a16:creationId xmlns:a16="http://schemas.microsoft.com/office/drawing/2014/main" id="{51376876-A5FF-48B6-A5D3-44DEF79F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121" y="3311995"/>
            <a:ext cx="20622" cy="20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1" name="noise-dot-1139">
            <a:extLst xmlns:a="http://schemas.openxmlformats.org/drawingml/2006/main">
              <a:ext uri="{FF2B5EF4-FFF2-40B4-BE49-F238E27FC236}">
                <a16:creationId xmlns:a16="http://schemas.microsoft.com/office/drawing/2014/main" id="{AC1A6592-C7E5-4C4D-A425-B6A2FAFA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81" y="4115067"/>
            <a:ext cx="32223" cy="322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2" name="noise-dot-1140">
            <a:extLst xmlns:a="http://schemas.openxmlformats.org/drawingml/2006/main">
              <a:ext uri="{FF2B5EF4-FFF2-40B4-BE49-F238E27FC236}">
                <a16:creationId xmlns:a16="http://schemas.microsoft.com/office/drawing/2014/main" id="{50041CF4-711B-4BCE-9305-DD1D6295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270" y="3046743"/>
            <a:ext cx="16050" cy="16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3" name="noise-dot-1141">
            <a:extLst xmlns:a="http://schemas.openxmlformats.org/drawingml/2006/main">
              <a:ext uri="{FF2B5EF4-FFF2-40B4-BE49-F238E27FC236}">
                <a16:creationId xmlns:a16="http://schemas.microsoft.com/office/drawing/2014/main" id="{2E0E6596-554A-4514-B33A-30D946C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27" y="3695033"/>
            <a:ext cx="26775" cy="26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4" name="noise-dot-1142">
            <a:extLst xmlns:a="http://schemas.openxmlformats.org/drawingml/2006/main">
              <a:ext uri="{FF2B5EF4-FFF2-40B4-BE49-F238E27FC236}">
                <a16:creationId xmlns:a16="http://schemas.microsoft.com/office/drawing/2014/main" id="{2E05BD9A-19E3-422A-8E13-977F275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84" y="4017540"/>
            <a:ext cx="19736" cy="19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5" name="noise-dot-1143">
            <a:extLst xmlns:a="http://schemas.openxmlformats.org/drawingml/2006/main">
              <a:ext uri="{FF2B5EF4-FFF2-40B4-BE49-F238E27FC236}">
                <a16:creationId xmlns:a16="http://schemas.microsoft.com/office/drawing/2014/main" id="{D10DB68F-1D13-466D-8CFD-49DC6B1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117" y="2903782"/>
            <a:ext cx="24384" cy="24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6" name="noise-dot-1144">
            <a:extLst xmlns:a="http://schemas.openxmlformats.org/drawingml/2006/main">
              <a:ext uri="{FF2B5EF4-FFF2-40B4-BE49-F238E27FC236}">
                <a16:creationId xmlns:a16="http://schemas.microsoft.com/office/drawing/2014/main" id="{21A6FFA3-05C3-4A26-88C5-2CA4DCB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848" y="4084034"/>
            <a:ext cx="19221" cy="19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7" name="noise-dot-1145">
            <a:extLst xmlns:a="http://schemas.openxmlformats.org/drawingml/2006/main">
              <a:ext uri="{FF2B5EF4-FFF2-40B4-BE49-F238E27FC236}">
                <a16:creationId xmlns:a16="http://schemas.microsoft.com/office/drawing/2014/main" id="{4524FC0B-DD3B-422D-A0C5-0994E286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52" y="3228194"/>
            <a:ext cx="16145" cy="16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8" name="noise-dot-1146">
            <a:extLst xmlns:a="http://schemas.openxmlformats.org/drawingml/2006/main">
              <a:ext uri="{FF2B5EF4-FFF2-40B4-BE49-F238E27FC236}">
                <a16:creationId xmlns:a16="http://schemas.microsoft.com/office/drawing/2014/main" id="{7FB70B5D-A5E5-4420-BBD0-37E7B40B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425" y="3507962"/>
            <a:ext cx="17002" cy="17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9" name="noise-dot-1147">
            <a:extLst xmlns:a="http://schemas.openxmlformats.org/drawingml/2006/main">
              <a:ext uri="{FF2B5EF4-FFF2-40B4-BE49-F238E27FC236}">
                <a16:creationId xmlns:a16="http://schemas.microsoft.com/office/drawing/2014/main" id="{C3C93B9C-F167-4ABB-B0B4-97918515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806" y="2122884"/>
            <a:ext cx="26137" cy="26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0" name="noise-dot-1148">
            <a:extLst xmlns:a="http://schemas.openxmlformats.org/drawingml/2006/main">
              <a:ext uri="{FF2B5EF4-FFF2-40B4-BE49-F238E27FC236}">
                <a16:creationId xmlns:a16="http://schemas.microsoft.com/office/drawing/2014/main" id="{CCD492AA-3CB8-451E-AD01-CCAD184A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83" y="2860834"/>
            <a:ext cx="26594" cy="26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1" name="noise-dot-1149">
            <a:extLst xmlns:a="http://schemas.openxmlformats.org/drawingml/2006/main">
              <a:ext uri="{FF2B5EF4-FFF2-40B4-BE49-F238E27FC236}">
                <a16:creationId xmlns:a16="http://schemas.microsoft.com/office/drawing/2014/main" id="{BF30E32F-CDBD-4ABC-84A7-8D9B699C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622" y="2338273"/>
            <a:ext cx="11725" cy="11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2" name="noise-dot-1150">
            <a:extLst xmlns:a="http://schemas.openxmlformats.org/drawingml/2006/main">
              <a:ext uri="{FF2B5EF4-FFF2-40B4-BE49-F238E27FC236}">
                <a16:creationId xmlns:a16="http://schemas.microsoft.com/office/drawing/2014/main" id="{EBAFBEBE-7A28-4A8A-892A-BBB0328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09" y="3494027"/>
            <a:ext cx="25660" cy="25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3" name="noise-dot-1151">
            <a:extLst xmlns:a="http://schemas.openxmlformats.org/drawingml/2006/main">
              <a:ext uri="{FF2B5EF4-FFF2-40B4-BE49-F238E27FC236}">
                <a16:creationId xmlns:a16="http://schemas.microsoft.com/office/drawing/2014/main" id="{84F7B7A3-6AC2-4CDD-A41B-1511D508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023" y="2602325"/>
            <a:ext cx="32633" cy="326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4" name="noise-dot-1152">
            <a:extLst xmlns:a="http://schemas.openxmlformats.org/drawingml/2006/main">
              <a:ext uri="{FF2B5EF4-FFF2-40B4-BE49-F238E27FC236}">
                <a16:creationId xmlns:a16="http://schemas.microsoft.com/office/drawing/2014/main" id="{BE734CC6-1C53-455D-A715-F796893B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70" y="2890971"/>
            <a:ext cx="13497" cy="13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5" name="noise-dot-1153">
            <a:extLst xmlns:a="http://schemas.openxmlformats.org/drawingml/2006/main">
              <a:ext uri="{FF2B5EF4-FFF2-40B4-BE49-F238E27FC236}">
                <a16:creationId xmlns:a16="http://schemas.microsoft.com/office/drawing/2014/main" id="{0FF2E202-6528-45B3-8BA8-6C2378D3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00" y="2150678"/>
            <a:ext cx="18107" cy="18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6" name="noise-dot-1154">
            <a:extLst xmlns:a="http://schemas.openxmlformats.org/drawingml/2006/main">
              <a:ext uri="{FF2B5EF4-FFF2-40B4-BE49-F238E27FC236}">
                <a16:creationId xmlns:a16="http://schemas.microsoft.com/office/drawing/2014/main" id="{550093BA-04D4-4AE6-9686-C7A5E2D6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91" y="3111894"/>
            <a:ext cx="21269" cy="21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7" name="noise-dot-1155">
            <a:extLst xmlns:a="http://schemas.openxmlformats.org/drawingml/2006/main">
              <a:ext uri="{FF2B5EF4-FFF2-40B4-BE49-F238E27FC236}">
                <a16:creationId xmlns:a16="http://schemas.microsoft.com/office/drawing/2014/main" id="{D07F2956-FE01-4B76-8BA0-B476EA18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86" y="4087473"/>
            <a:ext cx="21460" cy="21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8" name="noise-dot-1156">
            <a:extLst xmlns:a="http://schemas.openxmlformats.org/drawingml/2006/main">
              <a:ext uri="{FF2B5EF4-FFF2-40B4-BE49-F238E27FC236}">
                <a16:creationId xmlns:a16="http://schemas.microsoft.com/office/drawing/2014/main" id="{F18D094D-9CB8-4B50-A6CB-E34334A6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74" y="3089815"/>
            <a:ext cx="26699" cy="26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9" name="noise-dot-1157">
            <a:extLst xmlns:a="http://schemas.openxmlformats.org/drawingml/2006/main">
              <a:ext uri="{FF2B5EF4-FFF2-40B4-BE49-F238E27FC236}">
                <a16:creationId xmlns:a16="http://schemas.microsoft.com/office/drawing/2014/main" id="{8CD3F6BF-C4FC-4150-B2C4-693263AB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708" y="4122544"/>
            <a:ext cx="23679" cy="23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0" name="noise-dot-1158">
            <a:extLst xmlns:a="http://schemas.openxmlformats.org/drawingml/2006/main">
              <a:ext uri="{FF2B5EF4-FFF2-40B4-BE49-F238E27FC236}">
                <a16:creationId xmlns:a16="http://schemas.microsoft.com/office/drawing/2014/main" id="{D9781D36-D9D3-45AD-A735-C01B5C8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02" y="2871140"/>
            <a:ext cx="23755" cy="23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1" name="noise-dot-1159">
            <a:extLst xmlns:a="http://schemas.openxmlformats.org/drawingml/2006/main">
              <a:ext uri="{FF2B5EF4-FFF2-40B4-BE49-F238E27FC236}">
                <a16:creationId xmlns:a16="http://schemas.microsoft.com/office/drawing/2014/main" id="{A3509972-1B5A-4440-817E-CBC54DEB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561" y="2517981"/>
            <a:ext cx="23193" cy="23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2" name="noise-dot-1160">
            <a:extLst xmlns:a="http://schemas.openxmlformats.org/drawingml/2006/main">
              <a:ext uri="{FF2B5EF4-FFF2-40B4-BE49-F238E27FC236}">
                <a16:creationId xmlns:a16="http://schemas.microsoft.com/office/drawing/2014/main" id="{AC899C55-45EA-40E8-B1FE-46BAB9E8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489" y="3429524"/>
            <a:ext cx="25632" cy="25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3" name="noise-dot-1161">
            <a:extLst xmlns:a="http://schemas.openxmlformats.org/drawingml/2006/main">
              <a:ext uri="{FF2B5EF4-FFF2-40B4-BE49-F238E27FC236}">
                <a16:creationId xmlns:a16="http://schemas.microsoft.com/office/drawing/2014/main" id="{2805C58A-FA39-4DEC-BA9A-2CF05E6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83" y="3943131"/>
            <a:ext cx="22803" cy="22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4" name="noise-dot-1162">
            <a:extLst xmlns:a="http://schemas.openxmlformats.org/drawingml/2006/main">
              <a:ext uri="{FF2B5EF4-FFF2-40B4-BE49-F238E27FC236}">
                <a16:creationId xmlns:a16="http://schemas.microsoft.com/office/drawing/2014/main" id="{8E9A91B6-8818-4D82-A52F-76CBF93A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29" y="2443229"/>
            <a:ext cx="16754" cy="167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5" name="noise-dot-1163">
            <a:extLst xmlns:a="http://schemas.openxmlformats.org/drawingml/2006/main">
              <a:ext uri="{FF2B5EF4-FFF2-40B4-BE49-F238E27FC236}">
                <a16:creationId xmlns:a16="http://schemas.microsoft.com/office/drawing/2014/main" id="{C75B9281-49E2-46D4-8E8D-C3B961A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02" y="3207010"/>
            <a:ext cx="29823" cy="29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6" name="noise-dot-1164">
            <a:extLst xmlns:a="http://schemas.openxmlformats.org/drawingml/2006/main">
              <a:ext uri="{FF2B5EF4-FFF2-40B4-BE49-F238E27FC236}">
                <a16:creationId xmlns:a16="http://schemas.microsoft.com/office/drawing/2014/main" id="{14E0E3B8-5498-402E-A945-AC754672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0" y="2922746"/>
            <a:ext cx="16897" cy="16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7" name="noise-dot-1165">
            <a:extLst xmlns:a="http://schemas.openxmlformats.org/drawingml/2006/main">
              <a:ext uri="{FF2B5EF4-FFF2-40B4-BE49-F238E27FC236}">
                <a16:creationId xmlns:a16="http://schemas.microsoft.com/office/drawing/2014/main" id="{45BABC6B-FF45-4CB7-9477-B6625F98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339" y="4122039"/>
            <a:ext cx="28918" cy="28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8" name="noise-dot-1166">
            <a:extLst xmlns:a="http://schemas.openxmlformats.org/drawingml/2006/main">
              <a:ext uri="{FF2B5EF4-FFF2-40B4-BE49-F238E27FC236}">
                <a16:creationId xmlns:a16="http://schemas.microsoft.com/office/drawing/2014/main" id="{FE8823DE-1E27-47C8-87A0-DAB07C0E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48" y="3500476"/>
            <a:ext cx="20965" cy="20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9" name="noise-dot-1167">
            <a:extLst xmlns:a="http://schemas.openxmlformats.org/drawingml/2006/main">
              <a:ext uri="{FF2B5EF4-FFF2-40B4-BE49-F238E27FC236}">
                <a16:creationId xmlns:a16="http://schemas.microsoft.com/office/drawing/2014/main" id="{1601B0A0-A293-41BC-9E20-FCBFC424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54" y="3078899"/>
            <a:ext cx="30985" cy="30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0" name="noise-dot-1168">
            <a:extLst xmlns:a="http://schemas.openxmlformats.org/drawingml/2006/main">
              <a:ext uri="{FF2B5EF4-FFF2-40B4-BE49-F238E27FC236}">
                <a16:creationId xmlns:a16="http://schemas.microsoft.com/office/drawing/2014/main" id="{B9C6ED0D-CD34-4664-B657-39A960DE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986" y="4068556"/>
            <a:ext cx="27584" cy="27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1" name="noise-dot-1169">
            <a:extLst xmlns:a="http://schemas.openxmlformats.org/drawingml/2006/main">
              <a:ext uri="{FF2B5EF4-FFF2-40B4-BE49-F238E27FC236}">
                <a16:creationId xmlns:a16="http://schemas.microsoft.com/office/drawing/2014/main" id="{2ED2C055-C64C-423B-885A-FFA28001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93" y="2304240"/>
            <a:ext cx="23879" cy="23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2" name="noise-dot-1170">
            <a:extLst xmlns:a="http://schemas.openxmlformats.org/drawingml/2006/main">
              <a:ext uri="{FF2B5EF4-FFF2-40B4-BE49-F238E27FC236}">
                <a16:creationId xmlns:a16="http://schemas.microsoft.com/office/drawing/2014/main" id="{99615B17-AC1B-468A-8F06-46C45BD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00" y="2466861"/>
            <a:ext cx="26403" cy="264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3" name="noise-dot-1171">
            <a:extLst xmlns:a="http://schemas.openxmlformats.org/drawingml/2006/main">
              <a:ext uri="{FF2B5EF4-FFF2-40B4-BE49-F238E27FC236}">
                <a16:creationId xmlns:a16="http://schemas.microsoft.com/office/drawing/2014/main" id="{212734A3-C2DA-4E9B-A5F9-CED22E70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84" y="3397377"/>
            <a:ext cx="19060" cy="1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4" name="noise-dot-1172">
            <a:extLst xmlns:a="http://schemas.openxmlformats.org/drawingml/2006/main">
              <a:ext uri="{FF2B5EF4-FFF2-40B4-BE49-F238E27FC236}">
                <a16:creationId xmlns:a16="http://schemas.microsoft.com/office/drawing/2014/main" id="{4E09996D-80EC-4D5E-B7A6-C91D7ECC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91" y="3157290"/>
            <a:ext cx="30994" cy="30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5" name="noise-dot-1173">
            <a:extLst xmlns:a="http://schemas.openxmlformats.org/drawingml/2006/main">
              <a:ext uri="{FF2B5EF4-FFF2-40B4-BE49-F238E27FC236}">
                <a16:creationId xmlns:a16="http://schemas.microsoft.com/office/drawing/2014/main" id="{5624F0BA-5BFB-49C9-90A7-840E740C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647" y="2202180"/>
            <a:ext cx="13535" cy="13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6" name="noise-dot-1174">
            <a:extLst xmlns:a="http://schemas.openxmlformats.org/drawingml/2006/main">
              <a:ext uri="{FF2B5EF4-FFF2-40B4-BE49-F238E27FC236}">
                <a16:creationId xmlns:a16="http://schemas.microsoft.com/office/drawing/2014/main" id="{A8281E36-6637-42AB-B050-23590CF4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35" y="2253244"/>
            <a:ext cx="29613" cy="29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7" name="noise-dot-1175">
            <a:extLst xmlns:a="http://schemas.openxmlformats.org/drawingml/2006/main">
              <a:ext uri="{FF2B5EF4-FFF2-40B4-BE49-F238E27FC236}">
                <a16:creationId xmlns:a16="http://schemas.microsoft.com/office/drawing/2014/main" id="{5E3C1749-D4FB-4B1D-9468-2594370B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023" y="3942750"/>
            <a:ext cx="31042" cy="31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8" name="noise-dot-1176">
            <a:extLst xmlns:a="http://schemas.openxmlformats.org/drawingml/2006/main">
              <a:ext uri="{FF2B5EF4-FFF2-40B4-BE49-F238E27FC236}">
                <a16:creationId xmlns:a16="http://schemas.microsoft.com/office/drawing/2014/main" id="{47D941C3-3096-4809-88BA-5703BF63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96" y="3926348"/>
            <a:ext cx="11630" cy="11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9" name="noise-dot-1177">
            <a:extLst xmlns:a="http://schemas.openxmlformats.org/drawingml/2006/main">
              <a:ext uri="{FF2B5EF4-FFF2-40B4-BE49-F238E27FC236}">
                <a16:creationId xmlns:a16="http://schemas.microsoft.com/office/drawing/2014/main" id="{EF609CCF-27A0-45AA-AC25-EB6A4F0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490" y="3605298"/>
            <a:ext cx="18917" cy="18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0" name="noise-dot-1178">
            <a:extLst xmlns:a="http://schemas.openxmlformats.org/drawingml/2006/main">
              <a:ext uri="{FF2B5EF4-FFF2-40B4-BE49-F238E27FC236}">
                <a16:creationId xmlns:a16="http://schemas.microsoft.com/office/drawing/2014/main" id="{AD17EDDE-0303-4EF7-BD5D-8232717E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50" y="2662628"/>
            <a:ext cx="27461" cy="27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1" name="noise-dot-1179">
            <a:extLst xmlns:a="http://schemas.openxmlformats.org/drawingml/2006/main">
              <a:ext uri="{FF2B5EF4-FFF2-40B4-BE49-F238E27FC236}">
                <a16:creationId xmlns:a16="http://schemas.microsoft.com/office/drawing/2014/main" id="{BD977987-4B87-4131-89D3-19EE307D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37" y="3994699"/>
            <a:ext cx="26022" cy="26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2" name="noise-dot-1180">
            <a:extLst xmlns:a="http://schemas.openxmlformats.org/drawingml/2006/main">
              <a:ext uri="{FF2B5EF4-FFF2-40B4-BE49-F238E27FC236}">
                <a16:creationId xmlns:a16="http://schemas.microsoft.com/office/drawing/2014/main" id="{457E96D5-8A0E-4C15-86AD-41076CCD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62" y="3381156"/>
            <a:ext cx="29089" cy="290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3" name="noise-dot-1181">
            <a:extLst xmlns:a="http://schemas.openxmlformats.org/drawingml/2006/main">
              <a:ext uri="{FF2B5EF4-FFF2-40B4-BE49-F238E27FC236}">
                <a16:creationId xmlns:a16="http://schemas.microsoft.com/office/drawing/2014/main" id="{F10A5FE8-59D9-485E-B778-9D8EA26F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627" y="3158995"/>
            <a:ext cx="16221" cy="16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4" name="noise-dot-1182">
            <a:extLst xmlns:a="http://schemas.openxmlformats.org/drawingml/2006/main">
              <a:ext uri="{FF2B5EF4-FFF2-40B4-BE49-F238E27FC236}">
                <a16:creationId xmlns:a16="http://schemas.microsoft.com/office/drawing/2014/main" id="{846929D6-D2B8-44E6-A6FA-F5966115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68" y="3211135"/>
            <a:ext cx="12573" cy="12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5" name="noise-dot-1183">
            <a:extLst xmlns:a="http://schemas.openxmlformats.org/drawingml/2006/main">
              <a:ext uri="{FF2B5EF4-FFF2-40B4-BE49-F238E27FC236}">
                <a16:creationId xmlns:a16="http://schemas.microsoft.com/office/drawing/2014/main" id="{E72D75DD-F89B-4C66-974C-8C892FD4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73" y="3826278"/>
            <a:ext cx="13211" cy="132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6" name="noise-dot-1184">
            <a:extLst xmlns:a="http://schemas.openxmlformats.org/drawingml/2006/main">
              <a:ext uri="{FF2B5EF4-FFF2-40B4-BE49-F238E27FC236}">
                <a16:creationId xmlns:a16="http://schemas.microsoft.com/office/drawing/2014/main" id="{46AF08A4-AF5E-4722-B60C-98460E45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6" y="2608307"/>
            <a:ext cx="26889" cy="26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7" name="noise-dot-1185">
            <a:extLst xmlns:a="http://schemas.openxmlformats.org/drawingml/2006/main">
              <a:ext uri="{FF2B5EF4-FFF2-40B4-BE49-F238E27FC236}">
                <a16:creationId xmlns:a16="http://schemas.microsoft.com/office/drawing/2014/main" id="{DA104E8C-6F1B-457B-9265-999266F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80" y="3168539"/>
            <a:ext cx="24213" cy="242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8" name="noise-dot-1186">
            <a:extLst xmlns:a="http://schemas.openxmlformats.org/drawingml/2006/main">
              <a:ext uri="{FF2B5EF4-FFF2-40B4-BE49-F238E27FC236}">
                <a16:creationId xmlns:a16="http://schemas.microsoft.com/office/drawing/2014/main" id="{429CF7FA-DA0E-4FE2-BEB7-562DEA9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444" y="2528792"/>
            <a:ext cx="17383" cy="173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9" name="noise-dot-1187">
            <a:extLst xmlns:a="http://schemas.openxmlformats.org/drawingml/2006/main">
              <a:ext uri="{FF2B5EF4-FFF2-40B4-BE49-F238E27FC236}">
                <a16:creationId xmlns:a16="http://schemas.microsoft.com/office/drawing/2014/main" id="{1AF6F0F3-8FD2-4B25-9671-941DD7CB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10" y="3779539"/>
            <a:ext cx="27308" cy="27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0" name="noise-dot-1188">
            <a:extLst xmlns:a="http://schemas.openxmlformats.org/drawingml/2006/main">
              <a:ext uri="{FF2B5EF4-FFF2-40B4-BE49-F238E27FC236}">
                <a16:creationId xmlns:a16="http://schemas.microsoft.com/office/drawing/2014/main" id="{82935A7D-5E7E-4331-A2B4-45340F9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536" y="3452241"/>
            <a:ext cx="16440" cy="16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1" name="noise-dot-1189">
            <a:extLst xmlns:a="http://schemas.openxmlformats.org/drawingml/2006/main">
              <a:ext uri="{FF2B5EF4-FFF2-40B4-BE49-F238E27FC236}">
                <a16:creationId xmlns:a16="http://schemas.microsoft.com/office/drawing/2014/main" id="{2331A826-97E2-4344-9CDB-EBA8CBD2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37" y="2558272"/>
            <a:ext cx="31842" cy="31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2" name="noise-dot-1190">
            <a:extLst xmlns:a="http://schemas.openxmlformats.org/drawingml/2006/main">
              <a:ext uri="{FF2B5EF4-FFF2-40B4-BE49-F238E27FC236}">
                <a16:creationId xmlns:a16="http://schemas.microsoft.com/office/drawing/2014/main" id="{6274C425-6F81-46A4-830B-760E686A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98" y="3569589"/>
            <a:ext cx="22974" cy="22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3" name="noise-dot-1191">
            <a:extLst xmlns:a="http://schemas.openxmlformats.org/drawingml/2006/main">
              <a:ext uri="{FF2B5EF4-FFF2-40B4-BE49-F238E27FC236}">
                <a16:creationId xmlns:a16="http://schemas.microsoft.com/office/drawing/2014/main" id="{BEAA66BD-09C4-4635-BB31-8EAAE04A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68" y="2586752"/>
            <a:ext cx="29480" cy="2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4" name="noise-dot-1192">
            <a:extLst xmlns:a="http://schemas.openxmlformats.org/drawingml/2006/main">
              <a:ext uri="{FF2B5EF4-FFF2-40B4-BE49-F238E27FC236}">
                <a16:creationId xmlns:a16="http://schemas.microsoft.com/office/drawing/2014/main" id="{975648C6-FF42-4867-9B24-709CC0F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19" y="2793482"/>
            <a:ext cx="19164" cy="19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5" name="noise-dot-1193">
            <a:extLst xmlns:a="http://schemas.openxmlformats.org/drawingml/2006/main">
              <a:ext uri="{FF2B5EF4-FFF2-40B4-BE49-F238E27FC236}">
                <a16:creationId xmlns:a16="http://schemas.microsoft.com/office/drawing/2014/main" id="{DFBB522D-6AA1-4AA8-85F8-D22BF38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647" y="2520210"/>
            <a:ext cx="25956" cy="25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6" name="noise-dot-1194">
            <a:extLst xmlns:a="http://schemas.openxmlformats.org/drawingml/2006/main">
              <a:ext uri="{FF2B5EF4-FFF2-40B4-BE49-F238E27FC236}">
                <a16:creationId xmlns:a16="http://schemas.microsoft.com/office/drawing/2014/main" id="{9E2B48D5-0D80-433F-9D9D-DA23E9DD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0" y="2572493"/>
            <a:ext cx="22746" cy="22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7" name="noise-dot-1195">
            <a:extLst xmlns:a="http://schemas.openxmlformats.org/drawingml/2006/main">
              <a:ext uri="{FF2B5EF4-FFF2-40B4-BE49-F238E27FC236}">
                <a16:creationId xmlns:a16="http://schemas.microsoft.com/office/drawing/2014/main" id="{3693AE89-85D8-4403-B3C4-27FCD28C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408" y="3914327"/>
            <a:ext cx="13716" cy="13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8" name="noise-dot-1196">
            <a:extLst xmlns:a="http://schemas.openxmlformats.org/drawingml/2006/main">
              <a:ext uri="{FF2B5EF4-FFF2-40B4-BE49-F238E27FC236}">
                <a16:creationId xmlns:a16="http://schemas.microsoft.com/office/drawing/2014/main" id="{122E6D5C-FA3C-4104-ACEE-B4B20F5C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463" y="3981126"/>
            <a:ext cx="26984" cy="26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9" name="noise-dot-1197">
            <a:extLst xmlns:a="http://schemas.openxmlformats.org/drawingml/2006/main">
              <a:ext uri="{FF2B5EF4-FFF2-40B4-BE49-F238E27FC236}">
                <a16:creationId xmlns:a16="http://schemas.microsoft.com/office/drawing/2014/main" id="{1A33F1A9-A721-414D-9AC8-11400950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86" y="2930261"/>
            <a:ext cx="22279" cy="22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0" name="noise-dot-1198">
            <a:extLst xmlns:a="http://schemas.openxmlformats.org/drawingml/2006/main">
              <a:ext uri="{FF2B5EF4-FFF2-40B4-BE49-F238E27FC236}">
                <a16:creationId xmlns:a16="http://schemas.microsoft.com/office/drawing/2014/main" id="{98D8510B-F2C2-41A7-B6D3-F0ADA3A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11" y="3755412"/>
            <a:ext cx="16021" cy="16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1" name="noise-dot-1199">
            <a:extLst xmlns:a="http://schemas.openxmlformats.org/drawingml/2006/main">
              <a:ext uri="{FF2B5EF4-FFF2-40B4-BE49-F238E27FC236}">
                <a16:creationId xmlns:a16="http://schemas.microsoft.com/office/drawing/2014/main" id="{37683E1D-D6B5-4191-A6B4-EF7D7F8D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604" y="3404064"/>
            <a:ext cx="29851" cy="29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2" name="noise-dot-1200">
            <a:extLst xmlns:a="http://schemas.openxmlformats.org/drawingml/2006/main">
              <a:ext uri="{FF2B5EF4-FFF2-40B4-BE49-F238E27FC236}">
                <a16:creationId xmlns:a16="http://schemas.microsoft.com/office/drawing/2014/main" id="{E7F9B8FD-DA32-416D-8EAA-EB9109B5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96" y="2838069"/>
            <a:ext cx="12249" cy="12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3" name="noise-dot-1201">
            <a:extLst xmlns:a="http://schemas.openxmlformats.org/drawingml/2006/main">
              <a:ext uri="{FF2B5EF4-FFF2-40B4-BE49-F238E27FC236}">
                <a16:creationId xmlns:a16="http://schemas.microsoft.com/office/drawing/2014/main" id="{FE3CF8A1-6B44-43AA-97C7-786B5383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356" y="2620099"/>
            <a:ext cx="23755" cy="23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4" name="noise-dot-1202">
            <a:extLst xmlns:a="http://schemas.openxmlformats.org/drawingml/2006/main">
              <a:ext uri="{FF2B5EF4-FFF2-40B4-BE49-F238E27FC236}">
                <a16:creationId xmlns:a16="http://schemas.microsoft.com/office/drawing/2014/main" id="{D8ED936C-8737-46B2-871A-FA43373A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97" y="3539376"/>
            <a:ext cx="21831" cy="2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5" name="noise-dot-1203">
            <a:extLst xmlns:a="http://schemas.openxmlformats.org/drawingml/2006/main">
              <a:ext uri="{FF2B5EF4-FFF2-40B4-BE49-F238E27FC236}">
                <a16:creationId xmlns:a16="http://schemas.microsoft.com/office/drawing/2014/main" id="{C28559D1-952B-49DE-AAA0-57E8D62E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28" y="2393509"/>
            <a:ext cx="32290" cy="32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6" name="noise-dot-1204">
            <a:extLst xmlns:a="http://schemas.openxmlformats.org/drawingml/2006/main">
              <a:ext uri="{FF2B5EF4-FFF2-40B4-BE49-F238E27FC236}">
                <a16:creationId xmlns:a16="http://schemas.microsoft.com/office/drawing/2014/main" id="{4F0204C2-9AEC-4DF8-80B3-D5360B5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53" y="3070060"/>
            <a:ext cx="12859" cy="12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7" name="noise-dot-1205">
            <a:extLst xmlns:a="http://schemas.openxmlformats.org/drawingml/2006/main">
              <a:ext uri="{FF2B5EF4-FFF2-40B4-BE49-F238E27FC236}">
                <a16:creationId xmlns:a16="http://schemas.microsoft.com/office/drawing/2014/main" id="{2C4F798B-7E4B-44DC-BFE5-3575919A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627" y="2418340"/>
            <a:ext cx="29689" cy="296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8" name="noise-dot-1206">
            <a:extLst xmlns:a="http://schemas.openxmlformats.org/drawingml/2006/main">
              <a:ext uri="{FF2B5EF4-FFF2-40B4-BE49-F238E27FC236}">
                <a16:creationId xmlns:a16="http://schemas.microsoft.com/office/drawing/2014/main" id="{CACB8195-18A5-43D6-A591-0E74AD2F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41" y="2297059"/>
            <a:ext cx="15411" cy="15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9" name="noise-dot-1207">
            <a:extLst xmlns:a="http://schemas.openxmlformats.org/drawingml/2006/main">
              <a:ext uri="{FF2B5EF4-FFF2-40B4-BE49-F238E27FC236}">
                <a16:creationId xmlns:a16="http://schemas.microsoft.com/office/drawing/2014/main" id="{CE871A99-2078-401A-B9AC-1CD2DE4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82" y="3926119"/>
            <a:ext cx="29070" cy="2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0" name="noise-dot-1208">
            <a:extLst xmlns:a="http://schemas.openxmlformats.org/drawingml/2006/main">
              <a:ext uri="{FF2B5EF4-FFF2-40B4-BE49-F238E27FC236}">
                <a16:creationId xmlns:a16="http://schemas.microsoft.com/office/drawing/2014/main" id="{4CFC253F-69A7-41E5-B9C6-C77D270C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40" y="3137716"/>
            <a:ext cx="11735" cy="11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1" name="noise-dot-1209">
            <a:extLst xmlns:a="http://schemas.openxmlformats.org/drawingml/2006/main">
              <a:ext uri="{FF2B5EF4-FFF2-40B4-BE49-F238E27FC236}">
                <a16:creationId xmlns:a16="http://schemas.microsoft.com/office/drawing/2014/main" id="{648BC574-C6B5-446D-A9A3-397E8344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69" y="2408796"/>
            <a:ext cx="30661" cy="30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2" name="noise-dot-1210">
            <a:extLst xmlns:a="http://schemas.openxmlformats.org/drawingml/2006/main">
              <a:ext uri="{FF2B5EF4-FFF2-40B4-BE49-F238E27FC236}">
                <a16:creationId xmlns:a16="http://schemas.microsoft.com/office/drawing/2014/main" id="{9392427E-F605-4020-8B7A-F76468BA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12" y="3934216"/>
            <a:ext cx="16964" cy="169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3" name="noise-dot-1211">
            <a:extLst xmlns:a="http://schemas.openxmlformats.org/drawingml/2006/main">
              <a:ext uri="{FF2B5EF4-FFF2-40B4-BE49-F238E27FC236}">
                <a16:creationId xmlns:a16="http://schemas.microsoft.com/office/drawing/2014/main" id="{2F40DFAF-E8C8-42B9-99ED-CD94CD22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466" y="2738114"/>
            <a:ext cx="13040" cy="1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4" name="noise-dot-1212">
            <a:extLst xmlns:a="http://schemas.openxmlformats.org/drawingml/2006/main">
              <a:ext uri="{FF2B5EF4-FFF2-40B4-BE49-F238E27FC236}">
                <a16:creationId xmlns:a16="http://schemas.microsoft.com/office/drawing/2014/main" id="{185A9C2F-015F-471B-9B2A-EAC67EA3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806" y="4023160"/>
            <a:ext cx="12630" cy="12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5" name="noise-dot-1213">
            <a:extLst xmlns:a="http://schemas.openxmlformats.org/drawingml/2006/main">
              <a:ext uri="{FF2B5EF4-FFF2-40B4-BE49-F238E27FC236}">
                <a16:creationId xmlns:a16="http://schemas.microsoft.com/office/drawing/2014/main" id="{7BE9359C-CD2B-4A69-9AA4-2F947F6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17" y="2654922"/>
            <a:ext cx="22193" cy="22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6" name="noise-dot-1214">
            <a:extLst xmlns:a="http://schemas.openxmlformats.org/drawingml/2006/main">
              <a:ext uri="{FF2B5EF4-FFF2-40B4-BE49-F238E27FC236}">
                <a16:creationId xmlns:a16="http://schemas.microsoft.com/office/drawing/2014/main" id="{66937846-AE83-4DD4-B43D-6D0818D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924" y="3100016"/>
            <a:ext cx="17593" cy="17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7" name="noise-dot-1215">
            <a:extLst xmlns:a="http://schemas.openxmlformats.org/drawingml/2006/main">
              <a:ext uri="{FF2B5EF4-FFF2-40B4-BE49-F238E27FC236}">
                <a16:creationId xmlns:a16="http://schemas.microsoft.com/office/drawing/2014/main" id="{E39527A5-5F17-4DBE-BFA9-512BEDD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49" y="3654266"/>
            <a:ext cx="30013" cy="3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8" name="noise-dot-1216">
            <a:extLst xmlns:a="http://schemas.openxmlformats.org/drawingml/2006/main">
              <a:ext uri="{FF2B5EF4-FFF2-40B4-BE49-F238E27FC236}">
                <a16:creationId xmlns:a16="http://schemas.microsoft.com/office/drawing/2014/main" id="{DC2FB15D-EC18-40A9-9B1D-325C07C8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93" y="4061127"/>
            <a:ext cx="17697" cy="176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9" name="noise-dot-1217">
            <a:extLst xmlns:a="http://schemas.openxmlformats.org/drawingml/2006/main">
              <a:ext uri="{FF2B5EF4-FFF2-40B4-BE49-F238E27FC236}">
                <a16:creationId xmlns:a16="http://schemas.microsoft.com/office/drawing/2014/main" id="{0D5072FE-387E-4F71-B228-90810418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431" y="3145803"/>
            <a:ext cx="17764" cy="17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0" name="noise-dot-1218">
            <a:extLst xmlns:a="http://schemas.openxmlformats.org/drawingml/2006/main">
              <a:ext uri="{FF2B5EF4-FFF2-40B4-BE49-F238E27FC236}">
                <a16:creationId xmlns:a16="http://schemas.microsoft.com/office/drawing/2014/main" id="{3BD26A47-439D-4783-96FA-3E5D58E4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238" y="3428209"/>
            <a:ext cx="31271" cy="312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1" name="noise-dot-1219">
            <a:extLst xmlns:a="http://schemas.openxmlformats.org/drawingml/2006/main">
              <a:ext uri="{FF2B5EF4-FFF2-40B4-BE49-F238E27FC236}">
                <a16:creationId xmlns:a16="http://schemas.microsoft.com/office/drawing/2014/main" id="{122AA4F6-A753-46B6-ABCB-F3AE347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743" y="3940988"/>
            <a:ext cx="27413" cy="27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2" name="noise-dot-1220">
            <a:extLst xmlns:a="http://schemas.openxmlformats.org/drawingml/2006/main">
              <a:ext uri="{FF2B5EF4-FFF2-40B4-BE49-F238E27FC236}">
                <a16:creationId xmlns:a16="http://schemas.microsoft.com/office/drawing/2014/main" id="{3B6CD523-C561-42CA-BC4B-B442DB1D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27" y="3901954"/>
            <a:ext cx="30175" cy="30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3" name="noise-dot-1221">
            <a:extLst xmlns:a="http://schemas.openxmlformats.org/drawingml/2006/main">
              <a:ext uri="{FF2B5EF4-FFF2-40B4-BE49-F238E27FC236}">
                <a16:creationId xmlns:a16="http://schemas.microsoft.com/office/drawing/2014/main" id="{43A17AEB-BA6C-4B18-ADDF-C62EDDA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857" y="2851156"/>
            <a:ext cx="32318" cy="32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4" name="noise-dot-1222">
            <a:extLst xmlns:a="http://schemas.openxmlformats.org/drawingml/2006/main">
              <a:ext uri="{FF2B5EF4-FFF2-40B4-BE49-F238E27FC236}">
                <a16:creationId xmlns:a16="http://schemas.microsoft.com/office/drawing/2014/main" id="{732C6ABB-38AF-407A-AFFB-C65B57D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302" y="2159022"/>
            <a:ext cx="31328" cy="31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5" name="noise-dot-1223">
            <a:extLst xmlns:a="http://schemas.openxmlformats.org/drawingml/2006/main">
              <a:ext uri="{FF2B5EF4-FFF2-40B4-BE49-F238E27FC236}">
                <a16:creationId xmlns:a16="http://schemas.microsoft.com/office/drawing/2014/main" id="{C41F76C5-29D3-4502-8EE4-4256D3E7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235" y="2558510"/>
            <a:ext cx="16650" cy="16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6" name="noise-dot-1224">
            <a:extLst xmlns:a="http://schemas.openxmlformats.org/drawingml/2006/main">
              <a:ext uri="{FF2B5EF4-FFF2-40B4-BE49-F238E27FC236}">
                <a16:creationId xmlns:a16="http://schemas.microsoft.com/office/drawing/2014/main" id="{BF4171DF-4F84-4EEE-87EE-B380F1A2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00" y="3375069"/>
            <a:ext cx="19326" cy="193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7" name="noise-dot-1225">
            <a:extLst xmlns:a="http://schemas.openxmlformats.org/drawingml/2006/main">
              <a:ext uri="{FF2B5EF4-FFF2-40B4-BE49-F238E27FC236}">
                <a16:creationId xmlns:a16="http://schemas.microsoft.com/office/drawing/2014/main" id="{AE824385-174E-444F-9CFB-9C5DB16F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91" y="2733465"/>
            <a:ext cx="19460" cy="19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8" name="noise-dot-1226">
            <a:extLst xmlns:a="http://schemas.openxmlformats.org/drawingml/2006/main">
              <a:ext uri="{FF2B5EF4-FFF2-40B4-BE49-F238E27FC236}">
                <a16:creationId xmlns:a16="http://schemas.microsoft.com/office/drawing/2014/main" id="{0ED3A63B-FDC3-463D-AAEE-970648D0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62" y="2168538"/>
            <a:ext cx="20279" cy="20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9" name="noise-dot-1227">
            <a:extLst xmlns:a="http://schemas.openxmlformats.org/drawingml/2006/main">
              <a:ext uri="{FF2B5EF4-FFF2-40B4-BE49-F238E27FC236}">
                <a16:creationId xmlns:a16="http://schemas.microsoft.com/office/drawing/2014/main" id="{4B30EAFD-8D60-4E7D-8573-14A5BB4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84" y="3206753"/>
            <a:ext cx="29451" cy="29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0" name="noise-dot-1228">
            <a:extLst xmlns:a="http://schemas.openxmlformats.org/drawingml/2006/main">
              <a:ext uri="{FF2B5EF4-FFF2-40B4-BE49-F238E27FC236}">
                <a16:creationId xmlns:a16="http://schemas.microsoft.com/office/drawing/2014/main" id="{0B11C191-DABC-4A8F-AC2F-75E9EC26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075" y="3723484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1" name="noise-dot-1229">
            <a:extLst xmlns:a="http://schemas.openxmlformats.org/drawingml/2006/main">
              <a:ext uri="{FF2B5EF4-FFF2-40B4-BE49-F238E27FC236}">
                <a16:creationId xmlns:a16="http://schemas.microsoft.com/office/drawing/2014/main" id="{64D7FDEE-A668-4A2B-A743-B23334E0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183" y="3627377"/>
            <a:ext cx="13116" cy="13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2" name="noise-dot-1230">
            <a:extLst xmlns:a="http://schemas.openxmlformats.org/drawingml/2006/main">
              <a:ext uri="{FF2B5EF4-FFF2-40B4-BE49-F238E27FC236}">
                <a16:creationId xmlns:a16="http://schemas.microsoft.com/office/drawing/2014/main" id="{D972E4BB-0680-4BF9-8F24-177CD554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533" y="3551320"/>
            <a:ext cx="19822" cy="19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3" name="noise-dot-1231">
            <a:extLst xmlns:a="http://schemas.openxmlformats.org/drawingml/2006/main">
              <a:ext uri="{FF2B5EF4-FFF2-40B4-BE49-F238E27FC236}">
                <a16:creationId xmlns:a16="http://schemas.microsoft.com/office/drawing/2014/main" id="{00975E77-0F48-4779-922E-125276FF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885" y="3126924"/>
            <a:ext cx="25937" cy="259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4" name="noise-dot-1232">
            <a:extLst xmlns:a="http://schemas.openxmlformats.org/drawingml/2006/main">
              <a:ext uri="{FF2B5EF4-FFF2-40B4-BE49-F238E27FC236}">
                <a16:creationId xmlns:a16="http://schemas.microsoft.com/office/drawing/2014/main" id="{A81262C1-640B-41F9-9B7A-DB59D974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26" y="2605497"/>
            <a:ext cx="12659" cy="12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5" name="noise-dot-1233">
            <a:extLst xmlns:a="http://schemas.openxmlformats.org/drawingml/2006/main">
              <a:ext uri="{FF2B5EF4-FFF2-40B4-BE49-F238E27FC236}">
                <a16:creationId xmlns:a16="http://schemas.microsoft.com/office/drawing/2014/main" id="{C2E26A6C-F19E-4D52-BB43-5E8CA23B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72" y="2629748"/>
            <a:ext cx="19241" cy="19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6" name="noise-dot-1234">
            <a:extLst xmlns:a="http://schemas.openxmlformats.org/drawingml/2006/main">
              <a:ext uri="{FF2B5EF4-FFF2-40B4-BE49-F238E27FC236}">
                <a16:creationId xmlns:a16="http://schemas.microsoft.com/office/drawing/2014/main" id="{F080F2E2-DDE2-4825-8F41-46E0E47C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48" y="2306012"/>
            <a:ext cx="11525" cy="1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7" name="noise-dot-1235">
            <a:extLst xmlns:a="http://schemas.openxmlformats.org/drawingml/2006/main">
              <a:ext uri="{FF2B5EF4-FFF2-40B4-BE49-F238E27FC236}">
                <a16:creationId xmlns:a16="http://schemas.microsoft.com/office/drawing/2014/main" id="{D2CE6C40-7782-4355-BA59-D3B59FD1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27" y="3554044"/>
            <a:ext cx="12792" cy="12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8" name="noise-dot-1236">
            <a:extLst xmlns:a="http://schemas.openxmlformats.org/drawingml/2006/main">
              <a:ext uri="{FF2B5EF4-FFF2-40B4-BE49-F238E27FC236}">
                <a16:creationId xmlns:a16="http://schemas.microsoft.com/office/drawing/2014/main" id="{24ED5452-04AB-407A-99E9-AB38C859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427" y="3331550"/>
            <a:ext cx="32614" cy="32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9" name="noise-dot-1237">
            <a:extLst xmlns:a="http://schemas.openxmlformats.org/drawingml/2006/main">
              <a:ext uri="{FF2B5EF4-FFF2-40B4-BE49-F238E27FC236}">
                <a16:creationId xmlns:a16="http://schemas.microsoft.com/office/drawing/2014/main" id="{20532410-39D7-4E59-89A0-F1256B60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21" y="2581685"/>
            <a:ext cx="27384" cy="27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0" name="noise-dot-1238">
            <a:extLst xmlns:a="http://schemas.openxmlformats.org/drawingml/2006/main">
              <a:ext uri="{FF2B5EF4-FFF2-40B4-BE49-F238E27FC236}">
                <a16:creationId xmlns:a16="http://schemas.microsoft.com/office/drawing/2014/main" id="{ADA95107-536D-4D46-BD75-A385DF9A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22" y="2737714"/>
            <a:ext cx="13430" cy="13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1" name="noise-dot-1239">
            <a:extLst xmlns:a="http://schemas.openxmlformats.org/drawingml/2006/main">
              <a:ext uri="{FF2B5EF4-FFF2-40B4-BE49-F238E27FC236}">
                <a16:creationId xmlns:a16="http://schemas.microsoft.com/office/drawing/2014/main" id="{119A2B2B-4C20-4E7C-A053-043F1625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11" y="2413616"/>
            <a:ext cx="14954" cy="149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2" name="noise-dot-1240">
            <a:extLst xmlns:a="http://schemas.openxmlformats.org/drawingml/2006/main">
              <a:ext uri="{FF2B5EF4-FFF2-40B4-BE49-F238E27FC236}">
                <a16:creationId xmlns:a16="http://schemas.microsoft.com/office/drawing/2014/main" id="{77263C0B-6232-44DB-BB71-CA2719BE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850" y="2975686"/>
            <a:ext cx="15459" cy="15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3" name="noise-dot-1241">
            <a:extLst xmlns:a="http://schemas.openxmlformats.org/drawingml/2006/main">
              <a:ext uri="{FF2B5EF4-FFF2-40B4-BE49-F238E27FC236}">
                <a16:creationId xmlns:a16="http://schemas.microsoft.com/office/drawing/2014/main" id="{AF9154BB-CBDA-4002-929F-B8107C3A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86" y="3813305"/>
            <a:ext cx="20584" cy="2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4" name="noise-dot-1242">
            <a:extLst xmlns:a="http://schemas.openxmlformats.org/drawingml/2006/main">
              <a:ext uri="{FF2B5EF4-FFF2-40B4-BE49-F238E27FC236}">
                <a16:creationId xmlns:a16="http://schemas.microsoft.com/office/drawing/2014/main" id="{F61607D6-FC3C-45B4-912D-4FDDF90A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39" y="3127277"/>
            <a:ext cx="28051" cy="28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5" name="noise-dot-1243">
            <a:extLst xmlns:a="http://schemas.openxmlformats.org/drawingml/2006/main">
              <a:ext uri="{FF2B5EF4-FFF2-40B4-BE49-F238E27FC236}">
                <a16:creationId xmlns:a16="http://schemas.microsoft.com/office/drawing/2014/main" id="{C7FC6A73-20FF-4FD7-AF5A-58C1198B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03" y="2313299"/>
            <a:ext cx="21336" cy="21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6" name="noise-dot-1244">
            <a:extLst xmlns:a="http://schemas.openxmlformats.org/drawingml/2006/main">
              <a:ext uri="{FF2B5EF4-FFF2-40B4-BE49-F238E27FC236}">
                <a16:creationId xmlns:a16="http://schemas.microsoft.com/office/drawing/2014/main" id="{5F92B5CE-9DAD-4F51-A6FE-EE8BD694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64" y="2382288"/>
            <a:ext cx="14221" cy="14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7" name="noise-dot-1245">
            <a:extLst xmlns:a="http://schemas.openxmlformats.org/drawingml/2006/main">
              <a:ext uri="{FF2B5EF4-FFF2-40B4-BE49-F238E27FC236}">
                <a16:creationId xmlns:a16="http://schemas.microsoft.com/office/drawing/2014/main" id="{66ECC680-39ED-4E29-92F8-08F63823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96" y="2950369"/>
            <a:ext cx="27308" cy="27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8" name="noise-dot-1246">
            <a:extLst xmlns:a="http://schemas.openxmlformats.org/drawingml/2006/main">
              <a:ext uri="{FF2B5EF4-FFF2-40B4-BE49-F238E27FC236}">
                <a16:creationId xmlns:a16="http://schemas.microsoft.com/office/drawing/2014/main" id="{9AC80659-F332-45B1-93A2-417B113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280" y="2944101"/>
            <a:ext cx="11668" cy="116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9" name="noise-dot-1247">
            <a:extLst xmlns:a="http://schemas.openxmlformats.org/drawingml/2006/main">
              <a:ext uri="{FF2B5EF4-FFF2-40B4-BE49-F238E27FC236}">
                <a16:creationId xmlns:a16="http://schemas.microsoft.com/office/drawing/2014/main" id="{AEA6AD58-C467-4E5C-8D2C-1CEF8A39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15" y="3020492"/>
            <a:ext cx="13754" cy="137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0" name="noise-dot-1248">
            <a:extLst xmlns:a="http://schemas.openxmlformats.org/drawingml/2006/main">
              <a:ext uri="{FF2B5EF4-FFF2-40B4-BE49-F238E27FC236}">
                <a16:creationId xmlns:a16="http://schemas.microsoft.com/office/drawing/2014/main" id="{FC6F8192-ADE6-41F6-900E-C577EEA6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86" y="2530916"/>
            <a:ext cx="29547" cy="295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1" name="noise-dot-1249">
            <a:extLst xmlns:a="http://schemas.openxmlformats.org/drawingml/2006/main">
              <a:ext uri="{FF2B5EF4-FFF2-40B4-BE49-F238E27FC236}">
                <a16:creationId xmlns:a16="http://schemas.microsoft.com/office/drawing/2014/main" id="{BA312C5A-DE5A-4D95-89DC-630308B1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15" y="2984725"/>
            <a:ext cx="17488" cy="17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2" name="noise-dot-1250">
            <a:extLst xmlns:a="http://schemas.openxmlformats.org/drawingml/2006/main">
              <a:ext uri="{FF2B5EF4-FFF2-40B4-BE49-F238E27FC236}">
                <a16:creationId xmlns:a16="http://schemas.microsoft.com/office/drawing/2014/main" id="{1C9D09E9-8457-4520-9CEE-27C144B8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261" y="3925014"/>
            <a:ext cx="23270" cy="23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3" name="noise-dot-1251">
            <a:extLst xmlns:a="http://schemas.openxmlformats.org/drawingml/2006/main">
              <a:ext uri="{FF2B5EF4-FFF2-40B4-BE49-F238E27FC236}">
                <a16:creationId xmlns:a16="http://schemas.microsoft.com/office/drawing/2014/main" id="{F88E8CBF-F1B3-488A-8F65-12E13F48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890" y="3319624"/>
            <a:ext cx="13554" cy="135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4" name="noise-dot-1252">
            <a:extLst xmlns:a="http://schemas.openxmlformats.org/drawingml/2006/main">
              <a:ext uri="{FF2B5EF4-FFF2-40B4-BE49-F238E27FC236}">
                <a16:creationId xmlns:a16="http://schemas.microsoft.com/office/drawing/2014/main" id="{B1DB9DB6-4AB4-4B16-89E7-9F51796D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141" y="3775148"/>
            <a:ext cx="23946" cy="239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5" name="noise-dot-1253">
            <a:extLst xmlns:a="http://schemas.openxmlformats.org/drawingml/2006/main">
              <a:ext uri="{FF2B5EF4-FFF2-40B4-BE49-F238E27FC236}">
                <a16:creationId xmlns:a16="http://schemas.microsoft.com/office/drawing/2014/main" id="{B6A8B3DF-733B-4C1C-9F41-82E35E28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77" y="3630501"/>
            <a:ext cx="13630" cy="13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6" name="noise-dot-1254">
            <a:extLst xmlns:a="http://schemas.openxmlformats.org/drawingml/2006/main">
              <a:ext uri="{FF2B5EF4-FFF2-40B4-BE49-F238E27FC236}">
                <a16:creationId xmlns:a16="http://schemas.microsoft.com/office/drawing/2014/main" id="{AD9948E9-ADF7-4809-830D-2DC7BCC8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73" y="2174262"/>
            <a:ext cx="21069" cy="21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7" name="noise-dot-1255">
            <a:extLst xmlns:a="http://schemas.openxmlformats.org/drawingml/2006/main">
              <a:ext uri="{FF2B5EF4-FFF2-40B4-BE49-F238E27FC236}">
                <a16:creationId xmlns:a16="http://schemas.microsoft.com/office/drawing/2014/main" id="{1723D1DD-FA7F-4CE7-BD74-D2C2D513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70" y="3977678"/>
            <a:ext cx="28023" cy="28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8" name="noise-dot-1256">
            <a:extLst xmlns:a="http://schemas.openxmlformats.org/drawingml/2006/main">
              <a:ext uri="{FF2B5EF4-FFF2-40B4-BE49-F238E27FC236}">
                <a16:creationId xmlns:a16="http://schemas.microsoft.com/office/drawing/2014/main" id="{979C5922-58DF-4DA5-8CED-3AD16BC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017" y="2322605"/>
            <a:ext cx="18507" cy="18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9" name="noise-dot-1257">
            <a:extLst xmlns:a="http://schemas.openxmlformats.org/drawingml/2006/main">
              <a:ext uri="{FF2B5EF4-FFF2-40B4-BE49-F238E27FC236}">
                <a16:creationId xmlns:a16="http://schemas.microsoft.com/office/drawing/2014/main" id="{90BBF3F3-5C5D-479B-AFB4-A2537973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095" y="3460032"/>
            <a:ext cx="16497" cy="16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0" name="noise-dot-1258">
            <a:extLst xmlns:a="http://schemas.openxmlformats.org/drawingml/2006/main">
              <a:ext uri="{FF2B5EF4-FFF2-40B4-BE49-F238E27FC236}">
                <a16:creationId xmlns:a16="http://schemas.microsoft.com/office/drawing/2014/main" id="{A4C51680-AA4C-4E48-893C-0F16D58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83" y="3444992"/>
            <a:ext cx="18145" cy="18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1" name="noise-dot-1259">
            <a:extLst xmlns:a="http://schemas.openxmlformats.org/drawingml/2006/main">
              <a:ext uri="{FF2B5EF4-FFF2-40B4-BE49-F238E27FC236}">
                <a16:creationId xmlns:a16="http://schemas.microsoft.com/office/drawing/2014/main" id="{AD2DE3F4-466C-446B-9872-6F50B2E5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284" y="3704006"/>
            <a:ext cx="25718" cy="25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2" name="noise-dot-1260">
            <a:extLst xmlns:a="http://schemas.openxmlformats.org/drawingml/2006/main">
              <a:ext uri="{FF2B5EF4-FFF2-40B4-BE49-F238E27FC236}">
                <a16:creationId xmlns:a16="http://schemas.microsoft.com/office/drawing/2014/main" id="{65FB1216-AE89-4796-8202-7B103B6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4" y="2528059"/>
            <a:ext cx="15050" cy="1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3" name="noise-dot-1261">
            <a:extLst xmlns:a="http://schemas.openxmlformats.org/drawingml/2006/main">
              <a:ext uri="{FF2B5EF4-FFF2-40B4-BE49-F238E27FC236}">
                <a16:creationId xmlns:a16="http://schemas.microsoft.com/office/drawing/2014/main" id="{6C88998D-BEE2-46BC-ADEE-6FBCD0F4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25" y="3779996"/>
            <a:ext cx="27832" cy="278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4" name="noise-dot-1262">
            <a:extLst xmlns:a="http://schemas.openxmlformats.org/drawingml/2006/main">
              <a:ext uri="{FF2B5EF4-FFF2-40B4-BE49-F238E27FC236}">
                <a16:creationId xmlns:a16="http://schemas.microsoft.com/office/drawing/2014/main" id="{5F8FAF08-E3FD-400C-800B-C9B402E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57" y="2825334"/>
            <a:ext cx="14164" cy="14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5" name="noise-dot-1263">
            <a:extLst xmlns:a="http://schemas.openxmlformats.org/drawingml/2006/main">
              <a:ext uri="{FF2B5EF4-FFF2-40B4-BE49-F238E27FC236}">
                <a16:creationId xmlns:a16="http://schemas.microsoft.com/office/drawing/2014/main" id="{AA8F9AD3-3710-49A9-B2A2-5F29EFED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130" y="2314385"/>
            <a:ext cx="20336" cy="20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6" name="noise-dot-1264">
            <a:extLst xmlns:a="http://schemas.openxmlformats.org/drawingml/2006/main">
              <a:ext uri="{FF2B5EF4-FFF2-40B4-BE49-F238E27FC236}">
                <a16:creationId xmlns:a16="http://schemas.microsoft.com/office/drawing/2014/main" id="{7EFDC2F8-19B8-4DD2-98C4-57FA5570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153" y="2817838"/>
            <a:ext cx="17221" cy="17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7" name="noise-dot-1265">
            <a:extLst xmlns:a="http://schemas.openxmlformats.org/drawingml/2006/main">
              <a:ext uri="{FF2B5EF4-FFF2-40B4-BE49-F238E27FC236}">
                <a16:creationId xmlns:a16="http://schemas.microsoft.com/office/drawing/2014/main" id="{BD5C6FD7-DD90-47DE-9E6C-2121B21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42" y="2306507"/>
            <a:ext cx="13802" cy="13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8" name="noise-dot-1266">
            <a:extLst xmlns:a="http://schemas.openxmlformats.org/drawingml/2006/main">
              <a:ext uri="{FF2B5EF4-FFF2-40B4-BE49-F238E27FC236}">
                <a16:creationId xmlns:a16="http://schemas.microsoft.com/office/drawing/2014/main" id="{75A0AF9D-1295-4822-8E2C-70AAB80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685" y="2445972"/>
            <a:ext cx="21355" cy="21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9" name="noise-dot-1267">
            <a:extLst xmlns:a="http://schemas.openxmlformats.org/drawingml/2006/main">
              <a:ext uri="{FF2B5EF4-FFF2-40B4-BE49-F238E27FC236}">
                <a16:creationId xmlns:a16="http://schemas.microsoft.com/office/drawing/2014/main" id="{53A980F9-9DA1-46D7-A027-C83D6F72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92" y="2915031"/>
            <a:ext cx="17345" cy="17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0" name="noise-dot-1268">
            <a:extLst xmlns:a="http://schemas.openxmlformats.org/drawingml/2006/main">
              <a:ext uri="{FF2B5EF4-FFF2-40B4-BE49-F238E27FC236}">
                <a16:creationId xmlns:a16="http://schemas.microsoft.com/office/drawing/2014/main" id="{3B149451-4560-407D-BA21-41E28F9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64" y="3025273"/>
            <a:ext cx="23870" cy="23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1" name="noise-dot-1269">
            <a:extLst xmlns:a="http://schemas.openxmlformats.org/drawingml/2006/main">
              <a:ext uri="{FF2B5EF4-FFF2-40B4-BE49-F238E27FC236}">
                <a16:creationId xmlns:a16="http://schemas.microsoft.com/office/drawing/2014/main" id="{927F3701-43AD-40D1-B615-52EA7075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50" y="4043229"/>
            <a:ext cx="20164" cy="20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2" name="noise-dot-1270">
            <a:extLst xmlns:a="http://schemas.openxmlformats.org/drawingml/2006/main">
              <a:ext uri="{FF2B5EF4-FFF2-40B4-BE49-F238E27FC236}">
                <a16:creationId xmlns:a16="http://schemas.microsoft.com/office/drawing/2014/main" id="{4EE4119E-B9E4-4F3B-955C-B56CDBEE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7" y="3710330"/>
            <a:ext cx="32614" cy="32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3" name="noise-dot-1271">
            <a:extLst xmlns:a="http://schemas.openxmlformats.org/drawingml/2006/main">
              <a:ext uri="{FF2B5EF4-FFF2-40B4-BE49-F238E27FC236}">
                <a16:creationId xmlns:a16="http://schemas.microsoft.com/office/drawing/2014/main" id="{90AD1FC9-1F8C-47DE-A89B-4D6ADFA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1" y="2860891"/>
            <a:ext cx="23031" cy="23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4" name="noise-dot-1272">
            <a:extLst xmlns:a="http://schemas.openxmlformats.org/drawingml/2006/main">
              <a:ext uri="{FF2B5EF4-FFF2-40B4-BE49-F238E27FC236}">
                <a16:creationId xmlns:a16="http://schemas.microsoft.com/office/drawing/2014/main" id="{02AFB0CC-7121-4ADC-B7B5-E781ED9E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73" y="3759794"/>
            <a:ext cx="18964" cy="189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5" name="noise-dot-1273">
            <a:extLst xmlns:a="http://schemas.openxmlformats.org/drawingml/2006/main">
              <a:ext uri="{FF2B5EF4-FFF2-40B4-BE49-F238E27FC236}">
                <a16:creationId xmlns:a16="http://schemas.microsoft.com/office/drawing/2014/main" id="{57AA6FA4-1CEC-4260-93ED-F17818A2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663" y="3196752"/>
            <a:ext cx="19174" cy="19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6" name="noise-dot-1274">
            <a:extLst xmlns:a="http://schemas.openxmlformats.org/drawingml/2006/main">
              <a:ext uri="{FF2B5EF4-FFF2-40B4-BE49-F238E27FC236}">
                <a16:creationId xmlns:a16="http://schemas.microsoft.com/office/drawing/2014/main" id="{17117A4C-CB82-43AB-BBBA-6C919A1E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63" y="2927556"/>
            <a:ext cx="28518" cy="285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7" name="noise-dot-1275">
            <a:extLst xmlns:a="http://schemas.openxmlformats.org/drawingml/2006/main">
              <a:ext uri="{FF2B5EF4-FFF2-40B4-BE49-F238E27FC236}">
                <a16:creationId xmlns:a16="http://schemas.microsoft.com/office/drawing/2014/main" id="{C04BAC81-4B8A-4004-99BE-57945A6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99" y="3564712"/>
            <a:ext cx="17707" cy="177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8" name="noise-dot-1276">
            <a:extLst xmlns:a="http://schemas.openxmlformats.org/drawingml/2006/main">
              <a:ext uri="{FF2B5EF4-FFF2-40B4-BE49-F238E27FC236}">
                <a16:creationId xmlns:a16="http://schemas.microsoft.com/office/drawing/2014/main" id="{977220F3-CF2E-492F-809D-A6D5D799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409" y="3710302"/>
            <a:ext cx="31709" cy="317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9" name="noise-dot-1277">
            <a:extLst xmlns:a="http://schemas.openxmlformats.org/drawingml/2006/main">
              <a:ext uri="{FF2B5EF4-FFF2-40B4-BE49-F238E27FC236}">
                <a16:creationId xmlns:a16="http://schemas.microsoft.com/office/drawing/2014/main" id="{4904999D-6FB0-423F-A3F4-0BB8C3BD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73" y="3339627"/>
            <a:ext cx="20098" cy="20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0" name="noise-dot-1278">
            <a:extLst xmlns:a="http://schemas.openxmlformats.org/drawingml/2006/main">
              <a:ext uri="{FF2B5EF4-FFF2-40B4-BE49-F238E27FC236}">
                <a16:creationId xmlns:a16="http://schemas.microsoft.com/office/drawing/2014/main" id="{03264170-0E36-478F-9587-E5CE97CE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986" y="3328149"/>
            <a:ext cx="31756" cy="31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1" name="noise-dot-1279">
            <a:extLst xmlns:a="http://schemas.openxmlformats.org/drawingml/2006/main">
              <a:ext uri="{FF2B5EF4-FFF2-40B4-BE49-F238E27FC236}">
                <a16:creationId xmlns:a16="http://schemas.microsoft.com/office/drawing/2014/main" id="{76963185-605A-4F3B-9005-06716532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09" y="2686774"/>
            <a:ext cx="13821" cy="138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2" name="noise-dot-1280">
            <a:extLst xmlns:a="http://schemas.openxmlformats.org/drawingml/2006/main">
              <a:ext uri="{FF2B5EF4-FFF2-40B4-BE49-F238E27FC236}">
                <a16:creationId xmlns:a16="http://schemas.microsoft.com/office/drawing/2014/main" id="{4A8CBFEB-C5EB-4962-90E4-8B07D913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14" y="2710339"/>
            <a:ext cx="32537" cy="32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3" name="noise-dot-1281">
            <a:extLst xmlns:a="http://schemas.openxmlformats.org/drawingml/2006/main">
              <a:ext uri="{FF2B5EF4-FFF2-40B4-BE49-F238E27FC236}">
                <a16:creationId xmlns:a16="http://schemas.microsoft.com/office/drawing/2014/main" id="{379224C7-EC13-4563-BB11-4453141B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46" y="2741266"/>
            <a:ext cx="19583" cy="195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4" name="noise-dot-1282">
            <a:extLst xmlns:a="http://schemas.openxmlformats.org/drawingml/2006/main">
              <a:ext uri="{FF2B5EF4-FFF2-40B4-BE49-F238E27FC236}">
                <a16:creationId xmlns:a16="http://schemas.microsoft.com/office/drawing/2014/main" id="{E7C3ABAB-8C03-4012-B624-2495B20D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38" y="2315899"/>
            <a:ext cx="22936" cy="22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5" name="noise-dot-1283">
            <a:extLst xmlns:a="http://schemas.openxmlformats.org/drawingml/2006/main">
              <a:ext uri="{FF2B5EF4-FFF2-40B4-BE49-F238E27FC236}">
                <a16:creationId xmlns:a16="http://schemas.microsoft.com/office/drawing/2014/main" id="{B1B10CBC-82E5-4DF0-AC20-35489528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73" y="3626129"/>
            <a:ext cx="29394" cy="29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6" name="noise-dot-1284">
            <a:extLst xmlns:a="http://schemas.openxmlformats.org/drawingml/2006/main">
              <a:ext uri="{FF2B5EF4-FFF2-40B4-BE49-F238E27FC236}">
                <a16:creationId xmlns:a16="http://schemas.microsoft.com/office/drawing/2014/main" id="{3B52EDE1-7678-4C62-A747-27A4B9F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80" y="3587782"/>
            <a:ext cx="19507" cy="19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7" name="noise-dot-1285">
            <a:extLst xmlns:a="http://schemas.openxmlformats.org/drawingml/2006/main">
              <a:ext uri="{FF2B5EF4-FFF2-40B4-BE49-F238E27FC236}">
                <a16:creationId xmlns:a16="http://schemas.microsoft.com/office/drawing/2014/main" id="{056A9911-4964-4954-9726-0F996869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39" y="4037848"/>
            <a:ext cx="21669" cy="21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8" name="noise-dot-1286">
            <a:extLst xmlns:a="http://schemas.openxmlformats.org/drawingml/2006/main">
              <a:ext uri="{FF2B5EF4-FFF2-40B4-BE49-F238E27FC236}">
                <a16:creationId xmlns:a16="http://schemas.microsoft.com/office/drawing/2014/main" id="{924DA8AB-D191-42B3-B7D2-4BB19215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00" y="2655275"/>
            <a:ext cx="31794" cy="31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9" name="noise-dot-1287">
            <a:extLst xmlns:a="http://schemas.openxmlformats.org/drawingml/2006/main">
              <a:ext uri="{FF2B5EF4-FFF2-40B4-BE49-F238E27FC236}">
                <a16:creationId xmlns:a16="http://schemas.microsoft.com/office/drawing/2014/main" id="{8AC697DF-0661-4F1E-8536-76A860E6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25" y="3189475"/>
            <a:ext cx="12411" cy="12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0" name="noise-dot-1288">
            <a:extLst xmlns:a="http://schemas.openxmlformats.org/drawingml/2006/main">
              <a:ext uri="{FF2B5EF4-FFF2-40B4-BE49-F238E27FC236}">
                <a16:creationId xmlns:a16="http://schemas.microsoft.com/office/drawing/2014/main" id="{D97385C1-D95F-4936-85A9-58FD6BC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202" y="3261379"/>
            <a:ext cx="25251" cy="25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1" name="noise-dot-1289">
            <a:extLst xmlns:a="http://schemas.openxmlformats.org/drawingml/2006/main">
              <a:ext uri="{FF2B5EF4-FFF2-40B4-BE49-F238E27FC236}">
                <a16:creationId xmlns:a16="http://schemas.microsoft.com/office/drawing/2014/main" id="{95C78759-F4EB-41FE-A31B-24C6FF2D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165" y="3609670"/>
            <a:ext cx="21717" cy="21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2" name="noise-dot-1290">
            <a:extLst xmlns:a="http://schemas.openxmlformats.org/drawingml/2006/main">
              <a:ext uri="{FF2B5EF4-FFF2-40B4-BE49-F238E27FC236}">
                <a16:creationId xmlns:a16="http://schemas.microsoft.com/office/drawing/2014/main" id="{FFA5710E-E95F-4304-A42F-10F54DD6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019" y="4085530"/>
            <a:ext cx="32299" cy="32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3" name="noise-dot-1291">
            <a:extLst xmlns:a="http://schemas.openxmlformats.org/drawingml/2006/main">
              <a:ext uri="{FF2B5EF4-FFF2-40B4-BE49-F238E27FC236}">
                <a16:creationId xmlns:a16="http://schemas.microsoft.com/office/drawing/2014/main" id="{5E973B36-522C-4925-96C6-CB06C780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580" y="4046563"/>
            <a:ext cx="22927" cy="229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4" name="noise-dot-1292">
            <a:extLst xmlns:a="http://schemas.openxmlformats.org/drawingml/2006/main">
              <a:ext uri="{FF2B5EF4-FFF2-40B4-BE49-F238E27FC236}">
                <a16:creationId xmlns:a16="http://schemas.microsoft.com/office/drawing/2014/main" id="{2E44F9C1-49D9-46AA-B137-1EE33213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62" y="3720227"/>
            <a:ext cx="29737" cy="297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064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5" name="noise-dot-1293">
            <a:extLst xmlns:a="http://schemas.openxmlformats.org/drawingml/2006/main">
              <a:ext uri="{FF2B5EF4-FFF2-40B4-BE49-F238E27FC236}">
                <a16:creationId xmlns:a16="http://schemas.microsoft.com/office/drawing/2014/main" id="{FA5B04FD-BB7B-4F6A-AEA3-6F423555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414" y="4149395"/>
            <a:ext cx="21326" cy="213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6" name="noise-dot-1294">
            <a:extLst xmlns:a="http://schemas.openxmlformats.org/drawingml/2006/main">
              <a:ext uri="{FF2B5EF4-FFF2-40B4-BE49-F238E27FC236}">
                <a16:creationId xmlns:a16="http://schemas.microsoft.com/office/drawing/2014/main" id="{8D2629C7-A52E-4E3B-BE7A-B0C09E56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250" y="2748086"/>
            <a:ext cx="11582" cy="11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7" name="noise-dot-1295">
            <a:extLst xmlns:a="http://schemas.openxmlformats.org/drawingml/2006/main">
              <a:ext uri="{FF2B5EF4-FFF2-40B4-BE49-F238E27FC236}">
                <a16:creationId xmlns:a16="http://schemas.microsoft.com/office/drawing/2014/main" id="{F6258502-824E-4D7B-835B-6E03BEB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010" y="2123284"/>
            <a:ext cx="26270" cy="26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8" name="noise-dot-1296">
            <a:extLst xmlns:a="http://schemas.openxmlformats.org/drawingml/2006/main">
              <a:ext uri="{FF2B5EF4-FFF2-40B4-BE49-F238E27FC236}">
                <a16:creationId xmlns:a16="http://schemas.microsoft.com/office/drawing/2014/main" id="{BB33FC2B-967F-4772-B579-CDC2F542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84" y="2265474"/>
            <a:ext cx="23765" cy="23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14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9" name="noise-dot-1297">
            <a:extLst xmlns:a="http://schemas.openxmlformats.org/drawingml/2006/main">
              <a:ext uri="{FF2B5EF4-FFF2-40B4-BE49-F238E27FC236}">
                <a16:creationId xmlns:a16="http://schemas.microsoft.com/office/drawing/2014/main" id="{A272DC65-50B7-4C91-9305-99904A98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53" y="2445668"/>
            <a:ext cx="18574" cy="18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20" name="noise-dot-1298">
            <a:extLst xmlns:a="http://schemas.openxmlformats.org/drawingml/2006/main">
              <a:ext uri="{FF2B5EF4-FFF2-40B4-BE49-F238E27FC236}">
                <a16:creationId xmlns:a16="http://schemas.microsoft.com/office/drawing/2014/main" id="{9F3B8573-4E90-4D4B-B187-361D7567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057" y="2300659"/>
            <a:ext cx="11392" cy="11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9BA6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21" name="noise-dot-1299">
            <a:extLst xmlns:a="http://schemas.openxmlformats.org/drawingml/2006/main">
              <a:ext uri="{FF2B5EF4-FFF2-40B4-BE49-F238E27FC236}">
                <a16:creationId xmlns:a16="http://schemas.microsoft.com/office/drawing/2014/main" id="{BC3D5164-4E7E-4CD9-80CC-93090467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61" y="4127392"/>
            <a:ext cx="11440" cy="1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22" name="noise-dot-1300">
            <a:extLst xmlns:a="http://schemas.openxmlformats.org/drawingml/2006/main">
              <a:ext uri="{FF2B5EF4-FFF2-40B4-BE49-F238E27FC236}">
                <a16:creationId xmlns:a16="http://schemas.microsoft.com/office/drawing/2014/main" id="{833673AD-9156-4CA5-BB4E-A2657682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80" y="2455459"/>
            <a:ext cx="14478" cy="14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5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23" name="noise-stroke-001">
            <a:extLst xmlns:a="http://schemas.openxmlformats.org/drawingml/2006/main">
              <a:ext uri="{FF2B5EF4-FFF2-40B4-BE49-F238E27FC236}">
                <a16:creationId xmlns:a16="http://schemas.microsoft.com/office/drawing/2014/main" id="{2A075C71-E6B9-4EDD-86B8-7DA35511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658" y="3991166"/>
            <a:ext cx="9525" cy="48663"/>
          </a:xfrm>
          <a:custGeom xmlns:a="http://schemas.openxmlformats.org/drawingml/2006/main">
            <a:pathLst>
              <a:path w="9525" h="48663">
                <a:moveTo>
                  <a:pt x="733" y="486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91">
            <a:solidFill>
              <a:srgbClr val="101722"/>
            </a:solidFill>
            <a:prstDash val="solid"/>
          </a:ln>
        </p:spPr>
      </p:sp>
      <p:sp>
        <p:nvSpPr>
          <p:cNvPr id="1324" name="noise-stroke-002">
            <a:extLst xmlns:a="http://schemas.openxmlformats.org/drawingml/2006/main">
              <a:ext uri="{FF2B5EF4-FFF2-40B4-BE49-F238E27FC236}">
                <a16:creationId xmlns:a16="http://schemas.microsoft.com/office/drawing/2014/main" id="{C22F7B90-AAE7-45AC-BE57-8517352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92" y="2553776"/>
            <a:ext cx="54273" cy="34519"/>
          </a:xfrm>
          <a:custGeom xmlns:a="http://schemas.openxmlformats.org/drawingml/2006/main">
            <a:pathLst>
              <a:path w="54273" h="34519">
                <a:moveTo>
                  <a:pt x="0" y="34519"/>
                </a:moveTo>
                <a:lnTo>
                  <a:pt x="542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4">
            <a:solidFill>
              <a:srgbClr val="243143"/>
            </a:solidFill>
            <a:prstDash val="solid"/>
          </a:ln>
        </p:spPr>
      </p:sp>
      <p:sp>
        <p:nvSpPr>
          <p:cNvPr id="1325" name="noise-stroke-003">
            <a:extLst xmlns:a="http://schemas.openxmlformats.org/drawingml/2006/main">
              <a:ext uri="{FF2B5EF4-FFF2-40B4-BE49-F238E27FC236}">
                <a16:creationId xmlns:a16="http://schemas.microsoft.com/office/drawing/2014/main" id="{B39C8AE2-796F-43BB-BD09-1D730B9F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99" y="2271065"/>
            <a:ext cx="34814" cy="26022"/>
          </a:xfrm>
          <a:custGeom xmlns:a="http://schemas.openxmlformats.org/drawingml/2006/main">
            <a:pathLst>
              <a:path w="34814" h="26022">
                <a:moveTo>
                  <a:pt x="0" y="26022"/>
                </a:moveTo>
                <a:lnTo>
                  <a:pt x="348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61">
            <a:solidFill>
              <a:srgbClr val="101722"/>
            </a:solidFill>
            <a:prstDash val="solid"/>
          </a:ln>
        </p:spPr>
      </p:sp>
      <p:sp>
        <p:nvSpPr>
          <p:cNvPr id="1326" name="noise-stroke-004">
            <a:extLst xmlns:a="http://schemas.openxmlformats.org/drawingml/2006/main">
              <a:ext uri="{FF2B5EF4-FFF2-40B4-BE49-F238E27FC236}">
                <a16:creationId xmlns:a16="http://schemas.microsoft.com/office/drawing/2014/main" id="{CF799B0B-D061-47BF-8CEF-7019950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774" y="3627463"/>
            <a:ext cx="53235" cy="10773"/>
          </a:xfrm>
          <a:custGeom xmlns:a="http://schemas.openxmlformats.org/drawingml/2006/main">
            <a:pathLst>
              <a:path w="53235" h="10773">
                <a:moveTo>
                  <a:pt x="53235" y="107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66">
            <a:solidFill>
              <a:srgbClr val="101722"/>
            </a:solidFill>
            <a:prstDash val="solid"/>
          </a:ln>
        </p:spPr>
      </p:sp>
      <p:sp>
        <p:nvSpPr>
          <p:cNvPr id="1327" name="noise-stroke-005">
            <a:extLst xmlns:a="http://schemas.openxmlformats.org/drawingml/2006/main">
              <a:ext uri="{FF2B5EF4-FFF2-40B4-BE49-F238E27FC236}">
                <a16:creationId xmlns:a16="http://schemas.microsoft.com/office/drawing/2014/main" id="{FB16B2E5-94B1-4151-AEBF-1991874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86" y="2721445"/>
            <a:ext cx="52302" cy="37624"/>
          </a:xfrm>
          <a:custGeom xmlns:a="http://schemas.openxmlformats.org/drawingml/2006/main">
            <a:pathLst>
              <a:path w="52302" h="37624">
                <a:moveTo>
                  <a:pt x="52302" y="376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94">
            <a:solidFill>
              <a:srgbClr val="243143"/>
            </a:solidFill>
            <a:prstDash val="solid"/>
          </a:ln>
        </p:spPr>
      </p:sp>
      <p:sp>
        <p:nvSpPr>
          <p:cNvPr id="1328" name="noise-stroke-006">
            <a:extLst xmlns:a="http://schemas.openxmlformats.org/drawingml/2006/main">
              <a:ext uri="{FF2B5EF4-FFF2-40B4-BE49-F238E27FC236}">
                <a16:creationId xmlns:a16="http://schemas.microsoft.com/office/drawing/2014/main" id="{61021239-22C8-4405-B6BF-3912971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170" y="4007682"/>
            <a:ext cx="35214" cy="35309"/>
          </a:xfrm>
          <a:custGeom xmlns:a="http://schemas.openxmlformats.org/drawingml/2006/main">
            <a:pathLst>
              <a:path w="35214" h="35309">
                <a:moveTo>
                  <a:pt x="0" y="35309"/>
                </a:moveTo>
                <a:lnTo>
                  <a:pt x="35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38">
            <a:solidFill>
              <a:srgbClr val="101722"/>
            </a:solidFill>
            <a:prstDash val="solid"/>
          </a:ln>
        </p:spPr>
      </p:sp>
      <p:sp>
        <p:nvSpPr>
          <p:cNvPr id="1329" name="noise-stroke-007">
            <a:extLst xmlns:a="http://schemas.openxmlformats.org/drawingml/2006/main">
              <a:ext uri="{FF2B5EF4-FFF2-40B4-BE49-F238E27FC236}">
                <a16:creationId xmlns:a16="http://schemas.microsoft.com/office/drawing/2014/main" id="{80491206-7D1B-455A-9953-ADDAB331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43" y="3929748"/>
            <a:ext cx="36986" cy="9601"/>
          </a:xfrm>
          <a:custGeom xmlns:a="http://schemas.openxmlformats.org/drawingml/2006/main">
            <a:pathLst>
              <a:path w="36986" h="9601">
                <a:moveTo>
                  <a:pt x="36986" y="96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04">
            <a:solidFill>
              <a:srgbClr val="101722"/>
            </a:solidFill>
            <a:prstDash val="solid"/>
          </a:ln>
        </p:spPr>
      </p:sp>
      <p:sp>
        <p:nvSpPr>
          <p:cNvPr id="1330" name="noise-stroke-008">
            <a:extLst xmlns:a="http://schemas.openxmlformats.org/drawingml/2006/main">
              <a:ext uri="{FF2B5EF4-FFF2-40B4-BE49-F238E27FC236}">
                <a16:creationId xmlns:a16="http://schemas.microsoft.com/office/drawing/2014/main" id="{9C7C06E2-96C9-4CBC-967B-7A9729A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041" y="2536679"/>
            <a:ext cx="60684" cy="23393"/>
          </a:xfrm>
          <a:custGeom xmlns:a="http://schemas.openxmlformats.org/drawingml/2006/main">
            <a:pathLst>
              <a:path w="60684" h="23393">
                <a:moveTo>
                  <a:pt x="60684" y="233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61">
            <a:solidFill>
              <a:srgbClr val="435064"/>
            </a:solidFill>
            <a:prstDash val="solid"/>
          </a:ln>
        </p:spPr>
      </p:sp>
      <p:sp>
        <p:nvSpPr>
          <p:cNvPr id="1331" name="noise-stroke-009">
            <a:extLst xmlns:a="http://schemas.openxmlformats.org/drawingml/2006/main">
              <a:ext uri="{FF2B5EF4-FFF2-40B4-BE49-F238E27FC236}">
                <a16:creationId xmlns:a16="http://schemas.microsoft.com/office/drawing/2014/main" id="{494BBBDD-80FE-4C63-A385-7453117A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368" y="3361134"/>
            <a:ext cx="60103" cy="11078"/>
          </a:xfrm>
          <a:custGeom xmlns:a="http://schemas.openxmlformats.org/drawingml/2006/main">
            <a:pathLst>
              <a:path w="60103" h="11078">
                <a:moveTo>
                  <a:pt x="60103" y="0"/>
                </a:moveTo>
                <a:lnTo>
                  <a:pt x="0" y="11078"/>
                </a:lnTo>
              </a:path>
            </a:pathLst>
          </a:custGeom>
          <a:noFill xmlns:a="http://schemas.openxmlformats.org/drawingml/2006/main"/>
          <a:ln xmlns:a="http://schemas.openxmlformats.org/drawingml/2006/main" w="8598">
            <a:solidFill>
              <a:srgbClr val="101722"/>
            </a:solidFill>
            <a:prstDash val="solid"/>
          </a:ln>
        </p:spPr>
      </p:sp>
      <p:sp>
        <p:nvSpPr>
          <p:cNvPr id="1332" name="noise-stroke-010">
            <a:extLst xmlns:a="http://schemas.openxmlformats.org/drawingml/2006/main">
              <a:ext uri="{FF2B5EF4-FFF2-40B4-BE49-F238E27FC236}">
                <a16:creationId xmlns:a16="http://schemas.microsoft.com/office/drawing/2014/main" id="{8ACED55D-6929-4D33-A07B-19DD8315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25" y="2938615"/>
            <a:ext cx="61284" cy="9525"/>
          </a:xfrm>
          <a:custGeom xmlns:a="http://schemas.openxmlformats.org/drawingml/2006/main">
            <a:pathLst>
              <a:path w="61284" h="9525">
                <a:moveTo>
                  <a:pt x="0" y="0"/>
                </a:moveTo>
                <a:lnTo>
                  <a:pt x="61284" y="4877"/>
                </a:lnTo>
              </a:path>
            </a:pathLst>
          </a:custGeom>
          <a:noFill xmlns:a="http://schemas.openxmlformats.org/drawingml/2006/main"/>
          <a:ln xmlns:a="http://schemas.openxmlformats.org/drawingml/2006/main" w="11856">
            <a:solidFill>
              <a:srgbClr val="101722"/>
            </a:solidFill>
            <a:prstDash val="solid"/>
          </a:ln>
        </p:spPr>
      </p:sp>
      <p:sp>
        <p:nvSpPr>
          <p:cNvPr id="1333" name="noise-stroke-011">
            <a:extLst xmlns:a="http://schemas.openxmlformats.org/drawingml/2006/main">
              <a:ext uri="{FF2B5EF4-FFF2-40B4-BE49-F238E27FC236}">
                <a16:creationId xmlns:a16="http://schemas.microsoft.com/office/drawing/2014/main" id="{18385915-6A01-4FDA-BDC5-7A97DF78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15" y="2336911"/>
            <a:ext cx="9525" cy="62779"/>
          </a:xfrm>
          <a:custGeom xmlns:a="http://schemas.openxmlformats.org/drawingml/2006/main">
            <a:pathLst>
              <a:path w="9525" h="62779">
                <a:moveTo>
                  <a:pt x="0" y="62779"/>
                </a:moveTo>
                <a:lnTo>
                  <a:pt x="4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40">
            <a:solidFill>
              <a:srgbClr val="243143"/>
            </a:solidFill>
            <a:prstDash val="solid"/>
          </a:ln>
        </p:spPr>
      </p:sp>
      <p:sp>
        <p:nvSpPr>
          <p:cNvPr id="1334" name="noise-stroke-012">
            <a:extLst xmlns:a="http://schemas.openxmlformats.org/drawingml/2006/main">
              <a:ext uri="{FF2B5EF4-FFF2-40B4-BE49-F238E27FC236}">
                <a16:creationId xmlns:a16="http://schemas.microsoft.com/office/drawing/2014/main" id="{4B712017-D43A-4E0E-842A-205DD94D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05" y="3470539"/>
            <a:ext cx="31833" cy="9525"/>
          </a:xfrm>
          <a:custGeom xmlns:a="http://schemas.openxmlformats.org/drawingml/2006/main">
            <a:pathLst>
              <a:path w="31833" h="9525">
                <a:moveTo>
                  <a:pt x="0" y="0"/>
                </a:moveTo>
                <a:lnTo>
                  <a:pt x="31833" y="8525"/>
                </a:lnTo>
              </a:path>
            </a:pathLst>
          </a:custGeom>
          <a:noFill xmlns:a="http://schemas.openxmlformats.org/drawingml/2006/main"/>
          <a:ln xmlns:a="http://schemas.openxmlformats.org/drawingml/2006/main" w="11337">
            <a:solidFill>
              <a:srgbClr val="435064"/>
            </a:solidFill>
            <a:prstDash val="solid"/>
          </a:ln>
        </p:spPr>
      </p:sp>
      <p:sp>
        <p:nvSpPr>
          <p:cNvPr id="1335" name="noise-stroke-013">
            <a:extLst xmlns:a="http://schemas.openxmlformats.org/drawingml/2006/main">
              <a:ext uri="{FF2B5EF4-FFF2-40B4-BE49-F238E27FC236}">
                <a16:creationId xmlns:a16="http://schemas.microsoft.com/office/drawing/2014/main" id="{F769286C-51CE-4AB6-8147-F7A05E13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76" y="3769614"/>
            <a:ext cx="33957" cy="45158"/>
          </a:xfrm>
          <a:custGeom xmlns:a="http://schemas.openxmlformats.org/drawingml/2006/main">
            <a:pathLst>
              <a:path w="33957" h="45158">
                <a:moveTo>
                  <a:pt x="33957" y="0"/>
                </a:moveTo>
                <a:lnTo>
                  <a:pt x="0" y="45158"/>
                </a:lnTo>
              </a:path>
            </a:pathLst>
          </a:custGeom>
          <a:noFill xmlns:a="http://schemas.openxmlformats.org/drawingml/2006/main"/>
          <a:ln xmlns:a="http://schemas.openxmlformats.org/drawingml/2006/main" w="8214">
            <a:solidFill>
              <a:srgbClr val="243143"/>
            </a:solidFill>
            <a:prstDash val="solid"/>
          </a:ln>
        </p:spPr>
      </p:sp>
      <p:sp>
        <p:nvSpPr>
          <p:cNvPr id="1336" name="noise-stroke-014">
            <a:extLst xmlns:a="http://schemas.openxmlformats.org/drawingml/2006/main">
              <a:ext uri="{FF2B5EF4-FFF2-40B4-BE49-F238E27FC236}">
                <a16:creationId xmlns:a16="http://schemas.microsoft.com/office/drawing/2014/main" id="{0DA9A5BA-04E7-469B-8959-836177F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830" y="2242118"/>
            <a:ext cx="53245" cy="25203"/>
          </a:xfrm>
          <a:custGeom xmlns:a="http://schemas.openxmlformats.org/drawingml/2006/main">
            <a:pathLst>
              <a:path w="53245" h="25203">
                <a:moveTo>
                  <a:pt x="53245" y="0"/>
                </a:moveTo>
                <a:lnTo>
                  <a:pt x="0" y="25203"/>
                </a:lnTo>
              </a:path>
            </a:pathLst>
          </a:custGeom>
          <a:noFill xmlns:a="http://schemas.openxmlformats.org/drawingml/2006/main"/>
          <a:ln xmlns:a="http://schemas.openxmlformats.org/drawingml/2006/main" w="12816">
            <a:solidFill>
              <a:srgbClr val="243143"/>
            </a:solidFill>
            <a:prstDash val="solid"/>
          </a:ln>
        </p:spPr>
      </p:sp>
      <p:sp>
        <p:nvSpPr>
          <p:cNvPr id="1337" name="noise-stroke-015">
            <a:extLst xmlns:a="http://schemas.openxmlformats.org/drawingml/2006/main">
              <a:ext uri="{FF2B5EF4-FFF2-40B4-BE49-F238E27FC236}">
                <a16:creationId xmlns:a16="http://schemas.microsoft.com/office/drawing/2014/main" id="{E759807B-145B-4C19-B8EA-A68012C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058" y="3051067"/>
            <a:ext cx="30528" cy="51397"/>
          </a:xfrm>
          <a:custGeom xmlns:a="http://schemas.openxmlformats.org/drawingml/2006/main">
            <a:pathLst>
              <a:path w="30528" h="51397">
                <a:moveTo>
                  <a:pt x="30528" y="0"/>
                </a:moveTo>
                <a:lnTo>
                  <a:pt x="0" y="51397"/>
                </a:lnTo>
              </a:path>
            </a:pathLst>
          </a:custGeom>
          <a:noFill xmlns:a="http://schemas.openxmlformats.org/drawingml/2006/main"/>
          <a:ln xmlns:a="http://schemas.openxmlformats.org/drawingml/2006/main" w="11421">
            <a:solidFill>
              <a:srgbClr val="435064"/>
            </a:solidFill>
            <a:prstDash val="solid"/>
          </a:ln>
        </p:spPr>
      </p:sp>
      <p:sp>
        <p:nvSpPr>
          <p:cNvPr id="1338" name="noise-stroke-016">
            <a:extLst xmlns:a="http://schemas.openxmlformats.org/drawingml/2006/main">
              <a:ext uri="{FF2B5EF4-FFF2-40B4-BE49-F238E27FC236}">
                <a16:creationId xmlns:a16="http://schemas.microsoft.com/office/drawing/2014/main" id="{6AD00073-0153-4E84-BD64-664C449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71" y="4019264"/>
            <a:ext cx="41643" cy="14716"/>
          </a:xfrm>
          <a:custGeom xmlns:a="http://schemas.openxmlformats.org/drawingml/2006/main">
            <a:pathLst>
              <a:path w="41643" h="14716">
                <a:moveTo>
                  <a:pt x="0" y="0"/>
                </a:moveTo>
                <a:lnTo>
                  <a:pt x="41643" y="14716"/>
                </a:lnTo>
              </a:path>
            </a:pathLst>
          </a:custGeom>
          <a:noFill xmlns:a="http://schemas.openxmlformats.org/drawingml/2006/main"/>
          <a:ln xmlns:a="http://schemas.openxmlformats.org/drawingml/2006/main" w="11496">
            <a:solidFill>
              <a:srgbClr val="101722"/>
            </a:solidFill>
            <a:prstDash val="solid"/>
          </a:ln>
        </p:spPr>
      </p:sp>
      <p:sp>
        <p:nvSpPr>
          <p:cNvPr id="1339" name="noise-stroke-017">
            <a:extLst xmlns:a="http://schemas.openxmlformats.org/drawingml/2006/main">
              <a:ext uri="{FF2B5EF4-FFF2-40B4-BE49-F238E27FC236}">
                <a16:creationId xmlns:a16="http://schemas.microsoft.com/office/drawing/2014/main" id="{5B15F912-EE89-4CF6-BA1B-2D02EF53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930" y="4064813"/>
            <a:ext cx="25679" cy="54283"/>
          </a:xfrm>
          <a:custGeom xmlns:a="http://schemas.openxmlformats.org/drawingml/2006/main">
            <a:pathLst>
              <a:path w="25679" h="54283">
                <a:moveTo>
                  <a:pt x="0" y="54283"/>
                </a:moveTo>
                <a:lnTo>
                  <a:pt x="25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4">
            <a:solidFill>
              <a:srgbClr val="435064"/>
            </a:solidFill>
            <a:prstDash val="solid"/>
          </a:ln>
        </p:spPr>
      </p:sp>
      <p:sp>
        <p:nvSpPr>
          <p:cNvPr id="1340" name="noise-stroke-018">
            <a:extLst xmlns:a="http://schemas.openxmlformats.org/drawingml/2006/main">
              <a:ext uri="{FF2B5EF4-FFF2-40B4-BE49-F238E27FC236}">
                <a16:creationId xmlns:a16="http://schemas.microsoft.com/office/drawing/2014/main" id="{830CE971-25B3-456C-9EA7-9DA3AFFC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53" y="2196722"/>
            <a:ext cx="41310" cy="31509"/>
          </a:xfrm>
          <a:custGeom xmlns:a="http://schemas.openxmlformats.org/drawingml/2006/main">
            <a:pathLst>
              <a:path w="41310" h="31509">
                <a:moveTo>
                  <a:pt x="0" y="0"/>
                </a:moveTo>
                <a:lnTo>
                  <a:pt x="41310" y="31509"/>
                </a:lnTo>
              </a:path>
            </a:pathLst>
          </a:custGeom>
          <a:noFill xmlns:a="http://schemas.openxmlformats.org/drawingml/2006/main"/>
          <a:ln xmlns:a="http://schemas.openxmlformats.org/drawingml/2006/main" w="8144">
            <a:solidFill>
              <a:srgbClr val="101722"/>
            </a:solidFill>
            <a:prstDash val="solid"/>
          </a:ln>
        </p:spPr>
      </p:sp>
      <p:sp>
        <p:nvSpPr>
          <p:cNvPr id="1341" name="noise-stroke-019">
            <a:extLst xmlns:a="http://schemas.openxmlformats.org/drawingml/2006/main">
              <a:ext uri="{FF2B5EF4-FFF2-40B4-BE49-F238E27FC236}">
                <a16:creationId xmlns:a16="http://schemas.microsoft.com/office/drawing/2014/main" id="{E2B2FE01-7B66-474E-AC76-875087F4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054" y="3990899"/>
            <a:ext cx="16840" cy="28070"/>
          </a:xfrm>
          <a:custGeom xmlns:a="http://schemas.openxmlformats.org/drawingml/2006/main">
            <a:pathLst>
              <a:path w="16840" h="28070">
                <a:moveTo>
                  <a:pt x="0" y="28070"/>
                </a:moveTo>
                <a:lnTo>
                  <a:pt x="16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17">
            <a:solidFill>
              <a:srgbClr val="243143"/>
            </a:solidFill>
            <a:prstDash val="solid"/>
          </a:ln>
        </p:spPr>
      </p:sp>
      <p:sp>
        <p:nvSpPr>
          <p:cNvPr id="1342" name="noise-stroke-020">
            <a:extLst xmlns:a="http://schemas.openxmlformats.org/drawingml/2006/main">
              <a:ext uri="{FF2B5EF4-FFF2-40B4-BE49-F238E27FC236}">
                <a16:creationId xmlns:a16="http://schemas.microsoft.com/office/drawing/2014/main" id="{B38CFF93-F93B-49F6-815D-3BBC3827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656" y="3959838"/>
            <a:ext cx="9525" cy="63275"/>
          </a:xfrm>
          <a:custGeom xmlns:a="http://schemas.openxmlformats.org/drawingml/2006/main">
            <a:pathLst>
              <a:path w="9525" h="63275">
                <a:moveTo>
                  <a:pt x="0" y="0"/>
                </a:moveTo>
                <a:lnTo>
                  <a:pt x="838" y="63275"/>
                </a:lnTo>
              </a:path>
            </a:pathLst>
          </a:custGeom>
          <a:noFill xmlns:a="http://schemas.openxmlformats.org/drawingml/2006/main"/>
          <a:ln xmlns:a="http://schemas.openxmlformats.org/drawingml/2006/main" w="9716">
            <a:solidFill>
              <a:srgbClr val="101722"/>
            </a:solidFill>
            <a:prstDash val="solid"/>
          </a:ln>
        </p:spPr>
      </p:sp>
      <p:sp>
        <p:nvSpPr>
          <p:cNvPr id="1343" name="noise-stroke-021">
            <a:extLst xmlns:a="http://schemas.openxmlformats.org/drawingml/2006/main">
              <a:ext uri="{FF2B5EF4-FFF2-40B4-BE49-F238E27FC236}">
                <a16:creationId xmlns:a16="http://schemas.microsoft.com/office/drawing/2014/main" id="{8AFC9ED3-152B-4699-B349-B7B01EA8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876" y="3680365"/>
            <a:ext cx="17031" cy="25508"/>
          </a:xfrm>
          <a:custGeom xmlns:a="http://schemas.openxmlformats.org/drawingml/2006/main">
            <a:pathLst>
              <a:path w="17031" h="25508">
                <a:moveTo>
                  <a:pt x="0" y="25508"/>
                </a:moveTo>
                <a:lnTo>
                  <a:pt x="17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46">
            <a:solidFill>
              <a:srgbClr val="243143"/>
            </a:solidFill>
            <a:prstDash val="solid"/>
          </a:ln>
        </p:spPr>
      </p:sp>
      <p:sp>
        <p:nvSpPr>
          <p:cNvPr id="1344" name="noise-stroke-022">
            <a:extLst xmlns:a="http://schemas.openxmlformats.org/drawingml/2006/main">
              <a:ext uri="{FF2B5EF4-FFF2-40B4-BE49-F238E27FC236}">
                <a16:creationId xmlns:a16="http://schemas.microsoft.com/office/drawing/2014/main" id="{D3EC1E19-C040-41D5-9567-633CEE27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0" y="3677336"/>
            <a:ext cx="66284" cy="9525"/>
          </a:xfrm>
          <a:custGeom xmlns:a="http://schemas.openxmlformats.org/drawingml/2006/main">
            <a:pathLst>
              <a:path w="66284" h="9525">
                <a:moveTo>
                  <a:pt x="66284" y="2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11">
            <a:solidFill>
              <a:srgbClr val="243143"/>
            </a:solidFill>
            <a:prstDash val="solid"/>
          </a:ln>
        </p:spPr>
      </p:sp>
      <p:sp>
        <p:nvSpPr>
          <p:cNvPr id="1345" name="noise-stroke-023">
            <a:extLst xmlns:a="http://schemas.openxmlformats.org/drawingml/2006/main">
              <a:ext uri="{FF2B5EF4-FFF2-40B4-BE49-F238E27FC236}">
                <a16:creationId xmlns:a16="http://schemas.microsoft.com/office/drawing/2014/main" id="{E4744F0E-90F4-4582-B227-446143DC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98" y="2853947"/>
            <a:ext cx="31956" cy="53578"/>
          </a:xfrm>
          <a:custGeom xmlns:a="http://schemas.openxmlformats.org/drawingml/2006/main">
            <a:pathLst>
              <a:path w="31956" h="53578">
                <a:moveTo>
                  <a:pt x="31956" y="535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12">
            <a:solidFill>
              <a:srgbClr val="243143"/>
            </a:solidFill>
            <a:prstDash val="solid"/>
          </a:ln>
        </p:spPr>
      </p:sp>
      <p:sp>
        <p:nvSpPr>
          <p:cNvPr id="1346" name="noise-stroke-024">
            <a:extLst xmlns:a="http://schemas.openxmlformats.org/drawingml/2006/main">
              <a:ext uri="{FF2B5EF4-FFF2-40B4-BE49-F238E27FC236}">
                <a16:creationId xmlns:a16="http://schemas.microsoft.com/office/drawing/2014/main" id="{1DF77F39-F788-4027-AC4A-D1815AA5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041" y="3940845"/>
            <a:ext cx="9525" cy="31042"/>
          </a:xfrm>
          <a:custGeom xmlns:a="http://schemas.openxmlformats.org/drawingml/2006/main">
            <a:pathLst>
              <a:path w="9525" h="31042">
                <a:moveTo>
                  <a:pt x="0" y="0"/>
                </a:moveTo>
                <a:lnTo>
                  <a:pt x="8115" y="31042"/>
                </a:lnTo>
              </a:path>
            </a:pathLst>
          </a:custGeom>
          <a:noFill xmlns:a="http://schemas.openxmlformats.org/drawingml/2006/main"/>
          <a:ln xmlns:a="http://schemas.openxmlformats.org/drawingml/2006/main" w="9162">
            <a:solidFill>
              <a:srgbClr val="101722"/>
            </a:solidFill>
            <a:prstDash val="solid"/>
          </a:ln>
        </p:spPr>
      </p:sp>
      <p:sp>
        <p:nvSpPr>
          <p:cNvPr id="1347" name="noise-stroke-025">
            <a:extLst xmlns:a="http://schemas.openxmlformats.org/drawingml/2006/main">
              <a:ext uri="{FF2B5EF4-FFF2-40B4-BE49-F238E27FC236}">
                <a16:creationId xmlns:a16="http://schemas.microsoft.com/office/drawing/2014/main" id="{B42130F5-65FA-4F7F-A80E-630CAEA4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08" y="2982297"/>
            <a:ext cx="20088" cy="47520"/>
          </a:xfrm>
          <a:custGeom xmlns:a="http://schemas.openxmlformats.org/drawingml/2006/main">
            <a:pathLst>
              <a:path w="20088" h="47520">
                <a:moveTo>
                  <a:pt x="20088" y="47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76">
            <a:solidFill>
              <a:srgbClr val="101722"/>
            </a:solidFill>
            <a:prstDash val="solid"/>
          </a:ln>
        </p:spPr>
      </p:sp>
      <p:sp>
        <p:nvSpPr>
          <p:cNvPr id="1348" name="noise-stroke-026">
            <a:extLst xmlns:a="http://schemas.openxmlformats.org/drawingml/2006/main">
              <a:ext uri="{FF2B5EF4-FFF2-40B4-BE49-F238E27FC236}">
                <a16:creationId xmlns:a16="http://schemas.microsoft.com/office/drawing/2014/main" id="{0256AE82-AA7B-4A8D-8ADB-FE224F9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497" y="4013683"/>
            <a:ext cx="31261" cy="10116"/>
          </a:xfrm>
          <a:custGeom xmlns:a="http://schemas.openxmlformats.org/drawingml/2006/main">
            <a:pathLst>
              <a:path w="31261" h="10116">
                <a:moveTo>
                  <a:pt x="31261" y="0"/>
                </a:moveTo>
                <a:lnTo>
                  <a:pt x="0" y="10116"/>
                </a:lnTo>
              </a:path>
            </a:pathLst>
          </a:custGeom>
          <a:noFill xmlns:a="http://schemas.openxmlformats.org/drawingml/2006/main"/>
          <a:ln xmlns:a="http://schemas.openxmlformats.org/drawingml/2006/main" w="12089">
            <a:solidFill>
              <a:srgbClr val="101722"/>
            </a:solidFill>
            <a:prstDash val="solid"/>
          </a:ln>
        </p:spPr>
      </p:sp>
      <p:sp>
        <p:nvSpPr>
          <p:cNvPr id="1349" name="noise-stroke-027">
            <a:extLst xmlns:a="http://schemas.openxmlformats.org/drawingml/2006/main">
              <a:ext uri="{FF2B5EF4-FFF2-40B4-BE49-F238E27FC236}">
                <a16:creationId xmlns:a16="http://schemas.microsoft.com/office/drawing/2014/main" id="{47C212E7-C7D0-44F8-BA44-41B3D22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485" y="4123668"/>
            <a:ext cx="36138" cy="37309"/>
          </a:xfrm>
          <a:custGeom xmlns:a="http://schemas.openxmlformats.org/drawingml/2006/main">
            <a:pathLst>
              <a:path w="36138" h="37309">
                <a:moveTo>
                  <a:pt x="0" y="0"/>
                </a:moveTo>
                <a:lnTo>
                  <a:pt x="36138" y="37309"/>
                </a:lnTo>
              </a:path>
            </a:pathLst>
          </a:custGeom>
          <a:noFill xmlns:a="http://schemas.openxmlformats.org/drawingml/2006/main"/>
          <a:ln xmlns:a="http://schemas.openxmlformats.org/drawingml/2006/main" w="12499">
            <a:solidFill>
              <a:srgbClr val="101722"/>
            </a:solidFill>
            <a:prstDash val="solid"/>
          </a:ln>
        </p:spPr>
      </p:sp>
      <p:sp>
        <p:nvSpPr>
          <p:cNvPr id="1350" name="noise-stroke-028">
            <a:extLst xmlns:a="http://schemas.openxmlformats.org/drawingml/2006/main">
              <a:ext uri="{FF2B5EF4-FFF2-40B4-BE49-F238E27FC236}">
                <a16:creationId xmlns:a16="http://schemas.microsoft.com/office/drawing/2014/main" id="{98BB5B2E-BE36-4BB6-8F53-646762DA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274" y="3659267"/>
            <a:ext cx="9525" cy="59398"/>
          </a:xfrm>
          <a:custGeom xmlns:a="http://schemas.openxmlformats.org/drawingml/2006/main">
            <a:pathLst>
              <a:path w="9525" h="59398">
                <a:moveTo>
                  <a:pt x="8849" y="593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92">
            <a:solidFill>
              <a:srgbClr val="243143"/>
            </a:solidFill>
            <a:prstDash val="solid"/>
          </a:ln>
        </p:spPr>
      </p:sp>
      <p:sp>
        <p:nvSpPr>
          <p:cNvPr id="1351" name="noise-stroke-029">
            <a:extLst xmlns:a="http://schemas.openxmlformats.org/drawingml/2006/main">
              <a:ext uri="{FF2B5EF4-FFF2-40B4-BE49-F238E27FC236}">
                <a16:creationId xmlns:a16="http://schemas.microsoft.com/office/drawing/2014/main" id="{70D8B169-947C-40F6-8B8E-3EF4145E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881" y="3240491"/>
            <a:ext cx="23365" cy="29880"/>
          </a:xfrm>
          <a:custGeom xmlns:a="http://schemas.openxmlformats.org/drawingml/2006/main">
            <a:pathLst>
              <a:path w="23365" h="29880">
                <a:moveTo>
                  <a:pt x="23365" y="0"/>
                </a:moveTo>
                <a:lnTo>
                  <a:pt x="0" y="29880"/>
                </a:lnTo>
              </a:path>
            </a:pathLst>
          </a:custGeom>
          <a:noFill xmlns:a="http://schemas.openxmlformats.org/drawingml/2006/main"/>
          <a:ln xmlns:a="http://schemas.openxmlformats.org/drawingml/2006/main" w="11259">
            <a:solidFill>
              <a:srgbClr val="243143"/>
            </a:solidFill>
            <a:prstDash val="solid"/>
          </a:ln>
        </p:spPr>
      </p:sp>
      <p:sp>
        <p:nvSpPr>
          <p:cNvPr id="1352" name="noise-stroke-030">
            <a:extLst xmlns:a="http://schemas.openxmlformats.org/drawingml/2006/main">
              <a:ext uri="{FF2B5EF4-FFF2-40B4-BE49-F238E27FC236}">
                <a16:creationId xmlns:a16="http://schemas.microsoft.com/office/drawing/2014/main" id="{0736A9AA-DB71-4E46-BDDD-23C64A2D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475" y="2534450"/>
            <a:ext cx="46387" cy="39319"/>
          </a:xfrm>
          <a:custGeom xmlns:a="http://schemas.openxmlformats.org/drawingml/2006/main">
            <a:pathLst>
              <a:path w="46387" h="39319">
                <a:moveTo>
                  <a:pt x="0" y="0"/>
                </a:moveTo>
                <a:lnTo>
                  <a:pt x="46387" y="39319"/>
                </a:lnTo>
              </a:path>
            </a:pathLst>
          </a:custGeom>
          <a:noFill xmlns:a="http://schemas.openxmlformats.org/drawingml/2006/main"/>
          <a:ln xmlns:a="http://schemas.openxmlformats.org/drawingml/2006/main" w="12385">
            <a:solidFill>
              <a:srgbClr val="101722"/>
            </a:solidFill>
            <a:prstDash val="solid"/>
          </a:ln>
        </p:spPr>
      </p:sp>
      <p:sp>
        <p:nvSpPr>
          <p:cNvPr id="1353" name="noise-stroke-031">
            <a:extLst xmlns:a="http://schemas.openxmlformats.org/drawingml/2006/main">
              <a:ext uri="{FF2B5EF4-FFF2-40B4-BE49-F238E27FC236}">
                <a16:creationId xmlns:a16="http://schemas.microsoft.com/office/drawing/2014/main" id="{EEAE7B21-8806-4371-90F8-F868FC92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46" y="3431562"/>
            <a:ext cx="37652" cy="32052"/>
          </a:xfrm>
          <a:custGeom xmlns:a="http://schemas.openxmlformats.org/drawingml/2006/main">
            <a:pathLst>
              <a:path w="37652" h="32052">
                <a:moveTo>
                  <a:pt x="0" y="32052"/>
                </a:moveTo>
                <a:lnTo>
                  <a:pt x="376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79">
            <a:solidFill>
              <a:srgbClr val="243143"/>
            </a:solidFill>
            <a:prstDash val="solid"/>
          </a:ln>
        </p:spPr>
      </p:sp>
      <p:sp>
        <p:nvSpPr>
          <p:cNvPr id="1354" name="noise-stroke-032">
            <a:extLst xmlns:a="http://schemas.openxmlformats.org/drawingml/2006/main">
              <a:ext uri="{FF2B5EF4-FFF2-40B4-BE49-F238E27FC236}">
                <a16:creationId xmlns:a16="http://schemas.microsoft.com/office/drawing/2014/main" id="{174D22FB-8AB5-4231-8AA6-E8F1CDD7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52" y="2635539"/>
            <a:ext cx="12668" cy="31556"/>
          </a:xfrm>
          <a:custGeom xmlns:a="http://schemas.openxmlformats.org/drawingml/2006/main">
            <a:pathLst>
              <a:path w="12668" h="31556">
                <a:moveTo>
                  <a:pt x="0" y="0"/>
                </a:moveTo>
                <a:lnTo>
                  <a:pt x="12668" y="31556"/>
                </a:lnTo>
              </a:path>
            </a:pathLst>
          </a:custGeom>
          <a:noFill xmlns:a="http://schemas.openxmlformats.org/drawingml/2006/main"/>
          <a:ln xmlns:a="http://schemas.openxmlformats.org/drawingml/2006/main" w="11252">
            <a:solidFill>
              <a:srgbClr val="101722"/>
            </a:solidFill>
            <a:prstDash val="solid"/>
          </a:ln>
        </p:spPr>
      </p:sp>
      <p:sp>
        <p:nvSpPr>
          <p:cNvPr id="1355" name="noise-stroke-033">
            <a:extLst xmlns:a="http://schemas.openxmlformats.org/drawingml/2006/main">
              <a:ext uri="{FF2B5EF4-FFF2-40B4-BE49-F238E27FC236}">
                <a16:creationId xmlns:a16="http://schemas.microsoft.com/office/drawing/2014/main" id="{055FA681-A8CE-43F2-B6AE-6FB2858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10" y="2979372"/>
            <a:ext cx="44167" cy="32661"/>
          </a:xfrm>
          <a:custGeom xmlns:a="http://schemas.openxmlformats.org/drawingml/2006/main">
            <a:pathLst>
              <a:path w="44167" h="32661">
                <a:moveTo>
                  <a:pt x="0" y="32661"/>
                </a:moveTo>
                <a:lnTo>
                  <a:pt x="441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14">
            <a:solidFill>
              <a:srgbClr val="243143"/>
            </a:solidFill>
            <a:prstDash val="solid"/>
          </a:ln>
        </p:spPr>
      </p:sp>
      <p:sp>
        <p:nvSpPr>
          <p:cNvPr id="1356" name="noise-stroke-034">
            <a:extLst xmlns:a="http://schemas.openxmlformats.org/drawingml/2006/main">
              <a:ext uri="{FF2B5EF4-FFF2-40B4-BE49-F238E27FC236}">
                <a16:creationId xmlns:a16="http://schemas.microsoft.com/office/drawing/2014/main" id="{C3E1A0CE-2DD4-452C-8812-18232C04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77" y="3393034"/>
            <a:ext cx="15535" cy="35585"/>
          </a:xfrm>
          <a:custGeom xmlns:a="http://schemas.openxmlformats.org/drawingml/2006/main">
            <a:pathLst>
              <a:path w="15535" h="35585">
                <a:moveTo>
                  <a:pt x="0" y="35585"/>
                </a:moveTo>
                <a:lnTo>
                  <a:pt x="15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306">
            <a:solidFill>
              <a:srgbClr val="243143"/>
            </a:solidFill>
            <a:prstDash val="solid"/>
          </a:ln>
        </p:spPr>
      </p:sp>
      <p:sp>
        <p:nvSpPr>
          <p:cNvPr id="1357" name="noise-stroke-035">
            <a:extLst xmlns:a="http://schemas.openxmlformats.org/drawingml/2006/main">
              <a:ext uri="{FF2B5EF4-FFF2-40B4-BE49-F238E27FC236}">
                <a16:creationId xmlns:a16="http://schemas.microsoft.com/office/drawing/2014/main" id="{2525C0B8-A1BB-49B1-8C3A-349B10EA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8" y="3394596"/>
            <a:ext cx="46806" cy="47387"/>
          </a:xfrm>
          <a:custGeom xmlns:a="http://schemas.openxmlformats.org/drawingml/2006/main">
            <a:pathLst>
              <a:path w="46806" h="47387">
                <a:moveTo>
                  <a:pt x="0" y="0"/>
                </a:moveTo>
                <a:lnTo>
                  <a:pt x="46806" y="47387"/>
                </a:lnTo>
              </a:path>
            </a:pathLst>
          </a:custGeom>
          <a:noFill xmlns:a="http://schemas.openxmlformats.org/drawingml/2006/main"/>
          <a:ln xmlns:a="http://schemas.openxmlformats.org/drawingml/2006/main" w="7875">
            <a:solidFill>
              <a:srgbClr val="243143"/>
            </a:solidFill>
            <a:prstDash val="solid"/>
          </a:ln>
        </p:spPr>
      </p:sp>
      <p:sp>
        <p:nvSpPr>
          <p:cNvPr id="1358" name="noise-stroke-036">
            <a:extLst xmlns:a="http://schemas.openxmlformats.org/drawingml/2006/main">
              <a:ext uri="{FF2B5EF4-FFF2-40B4-BE49-F238E27FC236}">
                <a16:creationId xmlns:a16="http://schemas.microsoft.com/office/drawing/2014/main" id="{EC3942FB-A9B0-4768-AE36-D10BF6EB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578" y="3309337"/>
            <a:ext cx="63808" cy="9525"/>
          </a:xfrm>
          <a:custGeom xmlns:a="http://schemas.openxmlformats.org/drawingml/2006/main">
            <a:pathLst>
              <a:path w="63808" h="9525">
                <a:moveTo>
                  <a:pt x="0" y="3991"/>
                </a:moveTo>
                <a:lnTo>
                  <a:pt x="63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89">
            <a:solidFill>
              <a:srgbClr val="243143"/>
            </a:solidFill>
            <a:prstDash val="solid"/>
          </a:ln>
        </p:spPr>
      </p:sp>
      <p:sp>
        <p:nvSpPr>
          <p:cNvPr id="1359" name="noise-stroke-037">
            <a:extLst xmlns:a="http://schemas.openxmlformats.org/drawingml/2006/main">
              <a:ext uri="{FF2B5EF4-FFF2-40B4-BE49-F238E27FC236}">
                <a16:creationId xmlns:a16="http://schemas.microsoft.com/office/drawing/2014/main" id="{42BF0FEF-9E93-4088-B67D-F62C8BD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66" y="3524507"/>
            <a:ext cx="9525" cy="48778"/>
          </a:xfrm>
          <a:custGeom xmlns:a="http://schemas.openxmlformats.org/drawingml/2006/main">
            <a:pathLst>
              <a:path w="9525" h="48778">
                <a:moveTo>
                  <a:pt x="0" y="48778"/>
                </a:moveTo>
                <a:lnTo>
                  <a:pt x="47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17">
            <a:solidFill>
              <a:srgbClr val="101722"/>
            </a:solidFill>
            <a:prstDash val="solid"/>
          </a:ln>
        </p:spPr>
      </p:sp>
      <p:sp>
        <p:nvSpPr>
          <p:cNvPr id="1360" name="noise-stroke-038">
            <a:extLst xmlns:a="http://schemas.openxmlformats.org/drawingml/2006/main">
              <a:ext uri="{FF2B5EF4-FFF2-40B4-BE49-F238E27FC236}">
                <a16:creationId xmlns:a16="http://schemas.microsoft.com/office/drawing/2014/main" id="{D75A87DD-54AA-4CFB-952E-86AD0955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64" y="3177997"/>
            <a:ext cx="9525" cy="52254"/>
          </a:xfrm>
          <a:custGeom xmlns:a="http://schemas.openxmlformats.org/drawingml/2006/main">
            <a:pathLst>
              <a:path w="9525" h="52254">
                <a:moveTo>
                  <a:pt x="0" y="52254"/>
                </a:moveTo>
                <a:lnTo>
                  <a:pt x="1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96">
            <a:solidFill>
              <a:srgbClr val="6B7685"/>
            </a:solidFill>
            <a:prstDash val="solid"/>
          </a:ln>
        </p:spPr>
      </p:sp>
      <p:sp>
        <p:nvSpPr>
          <p:cNvPr id="1361" name="noise-stroke-039">
            <a:extLst xmlns:a="http://schemas.openxmlformats.org/drawingml/2006/main">
              <a:ext uri="{FF2B5EF4-FFF2-40B4-BE49-F238E27FC236}">
                <a16:creationId xmlns:a16="http://schemas.microsoft.com/office/drawing/2014/main" id="{69421DA4-83D6-4476-BC4B-433C3D92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30" y="3474282"/>
            <a:ext cx="44348" cy="26308"/>
          </a:xfrm>
          <a:custGeom xmlns:a="http://schemas.openxmlformats.org/drawingml/2006/main">
            <a:pathLst>
              <a:path w="44348" h="26308">
                <a:moveTo>
                  <a:pt x="44348" y="0"/>
                </a:moveTo>
                <a:lnTo>
                  <a:pt x="0" y="26308"/>
                </a:lnTo>
              </a:path>
            </a:pathLst>
          </a:custGeom>
          <a:noFill xmlns:a="http://schemas.openxmlformats.org/drawingml/2006/main"/>
          <a:ln xmlns:a="http://schemas.openxmlformats.org/drawingml/2006/main" w="10176">
            <a:solidFill>
              <a:srgbClr val="435064"/>
            </a:solidFill>
            <a:prstDash val="solid"/>
          </a:ln>
        </p:spPr>
      </p:sp>
      <p:sp>
        <p:nvSpPr>
          <p:cNvPr id="1362" name="noise-stroke-040">
            <a:extLst xmlns:a="http://schemas.openxmlformats.org/drawingml/2006/main">
              <a:ext uri="{FF2B5EF4-FFF2-40B4-BE49-F238E27FC236}">
                <a16:creationId xmlns:a16="http://schemas.microsoft.com/office/drawing/2014/main" id="{333D42B0-BF84-462E-8AAE-59A9ADA8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854" y="2310508"/>
            <a:ext cx="30813" cy="9525"/>
          </a:xfrm>
          <a:custGeom xmlns:a="http://schemas.openxmlformats.org/drawingml/2006/main">
            <a:pathLst>
              <a:path w="30813" h="9525">
                <a:moveTo>
                  <a:pt x="0" y="8734"/>
                </a:moveTo>
                <a:lnTo>
                  <a:pt x="30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98">
            <a:solidFill>
              <a:srgbClr val="243143"/>
            </a:solidFill>
            <a:prstDash val="solid"/>
          </a:ln>
        </p:spPr>
      </p:sp>
      <p:sp>
        <p:nvSpPr>
          <p:cNvPr id="1363" name="noise-stroke-041">
            <a:extLst xmlns:a="http://schemas.openxmlformats.org/drawingml/2006/main">
              <a:ext uri="{FF2B5EF4-FFF2-40B4-BE49-F238E27FC236}">
                <a16:creationId xmlns:a16="http://schemas.microsoft.com/office/drawing/2014/main" id="{0D54CD09-1B1A-49D1-858A-555028FF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323" y="2216010"/>
            <a:ext cx="43920" cy="37719"/>
          </a:xfrm>
          <a:custGeom xmlns:a="http://schemas.openxmlformats.org/drawingml/2006/main">
            <a:pathLst>
              <a:path w="43920" h="37719">
                <a:moveTo>
                  <a:pt x="43920" y="377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47">
            <a:solidFill>
              <a:srgbClr val="101722"/>
            </a:solidFill>
            <a:prstDash val="solid"/>
          </a:ln>
        </p:spPr>
      </p:sp>
      <p:sp>
        <p:nvSpPr>
          <p:cNvPr id="1364" name="noise-stroke-042">
            <a:extLst xmlns:a="http://schemas.openxmlformats.org/drawingml/2006/main">
              <a:ext uri="{FF2B5EF4-FFF2-40B4-BE49-F238E27FC236}">
                <a16:creationId xmlns:a16="http://schemas.microsoft.com/office/drawing/2014/main" id="{65A9FBEB-141E-414A-AE14-1A54D765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15" y="3314014"/>
            <a:ext cx="61341" cy="9525"/>
          </a:xfrm>
          <a:custGeom xmlns:a="http://schemas.openxmlformats.org/drawingml/2006/main">
            <a:pathLst>
              <a:path w="61341" h="9525">
                <a:moveTo>
                  <a:pt x="61341" y="24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36">
            <a:solidFill>
              <a:srgbClr val="101722"/>
            </a:solidFill>
            <a:prstDash val="solid"/>
          </a:ln>
        </p:spPr>
      </p:sp>
      <p:sp>
        <p:nvSpPr>
          <p:cNvPr id="1365" name="noise-stroke-043">
            <a:extLst xmlns:a="http://schemas.openxmlformats.org/drawingml/2006/main">
              <a:ext uri="{FF2B5EF4-FFF2-40B4-BE49-F238E27FC236}">
                <a16:creationId xmlns:a16="http://schemas.microsoft.com/office/drawing/2014/main" id="{18366B57-59BB-4B0A-88E6-55C4C7F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19" y="3092415"/>
            <a:ext cx="48301" cy="28337"/>
          </a:xfrm>
          <a:custGeom xmlns:a="http://schemas.openxmlformats.org/drawingml/2006/main">
            <a:pathLst>
              <a:path w="48301" h="28337">
                <a:moveTo>
                  <a:pt x="0" y="28337"/>
                </a:moveTo>
                <a:lnTo>
                  <a:pt x="483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10">
            <a:solidFill>
              <a:srgbClr val="243143"/>
            </a:solidFill>
            <a:prstDash val="solid"/>
          </a:ln>
        </p:spPr>
      </p:sp>
      <p:sp>
        <p:nvSpPr>
          <p:cNvPr id="1366" name="noise-stroke-044">
            <a:extLst xmlns:a="http://schemas.openxmlformats.org/drawingml/2006/main">
              <a:ext uri="{FF2B5EF4-FFF2-40B4-BE49-F238E27FC236}">
                <a16:creationId xmlns:a16="http://schemas.microsoft.com/office/drawing/2014/main" id="{3C26CA62-5981-4346-BECC-F810DEA0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61" y="4141232"/>
            <a:ext cx="41634" cy="32137"/>
          </a:xfrm>
          <a:custGeom xmlns:a="http://schemas.openxmlformats.org/drawingml/2006/main">
            <a:pathLst>
              <a:path w="41634" h="32137">
                <a:moveTo>
                  <a:pt x="41634" y="0"/>
                </a:moveTo>
                <a:lnTo>
                  <a:pt x="0" y="32137"/>
                </a:lnTo>
              </a:path>
            </a:pathLst>
          </a:custGeom>
          <a:noFill xmlns:a="http://schemas.openxmlformats.org/drawingml/2006/main"/>
          <a:ln xmlns:a="http://schemas.openxmlformats.org/drawingml/2006/main" w="8340">
            <a:solidFill>
              <a:srgbClr val="101722"/>
            </a:solidFill>
            <a:prstDash val="solid"/>
          </a:ln>
        </p:spPr>
      </p:sp>
      <p:sp>
        <p:nvSpPr>
          <p:cNvPr id="1367" name="noise-stroke-045">
            <a:extLst xmlns:a="http://schemas.openxmlformats.org/drawingml/2006/main">
              <a:ext uri="{FF2B5EF4-FFF2-40B4-BE49-F238E27FC236}">
                <a16:creationId xmlns:a16="http://schemas.microsoft.com/office/drawing/2014/main" id="{40C512A2-AF49-42A8-9CBE-44471106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94" y="2539070"/>
            <a:ext cx="22774" cy="30613"/>
          </a:xfrm>
          <a:custGeom xmlns:a="http://schemas.openxmlformats.org/drawingml/2006/main">
            <a:pathLst>
              <a:path w="22774" h="30613">
                <a:moveTo>
                  <a:pt x="22774" y="0"/>
                </a:moveTo>
                <a:lnTo>
                  <a:pt x="0" y="30613"/>
                </a:lnTo>
              </a:path>
            </a:pathLst>
          </a:custGeom>
          <a:noFill xmlns:a="http://schemas.openxmlformats.org/drawingml/2006/main"/>
          <a:ln xmlns:a="http://schemas.openxmlformats.org/drawingml/2006/main" w="8628">
            <a:solidFill>
              <a:srgbClr val="243143"/>
            </a:solidFill>
            <a:prstDash val="solid"/>
          </a:ln>
        </p:spPr>
      </p:sp>
      <p:sp>
        <p:nvSpPr>
          <p:cNvPr id="1368" name="noise-stroke-046">
            <a:extLst xmlns:a="http://schemas.openxmlformats.org/drawingml/2006/main">
              <a:ext uri="{FF2B5EF4-FFF2-40B4-BE49-F238E27FC236}">
                <a16:creationId xmlns:a16="http://schemas.microsoft.com/office/drawing/2014/main" id="{F08F7861-A833-4018-9F60-C4CACCDA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124" y="3561350"/>
            <a:ext cx="16202" cy="53559"/>
          </a:xfrm>
          <a:custGeom xmlns:a="http://schemas.openxmlformats.org/drawingml/2006/main">
            <a:pathLst>
              <a:path w="16202" h="53559">
                <a:moveTo>
                  <a:pt x="0" y="53559"/>
                </a:moveTo>
                <a:lnTo>
                  <a:pt x="16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62">
            <a:solidFill>
              <a:srgbClr val="435064"/>
            </a:solidFill>
            <a:prstDash val="solid"/>
          </a:ln>
        </p:spPr>
      </p:sp>
      <p:sp>
        <p:nvSpPr>
          <p:cNvPr id="1369" name="noise-stroke-047">
            <a:extLst xmlns:a="http://schemas.openxmlformats.org/drawingml/2006/main">
              <a:ext uri="{FF2B5EF4-FFF2-40B4-BE49-F238E27FC236}">
                <a16:creationId xmlns:a16="http://schemas.microsoft.com/office/drawing/2014/main" id="{6D161ACB-EEF6-4230-831E-D116BA3F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27" y="2711272"/>
            <a:ext cx="31128" cy="9525"/>
          </a:xfrm>
          <a:custGeom xmlns:a="http://schemas.openxmlformats.org/drawingml/2006/main">
            <a:pathLst>
              <a:path w="31128" h="9525">
                <a:moveTo>
                  <a:pt x="31128" y="0"/>
                </a:moveTo>
                <a:lnTo>
                  <a:pt x="0" y="3467"/>
                </a:lnTo>
              </a:path>
            </a:pathLst>
          </a:custGeom>
          <a:noFill xmlns:a="http://schemas.openxmlformats.org/drawingml/2006/main"/>
          <a:ln xmlns:a="http://schemas.openxmlformats.org/drawingml/2006/main" w="11167">
            <a:solidFill>
              <a:srgbClr val="101722"/>
            </a:solidFill>
            <a:prstDash val="solid"/>
          </a:ln>
        </p:spPr>
      </p:sp>
      <p:sp>
        <p:nvSpPr>
          <p:cNvPr id="1370" name="noise-stroke-048">
            <a:extLst xmlns:a="http://schemas.openxmlformats.org/drawingml/2006/main">
              <a:ext uri="{FF2B5EF4-FFF2-40B4-BE49-F238E27FC236}">
                <a16:creationId xmlns:a16="http://schemas.microsoft.com/office/drawing/2014/main" id="{CC997D40-57C5-416A-AF95-900C25CB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092" y="3634369"/>
            <a:ext cx="17831" cy="61703"/>
          </a:xfrm>
          <a:custGeom xmlns:a="http://schemas.openxmlformats.org/drawingml/2006/main">
            <a:pathLst>
              <a:path w="17831" h="61703">
                <a:moveTo>
                  <a:pt x="17831" y="0"/>
                </a:moveTo>
                <a:lnTo>
                  <a:pt x="0" y="61703"/>
                </a:lnTo>
              </a:path>
            </a:pathLst>
          </a:custGeom>
          <a:noFill xmlns:a="http://schemas.openxmlformats.org/drawingml/2006/main"/>
          <a:ln xmlns:a="http://schemas.openxmlformats.org/drawingml/2006/main" w="12435">
            <a:solidFill>
              <a:srgbClr val="101722"/>
            </a:solidFill>
            <a:prstDash val="solid"/>
          </a:ln>
        </p:spPr>
      </p:sp>
      <p:sp>
        <p:nvSpPr>
          <p:cNvPr id="1371" name="noise-stroke-049">
            <a:extLst xmlns:a="http://schemas.openxmlformats.org/drawingml/2006/main">
              <a:ext uri="{FF2B5EF4-FFF2-40B4-BE49-F238E27FC236}">
                <a16:creationId xmlns:a16="http://schemas.microsoft.com/office/drawing/2014/main" id="{45782535-EDE8-40EE-94DA-A366C00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25" y="2854414"/>
            <a:ext cx="46653" cy="32337"/>
          </a:xfrm>
          <a:custGeom xmlns:a="http://schemas.openxmlformats.org/drawingml/2006/main">
            <a:pathLst>
              <a:path w="46653" h="32337">
                <a:moveTo>
                  <a:pt x="46653" y="323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48">
            <a:solidFill>
              <a:srgbClr val="101722"/>
            </a:solidFill>
            <a:prstDash val="solid"/>
          </a:ln>
        </p:spPr>
      </p:sp>
      <p:sp>
        <p:nvSpPr>
          <p:cNvPr id="1372" name="noise-stroke-050">
            <a:extLst xmlns:a="http://schemas.openxmlformats.org/drawingml/2006/main">
              <a:ext uri="{FF2B5EF4-FFF2-40B4-BE49-F238E27FC236}">
                <a16:creationId xmlns:a16="http://schemas.microsoft.com/office/drawing/2014/main" id="{DAC84944-23ED-4C69-A836-47CF6A2C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359" y="2514629"/>
            <a:ext cx="23670" cy="46025"/>
          </a:xfrm>
          <a:custGeom xmlns:a="http://schemas.openxmlformats.org/drawingml/2006/main">
            <a:pathLst>
              <a:path w="23670" h="46025">
                <a:moveTo>
                  <a:pt x="0" y="0"/>
                </a:moveTo>
                <a:lnTo>
                  <a:pt x="23670" y="46025"/>
                </a:lnTo>
              </a:path>
            </a:pathLst>
          </a:custGeom>
          <a:noFill xmlns:a="http://schemas.openxmlformats.org/drawingml/2006/main"/>
          <a:ln xmlns:a="http://schemas.openxmlformats.org/drawingml/2006/main" w="9005">
            <a:solidFill>
              <a:srgbClr val="243143"/>
            </a:solidFill>
            <a:prstDash val="solid"/>
          </a:ln>
        </p:spPr>
      </p:sp>
      <p:sp>
        <p:nvSpPr>
          <p:cNvPr id="1373" name="noise-stroke-051">
            <a:extLst xmlns:a="http://schemas.openxmlformats.org/drawingml/2006/main">
              <a:ext uri="{FF2B5EF4-FFF2-40B4-BE49-F238E27FC236}">
                <a16:creationId xmlns:a16="http://schemas.microsoft.com/office/drawing/2014/main" id="{064D688A-C841-4D3E-9F78-6671B6D6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04" y="2276913"/>
            <a:ext cx="49397" cy="9525"/>
          </a:xfrm>
          <a:custGeom xmlns:a="http://schemas.openxmlformats.org/drawingml/2006/main">
            <a:pathLst>
              <a:path w="49397" h="9525">
                <a:moveTo>
                  <a:pt x="49397" y="0"/>
                </a:moveTo>
                <a:lnTo>
                  <a:pt x="0" y="1781"/>
                </a:lnTo>
              </a:path>
            </a:pathLst>
          </a:custGeom>
          <a:noFill xmlns:a="http://schemas.openxmlformats.org/drawingml/2006/main"/>
          <a:ln xmlns:a="http://schemas.openxmlformats.org/drawingml/2006/main" w="8898">
            <a:solidFill>
              <a:srgbClr val="243143"/>
            </a:solidFill>
            <a:prstDash val="solid"/>
          </a:ln>
        </p:spPr>
      </p:sp>
      <p:sp>
        <p:nvSpPr>
          <p:cNvPr id="1374" name="noise-stroke-052">
            <a:extLst xmlns:a="http://schemas.openxmlformats.org/drawingml/2006/main">
              <a:ext uri="{FF2B5EF4-FFF2-40B4-BE49-F238E27FC236}">
                <a16:creationId xmlns:a16="http://schemas.microsoft.com/office/drawing/2014/main" id="{FB877A41-5A0B-4E4F-AF39-4CA54D98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988" y="3050315"/>
            <a:ext cx="48444" cy="29994"/>
          </a:xfrm>
          <a:custGeom xmlns:a="http://schemas.openxmlformats.org/drawingml/2006/main">
            <a:pathLst>
              <a:path w="48444" h="29994">
                <a:moveTo>
                  <a:pt x="48444" y="0"/>
                </a:moveTo>
                <a:lnTo>
                  <a:pt x="0" y="29994"/>
                </a:lnTo>
              </a:path>
            </a:pathLst>
          </a:custGeom>
          <a:noFill xmlns:a="http://schemas.openxmlformats.org/drawingml/2006/main"/>
          <a:ln xmlns:a="http://schemas.openxmlformats.org/drawingml/2006/main" w="9969">
            <a:solidFill>
              <a:srgbClr val="101722"/>
            </a:solidFill>
            <a:prstDash val="solid"/>
          </a:ln>
        </p:spPr>
      </p:sp>
      <p:sp>
        <p:nvSpPr>
          <p:cNvPr id="1375" name="noise-stroke-053">
            <a:extLst xmlns:a="http://schemas.openxmlformats.org/drawingml/2006/main">
              <a:ext uri="{FF2B5EF4-FFF2-40B4-BE49-F238E27FC236}">
                <a16:creationId xmlns:a16="http://schemas.microsoft.com/office/drawing/2014/main" id="{084A10E5-0178-4467-A06E-2AD8117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96" y="2170986"/>
            <a:ext cx="11373" cy="38595"/>
          </a:xfrm>
          <a:custGeom xmlns:a="http://schemas.openxmlformats.org/drawingml/2006/main">
            <a:pathLst>
              <a:path w="11373" h="38595">
                <a:moveTo>
                  <a:pt x="0" y="0"/>
                </a:moveTo>
                <a:lnTo>
                  <a:pt x="11373" y="38595"/>
                </a:lnTo>
              </a:path>
            </a:pathLst>
          </a:custGeom>
          <a:noFill xmlns:a="http://schemas.openxmlformats.org/drawingml/2006/main"/>
          <a:ln xmlns:a="http://schemas.openxmlformats.org/drawingml/2006/main" w="11831">
            <a:solidFill>
              <a:srgbClr val="435064"/>
            </a:solidFill>
            <a:prstDash val="solid"/>
          </a:ln>
        </p:spPr>
      </p:sp>
      <p:sp>
        <p:nvSpPr>
          <p:cNvPr id="1376" name="noise-stroke-054">
            <a:extLst xmlns:a="http://schemas.openxmlformats.org/drawingml/2006/main">
              <a:ext uri="{FF2B5EF4-FFF2-40B4-BE49-F238E27FC236}">
                <a16:creationId xmlns:a16="http://schemas.microsoft.com/office/drawing/2014/main" id="{B28E1C6C-6D2D-4902-8985-4EBAC734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493" y="3326120"/>
            <a:ext cx="30204" cy="9525"/>
          </a:xfrm>
          <a:custGeom xmlns:a="http://schemas.openxmlformats.org/drawingml/2006/main">
            <a:pathLst>
              <a:path w="30204" h="9525">
                <a:moveTo>
                  <a:pt x="0" y="2686"/>
                </a:moveTo>
                <a:lnTo>
                  <a:pt x="30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9">
            <a:solidFill>
              <a:srgbClr val="435064"/>
            </a:solidFill>
            <a:prstDash val="solid"/>
          </a:ln>
        </p:spPr>
      </p:sp>
      <p:sp>
        <p:nvSpPr>
          <p:cNvPr id="1377" name="noise-stroke-055">
            <a:extLst xmlns:a="http://schemas.openxmlformats.org/drawingml/2006/main">
              <a:ext uri="{FF2B5EF4-FFF2-40B4-BE49-F238E27FC236}">
                <a16:creationId xmlns:a16="http://schemas.microsoft.com/office/drawing/2014/main" id="{F917B5BA-BE01-462D-87AB-0D2F202A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31" y="3543033"/>
            <a:ext cx="39700" cy="48368"/>
          </a:xfrm>
          <a:custGeom xmlns:a="http://schemas.openxmlformats.org/drawingml/2006/main">
            <a:pathLst>
              <a:path w="39700" h="48368">
                <a:moveTo>
                  <a:pt x="0" y="0"/>
                </a:moveTo>
                <a:lnTo>
                  <a:pt x="39700" y="48368"/>
                </a:lnTo>
              </a:path>
            </a:pathLst>
          </a:custGeom>
          <a:noFill xmlns:a="http://schemas.openxmlformats.org/drawingml/2006/main"/>
          <a:ln xmlns:a="http://schemas.openxmlformats.org/drawingml/2006/main" w="11737">
            <a:solidFill>
              <a:srgbClr val="101722"/>
            </a:solidFill>
            <a:prstDash val="solid"/>
          </a:ln>
        </p:spPr>
      </p:sp>
      <p:sp>
        <p:nvSpPr>
          <p:cNvPr id="1378" name="noise-stroke-056">
            <a:extLst xmlns:a="http://schemas.openxmlformats.org/drawingml/2006/main">
              <a:ext uri="{FF2B5EF4-FFF2-40B4-BE49-F238E27FC236}">
                <a16:creationId xmlns:a16="http://schemas.microsoft.com/office/drawing/2014/main" id="{A1D6AD77-419C-44E3-812C-2A210401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60" y="2656151"/>
            <a:ext cx="9525" cy="40653"/>
          </a:xfrm>
          <a:custGeom xmlns:a="http://schemas.openxmlformats.org/drawingml/2006/main">
            <a:pathLst>
              <a:path w="9525" h="40653">
                <a:moveTo>
                  <a:pt x="8401" y="0"/>
                </a:moveTo>
                <a:lnTo>
                  <a:pt x="0" y="40653"/>
                </a:lnTo>
              </a:path>
            </a:pathLst>
          </a:custGeom>
          <a:noFill xmlns:a="http://schemas.openxmlformats.org/drawingml/2006/main"/>
          <a:ln xmlns:a="http://schemas.openxmlformats.org/drawingml/2006/main" w="8066">
            <a:solidFill>
              <a:srgbClr val="435064"/>
            </a:solidFill>
            <a:prstDash val="solid"/>
          </a:ln>
        </p:spPr>
      </p:sp>
      <p:sp>
        <p:nvSpPr>
          <p:cNvPr id="1379" name="noise-stroke-057">
            <a:extLst xmlns:a="http://schemas.openxmlformats.org/drawingml/2006/main">
              <a:ext uri="{FF2B5EF4-FFF2-40B4-BE49-F238E27FC236}">
                <a16:creationId xmlns:a16="http://schemas.microsoft.com/office/drawing/2014/main" id="{692F61DB-BC33-4692-9D6B-063ED0D5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485" y="2958779"/>
            <a:ext cx="9525" cy="65275"/>
          </a:xfrm>
          <a:custGeom xmlns:a="http://schemas.openxmlformats.org/drawingml/2006/main">
            <a:pathLst>
              <a:path w="9525" h="65275">
                <a:moveTo>
                  <a:pt x="3372" y="6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50">
            <a:solidFill>
              <a:srgbClr val="243143"/>
            </a:solidFill>
            <a:prstDash val="solid"/>
          </a:ln>
        </p:spPr>
      </p:sp>
      <p:sp>
        <p:nvSpPr>
          <p:cNvPr id="1380" name="noise-stroke-058">
            <a:extLst xmlns:a="http://schemas.openxmlformats.org/drawingml/2006/main">
              <a:ext uri="{FF2B5EF4-FFF2-40B4-BE49-F238E27FC236}">
                <a16:creationId xmlns:a16="http://schemas.microsoft.com/office/drawing/2014/main" id="{8FEBE6A7-BEDA-473A-B454-2E48E59A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601" y="3658029"/>
            <a:ext cx="17316" cy="58112"/>
          </a:xfrm>
          <a:custGeom xmlns:a="http://schemas.openxmlformats.org/drawingml/2006/main">
            <a:pathLst>
              <a:path w="17316" h="58112">
                <a:moveTo>
                  <a:pt x="0" y="0"/>
                </a:moveTo>
                <a:lnTo>
                  <a:pt x="17316" y="58112"/>
                </a:lnTo>
              </a:path>
            </a:pathLst>
          </a:custGeom>
          <a:noFill xmlns:a="http://schemas.openxmlformats.org/drawingml/2006/main"/>
          <a:ln xmlns:a="http://schemas.openxmlformats.org/drawingml/2006/main" w="12053">
            <a:solidFill>
              <a:srgbClr val="435064"/>
            </a:solidFill>
            <a:prstDash val="solid"/>
          </a:ln>
        </p:spPr>
      </p:sp>
      <p:sp>
        <p:nvSpPr>
          <p:cNvPr id="1381" name="noise-stroke-059">
            <a:extLst xmlns:a="http://schemas.openxmlformats.org/drawingml/2006/main">
              <a:ext uri="{FF2B5EF4-FFF2-40B4-BE49-F238E27FC236}">
                <a16:creationId xmlns:a16="http://schemas.microsoft.com/office/drawing/2014/main" id="{B7096B7B-8980-4333-BFF7-73A52DF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73" y="2731541"/>
            <a:ext cx="23555" cy="55616"/>
          </a:xfrm>
          <a:custGeom xmlns:a="http://schemas.openxmlformats.org/drawingml/2006/main">
            <a:pathLst>
              <a:path w="23555" h="55616">
                <a:moveTo>
                  <a:pt x="0" y="0"/>
                </a:moveTo>
                <a:lnTo>
                  <a:pt x="23555" y="55616"/>
                </a:lnTo>
              </a:path>
            </a:pathLst>
          </a:custGeom>
          <a:noFill xmlns:a="http://schemas.openxmlformats.org/drawingml/2006/main"/>
          <a:ln xmlns:a="http://schemas.openxmlformats.org/drawingml/2006/main" w="7912">
            <a:solidFill>
              <a:srgbClr val="243143"/>
            </a:solidFill>
            <a:prstDash val="solid"/>
          </a:ln>
        </p:spPr>
      </p:sp>
      <p:sp>
        <p:nvSpPr>
          <p:cNvPr id="1382" name="noise-stroke-060">
            <a:extLst xmlns:a="http://schemas.openxmlformats.org/drawingml/2006/main">
              <a:ext uri="{FF2B5EF4-FFF2-40B4-BE49-F238E27FC236}">
                <a16:creationId xmlns:a16="http://schemas.microsoft.com/office/drawing/2014/main" id="{CFC79508-3207-4EA9-B426-0629B18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488" y="2909002"/>
            <a:ext cx="26060" cy="21517"/>
          </a:xfrm>
          <a:custGeom xmlns:a="http://schemas.openxmlformats.org/drawingml/2006/main">
            <a:pathLst>
              <a:path w="26060" h="21517">
                <a:moveTo>
                  <a:pt x="0" y="0"/>
                </a:moveTo>
                <a:lnTo>
                  <a:pt x="26060" y="21517"/>
                </a:lnTo>
              </a:path>
            </a:pathLst>
          </a:custGeom>
          <a:noFill xmlns:a="http://schemas.openxmlformats.org/drawingml/2006/main"/>
          <a:ln xmlns:a="http://schemas.openxmlformats.org/drawingml/2006/main" w="10911">
            <a:solidFill>
              <a:srgbClr val="101722"/>
            </a:solidFill>
            <a:prstDash val="solid"/>
          </a:ln>
        </p:spPr>
      </p:sp>
      <p:sp>
        <p:nvSpPr>
          <p:cNvPr id="1383" name="noise-stroke-061">
            <a:extLst xmlns:a="http://schemas.openxmlformats.org/drawingml/2006/main">
              <a:ext uri="{FF2B5EF4-FFF2-40B4-BE49-F238E27FC236}">
                <a16:creationId xmlns:a16="http://schemas.microsoft.com/office/drawing/2014/main" id="{14178387-1F60-4AB8-AB18-981FC2F9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778" y="3130734"/>
            <a:ext cx="9525" cy="51359"/>
          </a:xfrm>
          <a:custGeom xmlns:a="http://schemas.openxmlformats.org/drawingml/2006/main">
            <a:pathLst>
              <a:path w="9525" h="51359">
                <a:moveTo>
                  <a:pt x="2286" y="0"/>
                </a:moveTo>
                <a:lnTo>
                  <a:pt x="0" y="51359"/>
                </a:lnTo>
              </a:path>
            </a:pathLst>
          </a:custGeom>
          <a:noFill xmlns:a="http://schemas.openxmlformats.org/drawingml/2006/main"/>
          <a:ln xmlns:a="http://schemas.openxmlformats.org/drawingml/2006/main" w="10809">
            <a:solidFill>
              <a:srgbClr val="101722"/>
            </a:solidFill>
            <a:prstDash val="solid"/>
          </a:ln>
        </p:spPr>
      </p:sp>
      <p:sp>
        <p:nvSpPr>
          <p:cNvPr id="1384" name="noise-stroke-062">
            <a:extLst xmlns:a="http://schemas.openxmlformats.org/drawingml/2006/main">
              <a:ext uri="{FF2B5EF4-FFF2-40B4-BE49-F238E27FC236}">
                <a16:creationId xmlns:a16="http://schemas.microsoft.com/office/drawing/2014/main" id="{1020521D-84E3-43AC-8A52-8E9F7E7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475" y="3921023"/>
            <a:ext cx="27527" cy="17736"/>
          </a:xfrm>
          <a:custGeom xmlns:a="http://schemas.openxmlformats.org/drawingml/2006/main">
            <a:pathLst>
              <a:path w="27527" h="17736">
                <a:moveTo>
                  <a:pt x="27527" y="177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93">
            <a:solidFill>
              <a:srgbClr val="435064"/>
            </a:solidFill>
            <a:prstDash val="solid"/>
          </a:ln>
        </p:spPr>
      </p:sp>
      <p:sp>
        <p:nvSpPr>
          <p:cNvPr id="1385" name="noise-stroke-063">
            <a:extLst xmlns:a="http://schemas.openxmlformats.org/drawingml/2006/main">
              <a:ext uri="{FF2B5EF4-FFF2-40B4-BE49-F238E27FC236}">
                <a16:creationId xmlns:a16="http://schemas.microsoft.com/office/drawing/2014/main" id="{B1F2B48A-E69B-47A3-9E50-85B77FCD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39" y="2578837"/>
            <a:ext cx="15678" cy="25089"/>
          </a:xfrm>
          <a:custGeom xmlns:a="http://schemas.openxmlformats.org/drawingml/2006/main">
            <a:pathLst>
              <a:path w="15678" h="25089">
                <a:moveTo>
                  <a:pt x="0" y="25089"/>
                </a:moveTo>
                <a:lnTo>
                  <a:pt x="156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47">
            <a:solidFill>
              <a:srgbClr val="6B7685"/>
            </a:solidFill>
            <a:prstDash val="solid"/>
          </a:ln>
        </p:spPr>
      </p:sp>
      <p:sp>
        <p:nvSpPr>
          <p:cNvPr id="1386" name="noise-stroke-064">
            <a:extLst xmlns:a="http://schemas.openxmlformats.org/drawingml/2006/main">
              <a:ext uri="{FF2B5EF4-FFF2-40B4-BE49-F238E27FC236}">
                <a16:creationId xmlns:a16="http://schemas.microsoft.com/office/drawing/2014/main" id="{65463216-D768-4A9B-AE37-C4D9072D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77" y="3697529"/>
            <a:ext cx="25984" cy="28642"/>
          </a:xfrm>
          <a:custGeom xmlns:a="http://schemas.openxmlformats.org/drawingml/2006/main">
            <a:pathLst>
              <a:path w="25984" h="28642">
                <a:moveTo>
                  <a:pt x="25984" y="0"/>
                </a:moveTo>
                <a:lnTo>
                  <a:pt x="0" y="28642"/>
                </a:lnTo>
              </a:path>
            </a:pathLst>
          </a:custGeom>
          <a:noFill xmlns:a="http://schemas.openxmlformats.org/drawingml/2006/main"/>
          <a:ln xmlns:a="http://schemas.openxmlformats.org/drawingml/2006/main" w="11590">
            <a:solidFill>
              <a:srgbClr val="101722"/>
            </a:solidFill>
            <a:prstDash val="solid"/>
          </a:ln>
        </p:spPr>
      </p:sp>
      <p:sp>
        <p:nvSpPr>
          <p:cNvPr id="1387" name="noise-stroke-065">
            <a:extLst xmlns:a="http://schemas.openxmlformats.org/drawingml/2006/main">
              <a:ext uri="{FF2B5EF4-FFF2-40B4-BE49-F238E27FC236}">
                <a16:creationId xmlns:a16="http://schemas.microsoft.com/office/drawing/2014/main" id="{835BA2EC-4722-45DF-871C-84CD43E0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10" y="2914755"/>
            <a:ext cx="11478" cy="26699"/>
          </a:xfrm>
          <a:custGeom xmlns:a="http://schemas.openxmlformats.org/drawingml/2006/main">
            <a:pathLst>
              <a:path w="11478" h="26699">
                <a:moveTo>
                  <a:pt x="11478" y="266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65">
            <a:solidFill>
              <a:srgbClr val="101722"/>
            </a:solidFill>
            <a:prstDash val="solid"/>
          </a:ln>
        </p:spPr>
      </p:sp>
      <p:sp>
        <p:nvSpPr>
          <p:cNvPr id="1388" name="noise-stroke-066">
            <a:extLst xmlns:a="http://schemas.openxmlformats.org/drawingml/2006/main">
              <a:ext uri="{FF2B5EF4-FFF2-40B4-BE49-F238E27FC236}">
                <a16:creationId xmlns:a16="http://schemas.microsoft.com/office/drawing/2014/main" id="{DE3BFECC-720E-4107-92D3-B8F4109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90" y="3262998"/>
            <a:ext cx="52540" cy="9525"/>
          </a:xfrm>
          <a:custGeom xmlns:a="http://schemas.openxmlformats.org/drawingml/2006/main">
            <a:pathLst>
              <a:path w="52540" h="9525">
                <a:moveTo>
                  <a:pt x="0" y="0"/>
                </a:moveTo>
                <a:lnTo>
                  <a:pt x="52540" y="3781"/>
                </a:lnTo>
              </a:path>
            </a:pathLst>
          </a:custGeom>
          <a:noFill xmlns:a="http://schemas.openxmlformats.org/drawingml/2006/main"/>
          <a:ln xmlns:a="http://schemas.openxmlformats.org/drawingml/2006/main" w="12452">
            <a:solidFill>
              <a:srgbClr val="101722"/>
            </a:solidFill>
            <a:prstDash val="solid"/>
          </a:ln>
        </p:spPr>
      </p:sp>
      <p:sp>
        <p:nvSpPr>
          <p:cNvPr id="1389" name="noise-stroke-067">
            <a:extLst xmlns:a="http://schemas.openxmlformats.org/drawingml/2006/main">
              <a:ext uri="{FF2B5EF4-FFF2-40B4-BE49-F238E27FC236}">
                <a16:creationId xmlns:a16="http://schemas.microsoft.com/office/drawing/2014/main" id="{59A8E8EB-6488-4FEA-B5C3-4CF1EFD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500" y="2917222"/>
            <a:ext cx="37148" cy="22088"/>
          </a:xfrm>
          <a:custGeom xmlns:a="http://schemas.openxmlformats.org/drawingml/2006/main">
            <a:pathLst>
              <a:path w="37148" h="22088">
                <a:moveTo>
                  <a:pt x="37148" y="220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4">
            <a:solidFill>
              <a:srgbClr val="243143"/>
            </a:solidFill>
            <a:prstDash val="solid"/>
          </a:ln>
        </p:spPr>
      </p:sp>
      <p:sp>
        <p:nvSpPr>
          <p:cNvPr id="1390" name="noise-stroke-068">
            <a:extLst xmlns:a="http://schemas.openxmlformats.org/drawingml/2006/main">
              <a:ext uri="{FF2B5EF4-FFF2-40B4-BE49-F238E27FC236}">
                <a16:creationId xmlns:a16="http://schemas.microsoft.com/office/drawing/2014/main" id="{53735346-7038-452E-8273-29C41D83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098" y="3693052"/>
            <a:ext cx="53778" cy="13716"/>
          </a:xfrm>
          <a:custGeom xmlns:a="http://schemas.openxmlformats.org/drawingml/2006/main">
            <a:pathLst>
              <a:path w="53778" h="13716">
                <a:moveTo>
                  <a:pt x="53778" y="0"/>
                </a:moveTo>
                <a:lnTo>
                  <a:pt x="0" y="13716"/>
                </a:lnTo>
              </a:path>
            </a:pathLst>
          </a:custGeom>
          <a:noFill xmlns:a="http://schemas.openxmlformats.org/drawingml/2006/main"/>
          <a:ln xmlns:a="http://schemas.openxmlformats.org/drawingml/2006/main" w="10560">
            <a:solidFill>
              <a:srgbClr val="6B7685"/>
            </a:solidFill>
            <a:prstDash val="solid"/>
          </a:ln>
        </p:spPr>
      </p:sp>
      <p:sp>
        <p:nvSpPr>
          <p:cNvPr id="1391" name="noise-stroke-069">
            <a:extLst xmlns:a="http://schemas.openxmlformats.org/drawingml/2006/main">
              <a:ext uri="{FF2B5EF4-FFF2-40B4-BE49-F238E27FC236}">
                <a16:creationId xmlns:a16="http://schemas.microsoft.com/office/drawing/2014/main" id="{DDB420EB-8955-4E72-BB55-A6DD8E53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456" y="2492264"/>
            <a:ext cx="46777" cy="43272"/>
          </a:xfrm>
          <a:custGeom xmlns:a="http://schemas.openxmlformats.org/drawingml/2006/main">
            <a:pathLst>
              <a:path w="46777" h="43272">
                <a:moveTo>
                  <a:pt x="0" y="43272"/>
                </a:moveTo>
                <a:lnTo>
                  <a:pt x="46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14">
            <a:solidFill>
              <a:srgbClr val="101722"/>
            </a:solidFill>
            <a:prstDash val="solid"/>
          </a:ln>
        </p:spPr>
      </p:sp>
      <p:sp>
        <p:nvSpPr>
          <p:cNvPr id="1392" name="noise-stroke-070">
            <a:extLst xmlns:a="http://schemas.openxmlformats.org/drawingml/2006/main">
              <a:ext uri="{FF2B5EF4-FFF2-40B4-BE49-F238E27FC236}">
                <a16:creationId xmlns:a16="http://schemas.microsoft.com/office/drawing/2014/main" id="{39EC3501-A106-4F37-A6AE-E146F02D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359" y="2243547"/>
            <a:ext cx="27289" cy="24679"/>
          </a:xfrm>
          <a:custGeom xmlns:a="http://schemas.openxmlformats.org/drawingml/2006/main">
            <a:pathLst>
              <a:path w="27289" h="24679">
                <a:moveTo>
                  <a:pt x="27289" y="0"/>
                </a:moveTo>
                <a:lnTo>
                  <a:pt x="0" y="24679"/>
                </a:lnTo>
              </a:path>
            </a:pathLst>
          </a:custGeom>
          <a:noFill xmlns:a="http://schemas.openxmlformats.org/drawingml/2006/main"/>
          <a:ln xmlns:a="http://schemas.openxmlformats.org/drawingml/2006/main" w="10738">
            <a:solidFill>
              <a:srgbClr val="435064"/>
            </a:solidFill>
            <a:prstDash val="solid"/>
          </a:ln>
        </p:spPr>
      </p:sp>
      <p:sp>
        <p:nvSpPr>
          <p:cNvPr id="1393" name="noise-stroke-071">
            <a:extLst xmlns:a="http://schemas.openxmlformats.org/drawingml/2006/main">
              <a:ext uri="{FF2B5EF4-FFF2-40B4-BE49-F238E27FC236}">
                <a16:creationId xmlns:a16="http://schemas.microsoft.com/office/drawing/2014/main" id="{0C707410-1B17-4939-8FA7-5F30553F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34" y="3076470"/>
            <a:ext cx="12678" cy="57169"/>
          </a:xfrm>
          <a:custGeom xmlns:a="http://schemas.openxmlformats.org/drawingml/2006/main">
            <a:pathLst>
              <a:path w="12678" h="57169">
                <a:moveTo>
                  <a:pt x="0" y="0"/>
                </a:moveTo>
                <a:lnTo>
                  <a:pt x="12678" y="57169"/>
                </a:lnTo>
              </a:path>
            </a:pathLst>
          </a:custGeom>
          <a:noFill xmlns:a="http://schemas.openxmlformats.org/drawingml/2006/main"/>
          <a:ln xmlns:a="http://schemas.openxmlformats.org/drawingml/2006/main" w="12825">
            <a:solidFill>
              <a:srgbClr val="101722"/>
            </a:solidFill>
            <a:prstDash val="solid"/>
          </a:ln>
        </p:spPr>
      </p:sp>
      <p:sp>
        <p:nvSpPr>
          <p:cNvPr id="1394" name="noise-stroke-072">
            <a:extLst xmlns:a="http://schemas.openxmlformats.org/drawingml/2006/main">
              <a:ext uri="{FF2B5EF4-FFF2-40B4-BE49-F238E27FC236}">
                <a16:creationId xmlns:a16="http://schemas.microsoft.com/office/drawing/2014/main" id="{CFA0F1D9-3945-41F4-B9BB-1E907B46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28" y="2525344"/>
            <a:ext cx="24089" cy="58607"/>
          </a:xfrm>
          <a:custGeom xmlns:a="http://schemas.openxmlformats.org/drawingml/2006/main">
            <a:pathLst>
              <a:path w="24089" h="58607">
                <a:moveTo>
                  <a:pt x="24089" y="586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83">
            <a:solidFill>
              <a:srgbClr val="101722"/>
            </a:solidFill>
            <a:prstDash val="solid"/>
          </a:ln>
        </p:spPr>
      </p:sp>
      <p:sp>
        <p:nvSpPr>
          <p:cNvPr id="1395" name="noise-stroke-073">
            <a:extLst xmlns:a="http://schemas.openxmlformats.org/drawingml/2006/main">
              <a:ext uri="{FF2B5EF4-FFF2-40B4-BE49-F238E27FC236}">
                <a16:creationId xmlns:a16="http://schemas.microsoft.com/office/drawing/2014/main" id="{B9B0F1B3-4D72-4CCA-A11D-9E4E7330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79" y="3697967"/>
            <a:ext cx="16393" cy="27451"/>
          </a:xfrm>
          <a:custGeom xmlns:a="http://schemas.openxmlformats.org/drawingml/2006/main">
            <a:pathLst>
              <a:path w="16393" h="27451">
                <a:moveTo>
                  <a:pt x="0" y="27451"/>
                </a:moveTo>
                <a:lnTo>
                  <a:pt x="163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15">
            <a:solidFill>
              <a:srgbClr val="435064"/>
            </a:solidFill>
            <a:prstDash val="solid"/>
          </a:ln>
        </p:spPr>
      </p:sp>
      <p:sp>
        <p:nvSpPr>
          <p:cNvPr id="1396" name="noise-stroke-074">
            <a:extLst xmlns:a="http://schemas.openxmlformats.org/drawingml/2006/main">
              <a:ext uri="{FF2B5EF4-FFF2-40B4-BE49-F238E27FC236}">
                <a16:creationId xmlns:a16="http://schemas.microsoft.com/office/drawing/2014/main" id="{3D0BE557-CE05-4010-ADFF-2866EFC3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197" y="3573990"/>
            <a:ext cx="9525" cy="30823"/>
          </a:xfrm>
          <a:custGeom xmlns:a="http://schemas.openxmlformats.org/drawingml/2006/main">
            <a:pathLst>
              <a:path w="9525" h="30823">
                <a:moveTo>
                  <a:pt x="410" y="0"/>
                </a:moveTo>
                <a:lnTo>
                  <a:pt x="0" y="30823"/>
                </a:lnTo>
              </a:path>
            </a:pathLst>
          </a:custGeom>
          <a:noFill xmlns:a="http://schemas.openxmlformats.org/drawingml/2006/main"/>
          <a:ln xmlns:a="http://schemas.openxmlformats.org/drawingml/2006/main" w="11838">
            <a:solidFill>
              <a:srgbClr val="435064"/>
            </a:solidFill>
            <a:prstDash val="solid"/>
          </a:ln>
        </p:spPr>
      </p:sp>
      <p:sp>
        <p:nvSpPr>
          <p:cNvPr id="1397" name="noise-stroke-075">
            <a:extLst xmlns:a="http://schemas.openxmlformats.org/drawingml/2006/main">
              <a:ext uri="{FF2B5EF4-FFF2-40B4-BE49-F238E27FC236}">
                <a16:creationId xmlns:a16="http://schemas.microsoft.com/office/drawing/2014/main" id="{6419566A-B200-43CB-93AA-F2DCBDB8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51" y="3208649"/>
            <a:ext cx="48873" cy="12630"/>
          </a:xfrm>
          <a:custGeom xmlns:a="http://schemas.openxmlformats.org/drawingml/2006/main">
            <a:pathLst>
              <a:path w="48873" h="12630">
                <a:moveTo>
                  <a:pt x="48873" y="126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24">
            <a:solidFill>
              <a:srgbClr val="243143"/>
            </a:solidFill>
            <a:prstDash val="solid"/>
          </a:ln>
        </p:spPr>
      </p:sp>
      <p:sp>
        <p:nvSpPr>
          <p:cNvPr id="1398" name="noise-stroke-076">
            <a:extLst xmlns:a="http://schemas.openxmlformats.org/drawingml/2006/main">
              <a:ext uri="{FF2B5EF4-FFF2-40B4-BE49-F238E27FC236}">
                <a16:creationId xmlns:a16="http://schemas.microsoft.com/office/drawing/2014/main" id="{B7A31F5D-EC00-47ED-BF08-7B1BEBF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307" y="2328329"/>
            <a:ext cx="36747" cy="53254"/>
          </a:xfrm>
          <a:custGeom xmlns:a="http://schemas.openxmlformats.org/drawingml/2006/main">
            <a:pathLst>
              <a:path w="36747" h="53254">
                <a:moveTo>
                  <a:pt x="0" y="0"/>
                </a:moveTo>
                <a:lnTo>
                  <a:pt x="36747" y="53254"/>
                </a:lnTo>
              </a:path>
            </a:pathLst>
          </a:custGeom>
          <a:noFill xmlns:a="http://schemas.openxmlformats.org/drawingml/2006/main"/>
          <a:ln xmlns:a="http://schemas.openxmlformats.org/drawingml/2006/main" w="10614">
            <a:solidFill>
              <a:srgbClr val="435064"/>
            </a:solidFill>
            <a:prstDash val="solid"/>
          </a:ln>
        </p:spPr>
      </p:sp>
      <p:sp>
        <p:nvSpPr>
          <p:cNvPr id="1399" name="noise-stroke-077">
            <a:extLst xmlns:a="http://schemas.openxmlformats.org/drawingml/2006/main">
              <a:ext uri="{FF2B5EF4-FFF2-40B4-BE49-F238E27FC236}">
                <a16:creationId xmlns:a16="http://schemas.microsoft.com/office/drawing/2014/main" id="{C150AEF8-0906-4D2B-8E92-20B2044C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686" y="2702052"/>
            <a:ext cx="45644" cy="14773"/>
          </a:xfrm>
          <a:custGeom xmlns:a="http://schemas.openxmlformats.org/drawingml/2006/main">
            <a:pathLst>
              <a:path w="45644" h="14773">
                <a:moveTo>
                  <a:pt x="45644" y="0"/>
                </a:moveTo>
                <a:lnTo>
                  <a:pt x="0" y="14773"/>
                </a:lnTo>
              </a:path>
            </a:pathLst>
          </a:custGeom>
          <a:noFill xmlns:a="http://schemas.openxmlformats.org/drawingml/2006/main"/>
          <a:ln xmlns:a="http://schemas.openxmlformats.org/drawingml/2006/main" w="7882">
            <a:solidFill>
              <a:srgbClr val="101722"/>
            </a:solidFill>
            <a:prstDash val="solid"/>
          </a:ln>
        </p:spPr>
      </p:sp>
      <p:sp>
        <p:nvSpPr>
          <p:cNvPr id="1400" name="noise-stroke-078">
            <a:extLst xmlns:a="http://schemas.openxmlformats.org/drawingml/2006/main">
              <a:ext uri="{FF2B5EF4-FFF2-40B4-BE49-F238E27FC236}">
                <a16:creationId xmlns:a16="http://schemas.microsoft.com/office/drawing/2014/main" id="{5FB89B0C-DF57-4600-A0CA-177FC7C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761" y="3209153"/>
            <a:ext cx="37071" cy="37586"/>
          </a:xfrm>
          <a:custGeom xmlns:a="http://schemas.openxmlformats.org/drawingml/2006/main">
            <a:pathLst>
              <a:path w="37071" h="37586">
                <a:moveTo>
                  <a:pt x="0" y="0"/>
                </a:moveTo>
                <a:lnTo>
                  <a:pt x="37071" y="37586"/>
                </a:lnTo>
              </a:path>
            </a:pathLst>
          </a:custGeom>
          <a:noFill xmlns:a="http://schemas.openxmlformats.org/drawingml/2006/main"/>
          <a:ln xmlns:a="http://schemas.openxmlformats.org/drawingml/2006/main" w="7914">
            <a:solidFill>
              <a:srgbClr val="435064"/>
            </a:solidFill>
            <a:prstDash val="solid"/>
          </a:ln>
        </p:spPr>
      </p:sp>
      <p:sp>
        <p:nvSpPr>
          <p:cNvPr id="1401" name="noise-stroke-079">
            <a:extLst xmlns:a="http://schemas.openxmlformats.org/drawingml/2006/main">
              <a:ext uri="{FF2B5EF4-FFF2-40B4-BE49-F238E27FC236}">
                <a16:creationId xmlns:a16="http://schemas.microsoft.com/office/drawing/2014/main" id="{ADC9C0AE-72FF-4BC5-A839-A0C92B46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39" y="2547395"/>
            <a:ext cx="45739" cy="48130"/>
          </a:xfrm>
          <a:custGeom xmlns:a="http://schemas.openxmlformats.org/drawingml/2006/main">
            <a:pathLst>
              <a:path w="45739" h="48130">
                <a:moveTo>
                  <a:pt x="45739" y="48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69">
            <a:solidFill>
              <a:srgbClr val="6B7685"/>
            </a:solidFill>
            <a:prstDash val="solid"/>
          </a:ln>
        </p:spPr>
      </p:sp>
      <p:sp>
        <p:nvSpPr>
          <p:cNvPr id="1402" name="noise-stroke-080">
            <a:extLst xmlns:a="http://schemas.openxmlformats.org/drawingml/2006/main">
              <a:ext uri="{FF2B5EF4-FFF2-40B4-BE49-F238E27FC236}">
                <a16:creationId xmlns:a16="http://schemas.microsoft.com/office/drawing/2014/main" id="{35020A5B-3E8E-4B0C-983F-815FE6FA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019" y="3484607"/>
            <a:ext cx="26689" cy="40129"/>
          </a:xfrm>
          <a:custGeom xmlns:a="http://schemas.openxmlformats.org/drawingml/2006/main">
            <a:pathLst>
              <a:path w="26689" h="40129">
                <a:moveTo>
                  <a:pt x="0" y="40129"/>
                </a:moveTo>
                <a:lnTo>
                  <a:pt x="266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59">
            <a:solidFill>
              <a:srgbClr val="101722"/>
            </a:solidFill>
            <a:prstDash val="solid"/>
          </a:ln>
        </p:spPr>
      </p:sp>
      <p:sp>
        <p:nvSpPr>
          <p:cNvPr id="1403" name="noise-stroke-081">
            <a:extLst xmlns:a="http://schemas.openxmlformats.org/drawingml/2006/main">
              <a:ext uri="{FF2B5EF4-FFF2-40B4-BE49-F238E27FC236}">
                <a16:creationId xmlns:a16="http://schemas.microsoft.com/office/drawing/2014/main" id="{AC40F1E8-B7D1-4443-979A-32A5012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63" y="2477843"/>
            <a:ext cx="21917" cy="35252"/>
          </a:xfrm>
          <a:custGeom xmlns:a="http://schemas.openxmlformats.org/drawingml/2006/main">
            <a:pathLst>
              <a:path w="21917" h="35252">
                <a:moveTo>
                  <a:pt x="21917" y="0"/>
                </a:moveTo>
                <a:lnTo>
                  <a:pt x="0" y="35252"/>
                </a:lnTo>
              </a:path>
            </a:pathLst>
          </a:custGeom>
          <a:noFill xmlns:a="http://schemas.openxmlformats.org/drawingml/2006/main"/>
          <a:ln xmlns:a="http://schemas.openxmlformats.org/drawingml/2006/main" w="8362">
            <a:solidFill>
              <a:srgbClr val="101722"/>
            </a:solidFill>
            <a:prstDash val="solid"/>
          </a:ln>
        </p:spPr>
      </p:sp>
      <p:sp>
        <p:nvSpPr>
          <p:cNvPr id="1404" name="noise-stroke-082">
            <a:extLst xmlns:a="http://schemas.openxmlformats.org/drawingml/2006/main">
              <a:ext uri="{FF2B5EF4-FFF2-40B4-BE49-F238E27FC236}">
                <a16:creationId xmlns:a16="http://schemas.microsoft.com/office/drawing/2014/main" id="{1CF5730D-BF27-4C7C-887E-048E87B7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423" y="3162033"/>
            <a:ext cx="29575" cy="59522"/>
          </a:xfrm>
          <a:custGeom xmlns:a="http://schemas.openxmlformats.org/drawingml/2006/main">
            <a:pathLst>
              <a:path w="29575" h="59522">
                <a:moveTo>
                  <a:pt x="0" y="59522"/>
                </a:moveTo>
                <a:lnTo>
                  <a:pt x="2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8">
            <a:solidFill>
              <a:srgbClr val="243143"/>
            </a:solidFill>
            <a:prstDash val="solid"/>
          </a:ln>
        </p:spPr>
      </p:sp>
      <p:sp>
        <p:nvSpPr>
          <p:cNvPr id="1405" name="noise-stroke-083">
            <a:extLst xmlns:a="http://schemas.openxmlformats.org/drawingml/2006/main">
              <a:ext uri="{FF2B5EF4-FFF2-40B4-BE49-F238E27FC236}">
                <a16:creationId xmlns:a16="http://schemas.microsoft.com/office/drawing/2014/main" id="{D9782C50-CD24-41B4-A97B-94075DB4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27" y="2596982"/>
            <a:ext cx="12468" cy="65103"/>
          </a:xfrm>
          <a:custGeom xmlns:a="http://schemas.openxmlformats.org/drawingml/2006/main">
            <a:pathLst>
              <a:path w="12468" h="65103">
                <a:moveTo>
                  <a:pt x="12468" y="0"/>
                </a:moveTo>
                <a:lnTo>
                  <a:pt x="0" y="65103"/>
                </a:lnTo>
              </a:path>
            </a:pathLst>
          </a:custGeom>
          <a:noFill xmlns:a="http://schemas.openxmlformats.org/drawingml/2006/main"/>
          <a:ln xmlns:a="http://schemas.openxmlformats.org/drawingml/2006/main" w="9500">
            <a:solidFill>
              <a:srgbClr val="101722"/>
            </a:solidFill>
            <a:prstDash val="solid"/>
          </a:ln>
        </p:spPr>
      </p:sp>
      <p:sp>
        <p:nvSpPr>
          <p:cNvPr id="1406" name="noise-stroke-084">
            <a:extLst xmlns:a="http://schemas.openxmlformats.org/drawingml/2006/main">
              <a:ext uri="{FF2B5EF4-FFF2-40B4-BE49-F238E27FC236}">
                <a16:creationId xmlns:a16="http://schemas.microsoft.com/office/drawing/2014/main" id="{A886C02D-DABF-4CF8-BCCE-5268DBC0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03" y="3644332"/>
            <a:ext cx="9525" cy="63865"/>
          </a:xfrm>
          <a:custGeom xmlns:a="http://schemas.openxmlformats.org/drawingml/2006/main">
            <a:pathLst>
              <a:path w="9525" h="63865">
                <a:moveTo>
                  <a:pt x="0" y="0"/>
                </a:moveTo>
                <a:lnTo>
                  <a:pt x="3524" y="63865"/>
                </a:lnTo>
              </a:path>
            </a:pathLst>
          </a:custGeom>
          <a:noFill xmlns:a="http://schemas.openxmlformats.org/drawingml/2006/main"/>
          <a:ln xmlns:a="http://schemas.openxmlformats.org/drawingml/2006/main" w="9216">
            <a:solidFill>
              <a:srgbClr val="101722"/>
            </a:solidFill>
            <a:prstDash val="solid"/>
          </a:ln>
        </p:spPr>
      </p:sp>
      <p:sp>
        <p:nvSpPr>
          <p:cNvPr id="1407" name="noise-stroke-085">
            <a:extLst xmlns:a="http://schemas.openxmlformats.org/drawingml/2006/main">
              <a:ext uri="{FF2B5EF4-FFF2-40B4-BE49-F238E27FC236}">
                <a16:creationId xmlns:a16="http://schemas.microsoft.com/office/drawing/2014/main" id="{71F2800D-6674-4885-A131-3713A5D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19" y="3653257"/>
            <a:ext cx="26946" cy="9925"/>
          </a:xfrm>
          <a:custGeom xmlns:a="http://schemas.openxmlformats.org/drawingml/2006/main">
            <a:pathLst>
              <a:path w="26946" h="9925">
                <a:moveTo>
                  <a:pt x="0" y="9925"/>
                </a:moveTo>
                <a:lnTo>
                  <a:pt x="26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26">
            <a:solidFill>
              <a:srgbClr val="101722"/>
            </a:solidFill>
            <a:prstDash val="solid"/>
          </a:ln>
        </p:spPr>
      </p:sp>
      <p:sp>
        <p:nvSpPr>
          <p:cNvPr id="1408" name="noise-stroke-086">
            <a:extLst xmlns:a="http://schemas.openxmlformats.org/drawingml/2006/main">
              <a:ext uri="{FF2B5EF4-FFF2-40B4-BE49-F238E27FC236}">
                <a16:creationId xmlns:a16="http://schemas.microsoft.com/office/drawing/2014/main" id="{C20FACC9-3A48-4A12-A9CE-009BA9B7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24" y="3278667"/>
            <a:ext cx="11306" cy="46920"/>
          </a:xfrm>
          <a:custGeom xmlns:a="http://schemas.openxmlformats.org/drawingml/2006/main">
            <a:pathLst>
              <a:path w="11306" h="46920">
                <a:moveTo>
                  <a:pt x="11306" y="469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99">
            <a:solidFill>
              <a:srgbClr val="101722"/>
            </a:solidFill>
            <a:prstDash val="solid"/>
          </a:ln>
        </p:spPr>
      </p:sp>
      <p:sp>
        <p:nvSpPr>
          <p:cNvPr id="1409" name="noise-stroke-087">
            <a:extLst xmlns:a="http://schemas.openxmlformats.org/drawingml/2006/main">
              <a:ext uri="{FF2B5EF4-FFF2-40B4-BE49-F238E27FC236}">
                <a16:creationId xmlns:a16="http://schemas.microsoft.com/office/drawing/2014/main" id="{C9502B22-4F69-4E46-868A-75E6FFD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14" y="3710168"/>
            <a:ext cx="50273" cy="9525"/>
          </a:xfrm>
          <a:custGeom xmlns:a="http://schemas.openxmlformats.org/drawingml/2006/main">
            <a:pathLst>
              <a:path w="50273" h="9525">
                <a:moveTo>
                  <a:pt x="50273" y="0"/>
                </a:moveTo>
                <a:lnTo>
                  <a:pt x="0" y="7001"/>
                </a:lnTo>
              </a:path>
            </a:pathLst>
          </a:custGeom>
          <a:noFill xmlns:a="http://schemas.openxmlformats.org/drawingml/2006/main"/>
          <a:ln xmlns:a="http://schemas.openxmlformats.org/drawingml/2006/main" w="12013">
            <a:solidFill>
              <a:srgbClr val="101722"/>
            </a:solidFill>
            <a:prstDash val="solid"/>
          </a:ln>
        </p:spPr>
      </p:sp>
      <p:sp>
        <p:nvSpPr>
          <p:cNvPr id="1410" name="noise-stroke-088">
            <a:extLst xmlns:a="http://schemas.openxmlformats.org/drawingml/2006/main">
              <a:ext uri="{FF2B5EF4-FFF2-40B4-BE49-F238E27FC236}">
                <a16:creationId xmlns:a16="http://schemas.microsoft.com/office/drawing/2014/main" id="{AF3EB1DA-8489-441C-871F-1A8CF06D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49" y="2218477"/>
            <a:ext cx="28118" cy="9525"/>
          </a:xfrm>
          <a:custGeom xmlns:a="http://schemas.openxmlformats.org/drawingml/2006/main">
            <a:pathLst>
              <a:path w="28118" h="9525">
                <a:moveTo>
                  <a:pt x="0" y="0"/>
                </a:moveTo>
                <a:lnTo>
                  <a:pt x="28118" y="7744"/>
                </a:lnTo>
              </a:path>
            </a:pathLst>
          </a:custGeom>
          <a:noFill xmlns:a="http://schemas.openxmlformats.org/drawingml/2006/main"/>
          <a:ln xmlns:a="http://schemas.openxmlformats.org/drawingml/2006/main" w="10810">
            <a:solidFill>
              <a:srgbClr val="101722"/>
            </a:solidFill>
            <a:prstDash val="solid"/>
          </a:ln>
        </p:spPr>
      </p:sp>
      <p:sp>
        <p:nvSpPr>
          <p:cNvPr id="1411" name="noise-stroke-089">
            <a:extLst xmlns:a="http://schemas.openxmlformats.org/drawingml/2006/main">
              <a:ext uri="{FF2B5EF4-FFF2-40B4-BE49-F238E27FC236}">
                <a16:creationId xmlns:a16="http://schemas.microsoft.com/office/drawing/2014/main" id="{B3C2BF6B-1985-495B-B035-B16E2A8B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49" y="3109741"/>
            <a:ext cx="9525" cy="27251"/>
          </a:xfrm>
          <a:custGeom xmlns:a="http://schemas.openxmlformats.org/drawingml/2006/main">
            <a:pathLst>
              <a:path w="9525" h="27251">
                <a:moveTo>
                  <a:pt x="0" y="0"/>
                </a:moveTo>
                <a:lnTo>
                  <a:pt x="9325" y="27251"/>
                </a:lnTo>
              </a:path>
            </a:pathLst>
          </a:custGeom>
          <a:noFill xmlns:a="http://schemas.openxmlformats.org/drawingml/2006/main"/>
          <a:ln xmlns:a="http://schemas.openxmlformats.org/drawingml/2006/main" w="11517">
            <a:solidFill>
              <a:srgbClr val="243143"/>
            </a:solidFill>
            <a:prstDash val="solid"/>
          </a:ln>
        </p:spPr>
      </p:sp>
      <p:sp>
        <p:nvSpPr>
          <p:cNvPr id="1412" name="noise-stroke-090">
            <a:extLst xmlns:a="http://schemas.openxmlformats.org/drawingml/2006/main">
              <a:ext uri="{FF2B5EF4-FFF2-40B4-BE49-F238E27FC236}">
                <a16:creationId xmlns:a16="http://schemas.microsoft.com/office/drawing/2014/main" id="{924E4005-7D53-490B-B844-D07137DA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53" y="3865645"/>
            <a:ext cx="41300" cy="50759"/>
          </a:xfrm>
          <a:custGeom xmlns:a="http://schemas.openxmlformats.org/drawingml/2006/main">
            <a:pathLst>
              <a:path w="41300" h="50759">
                <a:moveTo>
                  <a:pt x="41300" y="0"/>
                </a:moveTo>
                <a:lnTo>
                  <a:pt x="0" y="50759"/>
                </a:lnTo>
              </a:path>
            </a:pathLst>
          </a:custGeom>
          <a:noFill xmlns:a="http://schemas.openxmlformats.org/drawingml/2006/main"/>
          <a:ln xmlns:a="http://schemas.openxmlformats.org/drawingml/2006/main" w="12229">
            <a:solidFill>
              <a:srgbClr val="435064"/>
            </a:solidFill>
            <a:prstDash val="solid"/>
          </a:ln>
        </p:spPr>
      </p:sp>
      <p:sp>
        <p:nvSpPr>
          <p:cNvPr id="1413" name="noise-stroke-091">
            <a:extLst xmlns:a="http://schemas.openxmlformats.org/drawingml/2006/main">
              <a:ext uri="{FF2B5EF4-FFF2-40B4-BE49-F238E27FC236}">
                <a16:creationId xmlns:a16="http://schemas.microsoft.com/office/drawing/2014/main" id="{AF9FCD24-63C6-4169-8D46-0540EB24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302" y="2955331"/>
            <a:ext cx="9525" cy="41091"/>
          </a:xfrm>
          <a:custGeom xmlns:a="http://schemas.openxmlformats.org/drawingml/2006/main">
            <a:pathLst>
              <a:path w="9525" h="41091">
                <a:moveTo>
                  <a:pt x="3029" y="0"/>
                </a:moveTo>
                <a:lnTo>
                  <a:pt x="0" y="41091"/>
                </a:lnTo>
              </a:path>
            </a:pathLst>
          </a:custGeom>
          <a:noFill xmlns:a="http://schemas.openxmlformats.org/drawingml/2006/main"/>
          <a:ln xmlns:a="http://schemas.openxmlformats.org/drawingml/2006/main" w="9360">
            <a:solidFill>
              <a:srgbClr val="101722"/>
            </a:solidFill>
            <a:prstDash val="solid"/>
          </a:ln>
        </p:spPr>
      </p:sp>
      <p:sp>
        <p:nvSpPr>
          <p:cNvPr id="1414" name="noise-stroke-092">
            <a:extLst xmlns:a="http://schemas.openxmlformats.org/drawingml/2006/main">
              <a:ext uri="{FF2B5EF4-FFF2-40B4-BE49-F238E27FC236}">
                <a16:creationId xmlns:a16="http://schemas.microsoft.com/office/drawing/2014/main" id="{5E72474B-1735-4E2E-8F8E-185105E2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987" y="3487503"/>
            <a:ext cx="16583" cy="62036"/>
          </a:xfrm>
          <a:custGeom xmlns:a="http://schemas.openxmlformats.org/drawingml/2006/main">
            <a:pathLst>
              <a:path w="16583" h="62036">
                <a:moveTo>
                  <a:pt x="0" y="0"/>
                </a:moveTo>
                <a:lnTo>
                  <a:pt x="16583" y="62036"/>
                </a:lnTo>
              </a:path>
            </a:pathLst>
          </a:custGeom>
          <a:noFill xmlns:a="http://schemas.openxmlformats.org/drawingml/2006/main"/>
          <a:ln xmlns:a="http://schemas.openxmlformats.org/drawingml/2006/main" w="8453">
            <a:solidFill>
              <a:srgbClr val="101722"/>
            </a:solidFill>
            <a:prstDash val="solid"/>
          </a:ln>
        </p:spPr>
      </p:sp>
      <p:sp>
        <p:nvSpPr>
          <p:cNvPr id="1415" name="noise-stroke-093">
            <a:extLst xmlns:a="http://schemas.openxmlformats.org/drawingml/2006/main">
              <a:ext uri="{FF2B5EF4-FFF2-40B4-BE49-F238E27FC236}">
                <a16:creationId xmlns:a16="http://schemas.microsoft.com/office/drawing/2014/main" id="{70CCF498-0B60-44B7-B134-D9645876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9" y="3299584"/>
            <a:ext cx="36405" cy="41138"/>
          </a:xfrm>
          <a:custGeom xmlns:a="http://schemas.openxmlformats.org/drawingml/2006/main">
            <a:pathLst>
              <a:path w="36405" h="41138">
                <a:moveTo>
                  <a:pt x="0" y="0"/>
                </a:moveTo>
                <a:lnTo>
                  <a:pt x="36405" y="41138"/>
                </a:lnTo>
              </a:path>
            </a:pathLst>
          </a:custGeom>
          <a:noFill xmlns:a="http://schemas.openxmlformats.org/drawingml/2006/main"/>
          <a:ln xmlns:a="http://schemas.openxmlformats.org/drawingml/2006/main" w="10186">
            <a:solidFill>
              <a:srgbClr val="101722"/>
            </a:solidFill>
            <a:prstDash val="solid"/>
          </a:ln>
        </p:spPr>
      </p:sp>
      <p:sp>
        <p:nvSpPr>
          <p:cNvPr id="1416" name="noise-stroke-094">
            <a:extLst xmlns:a="http://schemas.openxmlformats.org/drawingml/2006/main">
              <a:ext uri="{FF2B5EF4-FFF2-40B4-BE49-F238E27FC236}">
                <a16:creationId xmlns:a16="http://schemas.microsoft.com/office/drawing/2014/main" id="{E34BAA75-7B05-4DFB-84E1-F3FD5355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54" y="3445278"/>
            <a:ext cx="50711" cy="40986"/>
          </a:xfrm>
          <a:custGeom xmlns:a="http://schemas.openxmlformats.org/drawingml/2006/main">
            <a:pathLst>
              <a:path w="50711" h="40986">
                <a:moveTo>
                  <a:pt x="50711" y="409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18">
            <a:solidFill>
              <a:srgbClr val="435064"/>
            </a:solidFill>
            <a:prstDash val="solid"/>
          </a:ln>
        </p:spPr>
      </p:sp>
      <p:sp>
        <p:nvSpPr>
          <p:cNvPr id="1417" name="noise-stroke-095">
            <a:extLst xmlns:a="http://schemas.openxmlformats.org/drawingml/2006/main">
              <a:ext uri="{FF2B5EF4-FFF2-40B4-BE49-F238E27FC236}">
                <a16:creationId xmlns:a16="http://schemas.microsoft.com/office/drawing/2014/main" id="{DD96AE1F-5B68-44B3-BEB8-37D5E4B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85" y="2391480"/>
            <a:ext cx="58541" cy="9525"/>
          </a:xfrm>
          <a:custGeom xmlns:a="http://schemas.openxmlformats.org/drawingml/2006/main">
            <a:pathLst>
              <a:path w="58541" h="9525">
                <a:moveTo>
                  <a:pt x="58541" y="6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27">
            <a:solidFill>
              <a:srgbClr val="101722"/>
            </a:solidFill>
            <a:prstDash val="solid"/>
          </a:ln>
        </p:spPr>
      </p:sp>
      <p:sp>
        <p:nvSpPr>
          <p:cNvPr id="1418" name="noise-stroke-096">
            <a:extLst xmlns:a="http://schemas.openxmlformats.org/drawingml/2006/main">
              <a:ext uri="{FF2B5EF4-FFF2-40B4-BE49-F238E27FC236}">
                <a16:creationId xmlns:a16="http://schemas.microsoft.com/office/drawing/2014/main" id="{5B27EDEE-2C63-4175-ACBE-93BFA4A2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325" y="4083120"/>
            <a:ext cx="23955" cy="31509"/>
          </a:xfrm>
          <a:custGeom xmlns:a="http://schemas.openxmlformats.org/drawingml/2006/main">
            <a:pathLst>
              <a:path w="23955" h="31509">
                <a:moveTo>
                  <a:pt x="23955" y="0"/>
                </a:moveTo>
                <a:lnTo>
                  <a:pt x="0" y="31509"/>
                </a:lnTo>
              </a:path>
            </a:pathLst>
          </a:custGeom>
          <a:noFill xmlns:a="http://schemas.openxmlformats.org/drawingml/2006/main"/>
          <a:ln xmlns:a="http://schemas.openxmlformats.org/drawingml/2006/main" w="11711">
            <a:solidFill>
              <a:srgbClr val="243143"/>
            </a:solidFill>
            <a:prstDash val="solid"/>
          </a:ln>
        </p:spPr>
      </p:sp>
      <p:sp>
        <p:nvSpPr>
          <p:cNvPr id="1419" name="noise-stroke-097">
            <a:extLst xmlns:a="http://schemas.openxmlformats.org/drawingml/2006/main">
              <a:ext uri="{FF2B5EF4-FFF2-40B4-BE49-F238E27FC236}">
                <a16:creationId xmlns:a16="http://schemas.microsoft.com/office/drawing/2014/main" id="{B771FF67-00A1-444D-8E4F-C9F8F75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392" y="3319929"/>
            <a:ext cx="40329" cy="48435"/>
          </a:xfrm>
          <a:custGeom xmlns:a="http://schemas.openxmlformats.org/drawingml/2006/main">
            <a:pathLst>
              <a:path w="40329" h="48435">
                <a:moveTo>
                  <a:pt x="0" y="0"/>
                </a:moveTo>
                <a:lnTo>
                  <a:pt x="40329" y="48435"/>
                </a:lnTo>
              </a:path>
            </a:pathLst>
          </a:custGeom>
          <a:noFill xmlns:a="http://schemas.openxmlformats.org/drawingml/2006/main"/>
          <a:ln xmlns:a="http://schemas.openxmlformats.org/drawingml/2006/main" w="9241">
            <a:solidFill>
              <a:srgbClr val="101722"/>
            </a:solidFill>
            <a:prstDash val="solid"/>
          </a:ln>
        </p:spPr>
      </p:sp>
      <p:sp>
        <p:nvSpPr>
          <p:cNvPr id="1420" name="noise-stroke-098">
            <a:extLst xmlns:a="http://schemas.openxmlformats.org/drawingml/2006/main">
              <a:ext uri="{FF2B5EF4-FFF2-40B4-BE49-F238E27FC236}">
                <a16:creationId xmlns:a16="http://schemas.microsoft.com/office/drawing/2014/main" id="{70978E25-F7F3-4BC7-B327-2F540531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381" y="4136460"/>
            <a:ext cx="38910" cy="9525"/>
          </a:xfrm>
          <a:custGeom xmlns:a="http://schemas.openxmlformats.org/drawingml/2006/main">
            <a:pathLst>
              <a:path w="38910" h="9525">
                <a:moveTo>
                  <a:pt x="0" y="829"/>
                </a:moveTo>
                <a:lnTo>
                  <a:pt x="389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86">
            <a:solidFill>
              <a:srgbClr val="435064"/>
            </a:solidFill>
            <a:prstDash val="solid"/>
          </a:ln>
        </p:spPr>
      </p:sp>
      <p:sp>
        <p:nvSpPr>
          <p:cNvPr id="1421" name="noise-stroke-099">
            <a:extLst xmlns:a="http://schemas.openxmlformats.org/drawingml/2006/main">
              <a:ext uri="{FF2B5EF4-FFF2-40B4-BE49-F238E27FC236}">
                <a16:creationId xmlns:a16="http://schemas.microsoft.com/office/drawing/2014/main" id="{31B043A9-B24A-40C5-B2FA-3E2E64CC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67" y="3316615"/>
            <a:ext cx="47873" cy="33680"/>
          </a:xfrm>
          <a:custGeom xmlns:a="http://schemas.openxmlformats.org/drawingml/2006/main">
            <a:pathLst>
              <a:path w="47873" h="33680">
                <a:moveTo>
                  <a:pt x="47873" y="336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73">
            <a:solidFill>
              <a:srgbClr val="6B7685"/>
            </a:solidFill>
            <a:prstDash val="solid"/>
          </a:ln>
        </p:spPr>
      </p:sp>
      <p:sp>
        <p:nvSpPr>
          <p:cNvPr id="1422" name="noise-stroke-100">
            <a:extLst xmlns:a="http://schemas.openxmlformats.org/drawingml/2006/main">
              <a:ext uri="{FF2B5EF4-FFF2-40B4-BE49-F238E27FC236}">
                <a16:creationId xmlns:a16="http://schemas.microsoft.com/office/drawing/2014/main" id="{BCC83F08-D667-4693-986A-D2C3AFEC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21" y="3796636"/>
            <a:ext cx="12983" cy="37967"/>
          </a:xfrm>
          <a:custGeom xmlns:a="http://schemas.openxmlformats.org/drawingml/2006/main">
            <a:pathLst>
              <a:path w="12983" h="37967">
                <a:moveTo>
                  <a:pt x="0" y="0"/>
                </a:moveTo>
                <a:lnTo>
                  <a:pt x="12983" y="37967"/>
                </a:lnTo>
              </a:path>
            </a:pathLst>
          </a:custGeom>
          <a:noFill xmlns:a="http://schemas.openxmlformats.org/drawingml/2006/main"/>
          <a:ln xmlns:a="http://schemas.openxmlformats.org/drawingml/2006/main" w="8844">
            <a:solidFill>
              <a:srgbClr val="243143"/>
            </a:solidFill>
            <a:prstDash val="solid"/>
          </a:ln>
        </p:spPr>
      </p:sp>
      <p:sp>
        <p:nvSpPr>
          <p:cNvPr id="1423" name="noise-stroke-101">
            <a:extLst xmlns:a="http://schemas.openxmlformats.org/drawingml/2006/main">
              <a:ext uri="{FF2B5EF4-FFF2-40B4-BE49-F238E27FC236}">
                <a16:creationId xmlns:a16="http://schemas.microsoft.com/office/drawing/2014/main" id="{C9612A39-C133-440C-BFFE-4A20C9C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57" y="2424760"/>
            <a:ext cx="9525" cy="46834"/>
          </a:xfrm>
          <a:custGeom xmlns:a="http://schemas.openxmlformats.org/drawingml/2006/main">
            <a:pathLst>
              <a:path w="9525" h="46834">
                <a:moveTo>
                  <a:pt x="2991" y="468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69">
            <a:solidFill>
              <a:srgbClr val="101722"/>
            </a:solidFill>
            <a:prstDash val="solid"/>
          </a:ln>
        </p:spPr>
      </p:sp>
      <p:sp>
        <p:nvSpPr>
          <p:cNvPr id="1424" name="noise-stroke-102">
            <a:extLst xmlns:a="http://schemas.openxmlformats.org/drawingml/2006/main">
              <a:ext uri="{FF2B5EF4-FFF2-40B4-BE49-F238E27FC236}">
                <a16:creationId xmlns:a16="http://schemas.microsoft.com/office/drawing/2014/main" id="{091B821D-C29C-4290-9F26-FADBFDAA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93" y="3031150"/>
            <a:ext cx="12030" cy="47606"/>
          </a:xfrm>
          <a:custGeom xmlns:a="http://schemas.openxmlformats.org/drawingml/2006/main">
            <a:pathLst>
              <a:path w="12030" h="47606">
                <a:moveTo>
                  <a:pt x="0" y="0"/>
                </a:moveTo>
                <a:lnTo>
                  <a:pt x="12030" y="47606"/>
                </a:lnTo>
              </a:path>
            </a:pathLst>
          </a:custGeom>
          <a:noFill xmlns:a="http://schemas.openxmlformats.org/drawingml/2006/main"/>
          <a:ln xmlns:a="http://schemas.openxmlformats.org/drawingml/2006/main" w="9924">
            <a:solidFill>
              <a:srgbClr val="243143"/>
            </a:solidFill>
            <a:prstDash val="solid"/>
          </a:ln>
        </p:spPr>
      </p:sp>
      <p:sp>
        <p:nvSpPr>
          <p:cNvPr id="1425" name="noise-stroke-103">
            <a:extLst xmlns:a="http://schemas.openxmlformats.org/drawingml/2006/main">
              <a:ext uri="{FF2B5EF4-FFF2-40B4-BE49-F238E27FC236}">
                <a16:creationId xmlns:a16="http://schemas.microsoft.com/office/drawing/2014/main" id="{CF45C327-DFDC-4514-801A-DE0EB70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696" y="2206000"/>
            <a:ext cx="9525" cy="45701"/>
          </a:xfrm>
          <a:custGeom xmlns:a="http://schemas.openxmlformats.org/drawingml/2006/main">
            <a:pathLst>
              <a:path w="9525" h="45701">
                <a:moveTo>
                  <a:pt x="0" y="0"/>
                </a:moveTo>
                <a:lnTo>
                  <a:pt x="5458" y="45701"/>
                </a:lnTo>
              </a:path>
            </a:pathLst>
          </a:custGeom>
          <a:noFill xmlns:a="http://schemas.openxmlformats.org/drawingml/2006/main"/>
          <a:ln xmlns:a="http://schemas.openxmlformats.org/drawingml/2006/main" w="8063">
            <a:solidFill>
              <a:srgbClr val="6B7685"/>
            </a:solidFill>
            <a:prstDash val="solid"/>
          </a:ln>
        </p:spPr>
      </p:sp>
      <p:sp>
        <p:nvSpPr>
          <p:cNvPr id="1426" name="noise-stroke-104">
            <a:extLst xmlns:a="http://schemas.openxmlformats.org/drawingml/2006/main">
              <a:ext uri="{FF2B5EF4-FFF2-40B4-BE49-F238E27FC236}">
                <a16:creationId xmlns:a16="http://schemas.microsoft.com/office/drawing/2014/main" id="{B4A7E557-2853-421F-99D4-1BE5BFB0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428" y="3018996"/>
            <a:ext cx="40005" cy="49292"/>
          </a:xfrm>
          <a:custGeom xmlns:a="http://schemas.openxmlformats.org/drawingml/2006/main">
            <a:pathLst>
              <a:path w="40005" h="49292">
                <a:moveTo>
                  <a:pt x="40005" y="492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62">
            <a:solidFill>
              <a:srgbClr val="101722"/>
            </a:solidFill>
            <a:prstDash val="solid"/>
          </a:ln>
        </p:spPr>
      </p:sp>
      <p:sp>
        <p:nvSpPr>
          <p:cNvPr id="1427" name="noise-stroke-105">
            <a:extLst xmlns:a="http://schemas.openxmlformats.org/drawingml/2006/main">
              <a:ext uri="{FF2B5EF4-FFF2-40B4-BE49-F238E27FC236}">
                <a16:creationId xmlns:a16="http://schemas.microsoft.com/office/drawing/2014/main" id="{73EFECFC-FEF5-41FD-9086-068A519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05" y="2108073"/>
            <a:ext cx="40938" cy="49968"/>
          </a:xfrm>
          <a:custGeom xmlns:a="http://schemas.openxmlformats.org/drawingml/2006/main">
            <a:pathLst>
              <a:path w="40938" h="49968">
                <a:moveTo>
                  <a:pt x="40938" y="0"/>
                </a:moveTo>
                <a:lnTo>
                  <a:pt x="0" y="49968"/>
                </a:lnTo>
              </a:path>
            </a:pathLst>
          </a:custGeom>
          <a:noFill xmlns:a="http://schemas.openxmlformats.org/drawingml/2006/main"/>
          <a:ln xmlns:a="http://schemas.openxmlformats.org/drawingml/2006/main" w="12780">
            <a:solidFill>
              <a:srgbClr val="101722"/>
            </a:solidFill>
            <a:prstDash val="solid"/>
          </a:ln>
        </p:spPr>
      </p:sp>
      <p:sp>
        <p:nvSpPr>
          <p:cNvPr id="1428" name="noise-stroke-106">
            <a:extLst xmlns:a="http://schemas.openxmlformats.org/drawingml/2006/main">
              <a:ext uri="{FF2B5EF4-FFF2-40B4-BE49-F238E27FC236}">
                <a16:creationId xmlns:a16="http://schemas.microsoft.com/office/drawing/2014/main" id="{B229BAB5-6E9F-4638-96DF-7B77F78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9" y="2587695"/>
            <a:ext cx="18612" cy="36157"/>
          </a:xfrm>
          <a:custGeom xmlns:a="http://schemas.openxmlformats.org/drawingml/2006/main">
            <a:pathLst>
              <a:path w="18612" h="36157">
                <a:moveTo>
                  <a:pt x="0" y="36157"/>
                </a:moveTo>
                <a:lnTo>
                  <a:pt x="186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83">
            <a:solidFill>
              <a:srgbClr val="101722"/>
            </a:solidFill>
            <a:prstDash val="solid"/>
          </a:ln>
        </p:spPr>
      </p:sp>
      <p:sp>
        <p:nvSpPr>
          <p:cNvPr id="1429" name="noise-stroke-107">
            <a:extLst xmlns:a="http://schemas.openxmlformats.org/drawingml/2006/main">
              <a:ext uri="{FF2B5EF4-FFF2-40B4-BE49-F238E27FC236}">
                <a16:creationId xmlns:a16="http://schemas.microsoft.com/office/drawing/2014/main" id="{5AAEB583-F1E9-4D4F-A5A0-7306CF4B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27" y="3810943"/>
            <a:ext cx="23651" cy="57712"/>
          </a:xfrm>
          <a:custGeom xmlns:a="http://schemas.openxmlformats.org/drawingml/2006/main">
            <a:pathLst>
              <a:path w="23651" h="57712">
                <a:moveTo>
                  <a:pt x="23651" y="577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>
            <a:solidFill>
              <a:srgbClr val="243143"/>
            </a:solidFill>
            <a:prstDash val="solid"/>
          </a:ln>
        </p:spPr>
      </p:sp>
      <p:sp>
        <p:nvSpPr>
          <p:cNvPr id="1430" name="noise-stroke-108">
            <a:extLst xmlns:a="http://schemas.openxmlformats.org/drawingml/2006/main">
              <a:ext uri="{FF2B5EF4-FFF2-40B4-BE49-F238E27FC236}">
                <a16:creationId xmlns:a16="http://schemas.microsoft.com/office/drawing/2014/main" id="{E1329312-BB88-4BEA-9497-2F441C18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564" y="2129495"/>
            <a:ext cx="37081" cy="43520"/>
          </a:xfrm>
          <a:custGeom xmlns:a="http://schemas.openxmlformats.org/drawingml/2006/main">
            <a:pathLst>
              <a:path w="37081" h="43520">
                <a:moveTo>
                  <a:pt x="0" y="43520"/>
                </a:moveTo>
                <a:lnTo>
                  <a:pt x="37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98">
            <a:solidFill>
              <a:srgbClr val="6B7685"/>
            </a:solidFill>
            <a:prstDash val="solid"/>
          </a:ln>
        </p:spPr>
      </p:sp>
      <p:sp>
        <p:nvSpPr>
          <p:cNvPr id="1431" name="noise-stroke-109">
            <a:extLst xmlns:a="http://schemas.openxmlformats.org/drawingml/2006/main">
              <a:ext uri="{FF2B5EF4-FFF2-40B4-BE49-F238E27FC236}">
                <a16:creationId xmlns:a16="http://schemas.microsoft.com/office/drawing/2014/main" id="{DF15AE69-5756-428A-929B-CCDC7F88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60" y="3160090"/>
            <a:ext cx="60093" cy="19736"/>
          </a:xfrm>
          <a:custGeom xmlns:a="http://schemas.openxmlformats.org/drawingml/2006/main">
            <a:pathLst>
              <a:path w="60093" h="19736">
                <a:moveTo>
                  <a:pt x="0" y="19736"/>
                </a:moveTo>
                <a:lnTo>
                  <a:pt x="600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40">
            <a:solidFill>
              <a:srgbClr val="243143"/>
            </a:solidFill>
            <a:prstDash val="solid"/>
          </a:ln>
        </p:spPr>
      </p:sp>
      <p:sp>
        <p:nvSpPr>
          <p:cNvPr id="1432" name="noise-stroke-110">
            <a:extLst xmlns:a="http://schemas.openxmlformats.org/drawingml/2006/main">
              <a:ext uri="{FF2B5EF4-FFF2-40B4-BE49-F238E27FC236}">
                <a16:creationId xmlns:a16="http://schemas.microsoft.com/office/drawing/2014/main" id="{C2C7DA07-61E7-4194-B8E3-9B5BD618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19" y="3954866"/>
            <a:ext cx="20326" cy="58207"/>
          </a:xfrm>
          <a:custGeom xmlns:a="http://schemas.openxmlformats.org/drawingml/2006/main">
            <a:pathLst>
              <a:path w="20326" h="58207">
                <a:moveTo>
                  <a:pt x="20326" y="58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2">
            <a:solidFill>
              <a:srgbClr val="243143"/>
            </a:solidFill>
            <a:prstDash val="solid"/>
          </a:ln>
        </p:spPr>
      </p:sp>
      <p:sp>
        <p:nvSpPr>
          <p:cNvPr id="1433" name="noise-stroke-111">
            <a:extLst xmlns:a="http://schemas.openxmlformats.org/drawingml/2006/main">
              <a:ext uri="{FF2B5EF4-FFF2-40B4-BE49-F238E27FC236}">
                <a16:creationId xmlns:a16="http://schemas.microsoft.com/office/drawing/2014/main" id="{2355333F-9D13-4294-90D7-EB9C5E3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46" y="2430742"/>
            <a:ext cx="54654" cy="33080"/>
          </a:xfrm>
          <a:custGeom xmlns:a="http://schemas.openxmlformats.org/drawingml/2006/main">
            <a:pathLst>
              <a:path w="54654" h="33080">
                <a:moveTo>
                  <a:pt x="0" y="0"/>
                </a:moveTo>
                <a:lnTo>
                  <a:pt x="54654" y="33080"/>
                </a:lnTo>
              </a:path>
            </a:pathLst>
          </a:custGeom>
          <a:noFill xmlns:a="http://schemas.openxmlformats.org/drawingml/2006/main"/>
          <a:ln xmlns:a="http://schemas.openxmlformats.org/drawingml/2006/main" w="11072">
            <a:solidFill>
              <a:srgbClr val="101722"/>
            </a:solidFill>
            <a:prstDash val="solid"/>
          </a:ln>
        </p:spPr>
      </p:sp>
      <p:sp>
        <p:nvSpPr>
          <p:cNvPr id="1434" name="noise-stroke-112">
            <a:extLst xmlns:a="http://schemas.openxmlformats.org/drawingml/2006/main">
              <a:ext uri="{FF2B5EF4-FFF2-40B4-BE49-F238E27FC236}">
                <a16:creationId xmlns:a16="http://schemas.microsoft.com/office/drawing/2014/main" id="{519A68F0-6C1E-4CFA-B4D3-29DD8AD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504" y="2434076"/>
            <a:ext cx="48044" cy="15573"/>
          </a:xfrm>
          <a:custGeom xmlns:a="http://schemas.openxmlformats.org/drawingml/2006/main">
            <a:pathLst>
              <a:path w="48044" h="15573">
                <a:moveTo>
                  <a:pt x="0" y="0"/>
                </a:moveTo>
                <a:lnTo>
                  <a:pt x="48044" y="15573"/>
                </a:lnTo>
              </a:path>
            </a:pathLst>
          </a:custGeom>
          <a:noFill xmlns:a="http://schemas.openxmlformats.org/drawingml/2006/main"/>
          <a:ln xmlns:a="http://schemas.openxmlformats.org/drawingml/2006/main" w="10669">
            <a:solidFill>
              <a:srgbClr val="101722"/>
            </a:solidFill>
            <a:prstDash val="solid"/>
          </a:ln>
        </p:spPr>
      </p:sp>
      <p:sp>
        <p:nvSpPr>
          <p:cNvPr id="1435" name="noise-stroke-113">
            <a:extLst xmlns:a="http://schemas.openxmlformats.org/drawingml/2006/main">
              <a:ext uri="{FF2B5EF4-FFF2-40B4-BE49-F238E27FC236}">
                <a16:creationId xmlns:a16="http://schemas.microsoft.com/office/drawing/2014/main" id="{74C6CE01-E6DE-40CE-9639-D9BBF3D0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417" y="2458450"/>
            <a:ext cx="55159" cy="28404"/>
          </a:xfrm>
          <a:custGeom xmlns:a="http://schemas.openxmlformats.org/drawingml/2006/main">
            <a:pathLst>
              <a:path w="55159" h="28404">
                <a:moveTo>
                  <a:pt x="0" y="0"/>
                </a:moveTo>
                <a:lnTo>
                  <a:pt x="55159" y="28404"/>
                </a:lnTo>
              </a:path>
            </a:pathLst>
          </a:custGeom>
          <a:noFill xmlns:a="http://schemas.openxmlformats.org/drawingml/2006/main"/>
          <a:ln xmlns:a="http://schemas.openxmlformats.org/drawingml/2006/main" w="8207">
            <a:solidFill>
              <a:srgbClr val="243143"/>
            </a:solidFill>
            <a:prstDash val="solid"/>
          </a:ln>
        </p:spPr>
      </p:sp>
      <p:sp>
        <p:nvSpPr>
          <p:cNvPr id="1436" name="noise-stroke-114">
            <a:extLst xmlns:a="http://schemas.openxmlformats.org/drawingml/2006/main">
              <a:ext uri="{FF2B5EF4-FFF2-40B4-BE49-F238E27FC236}">
                <a16:creationId xmlns:a16="http://schemas.microsoft.com/office/drawing/2014/main" id="{1E03A979-5094-4A4B-9A46-BD8BF299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69" y="2785415"/>
            <a:ext cx="42691" cy="9525"/>
          </a:xfrm>
          <a:custGeom xmlns:a="http://schemas.openxmlformats.org/drawingml/2006/main">
            <a:pathLst>
              <a:path w="42691" h="9525">
                <a:moveTo>
                  <a:pt x="0" y="3734"/>
                </a:moveTo>
                <a:lnTo>
                  <a:pt x="42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02">
            <a:solidFill>
              <a:srgbClr val="435064"/>
            </a:solidFill>
            <a:prstDash val="solid"/>
          </a:ln>
        </p:spPr>
      </p:sp>
      <p:sp>
        <p:nvSpPr>
          <p:cNvPr id="1437" name="noise-stroke-115">
            <a:extLst xmlns:a="http://schemas.openxmlformats.org/drawingml/2006/main">
              <a:ext uri="{FF2B5EF4-FFF2-40B4-BE49-F238E27FC236}">
                <a16:creationId xmlns:a16="http://schemas.microsoft.com/office/drawing/2014/main" id="{FA2086C5-CCC6-4437-AA51-38C0616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36" y="2594324"/>
            <a:ext cx="17355" cy="55150"/>
          </a:xfrm>
          <a:custGeom xmlns:a="http://schemas.openxmlformats.org/drawingml/2006/main">
            <a:pathLst>
              <a:path w="17355" h="55150">
                <a:moveTo>
                  <a:pt x="0" y="0"/>
                </a:moveTo>
                <a:lnTo>
                  <a:pt x="17355" y="55150"/>
                </a:lnTo>
              </a:path>
            </a:pathLst>
          </a:custGeom>
          <a:noFill xmlns:a="http://schemas.openxmlformats.org/drawingml/2006/main"/>
          <a:ln xmlns:a="http://schemas.openxmlformats.org/drawingml/2006/main" w="11335">
            <a:solidFill>
              <a:srgbClr val="101722"/>
            </a:solidFill>
            <a:prstDash val="solid"/>
          </a:ln>
        </p:spPr>
      </p:sp>
      <p:sp>
        <p:nvSpPr>
          <p:cNvPr id="1438" name="noise-stroke-116">
            <a:extLst xmlns:a="http://schemas.openxmlformats.org/drawingml/2006/main">
              <a:ext uri="{FF2B5EF4-FFF2-40B4-BE49-F238E27FC236}">
                <a16:creationId xmlns:a16="http://schemas.microsoft.com/office/drawing/2014/main" id="{F1C94BFC-B15A-4AFD-AF6D-4CA83DF2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83" y="2383669"/>
            <a:ext cx="12859" cy="42643"/>
          </a:xfrm>
          <a:custGeom xmlns:a="http://schemas.openxmlformats.org/drawingml/2006/main">
            <a:pathLst>
              <a:path w="12859" h="42643">
                <a:moveTo>
                  <a:pt x="12859" y="0"/>
                </a:moveTo>
                <a:lnTo>
                  <a:pt x="0" y="42643"/>
                </a:lnTo>
              </a:path>
            </a:pathLst>
          </a:custGeom>
          <a:noFill xmlns:a="http://schemas.openxmlformats.org/drawingml/2006/main"/>
          <a:ln xmlns:a="http://schemas.openxmlformats.org/drawingml/2006/main" w="12145">
            <a:solidFill>
              <a:srgbClr val="435064"/>
            </a:solidFill>
            <a:prstDash val="solid"/>
          </a:ln>
        </p:spPr>
      </p:sp>
      <p:sp>
        <p:nvSpPr>
          <p:cNvPr id="1439" name="noise-stroke-117">
            <a:extLst xmlns:a="http://schemas.openxmlformats.org/drawingml/2006/main">
              <a:ext uri="{FF2B5EF4-FFF2-40B4-BE49-F238E27FC236}">
                <a16:creationId xmlns:a16="http://schemas.microsoft.com/office/drawing/2014/main" id="{91FC1E53-2067-418C-9743-00F14DF0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420" y="2843232"/>
            <a:ext cx="58122" cy="21222"/>
          </a:xfrm>
          <a:custGeom xmlns:a="http://schemas.openxmlformats.org/drawingml/2006/main">
            <a:pathLst>
              <a:path w="58122" h="21222">
                <a:moveTo>
                  <a:pt x="0" y="0"/>
                </a:moveTo>
                <a:lnTo>
                  <a:pt x="58122" y="21222"/>
                </a:lnTo>
              </a:path>
            </a:pathLst>
          </a:custGeom>
          <a:noFill xmlns:a="http://schemas.openxmlformats.org/drawingml/2006/main"/>
          <a:ln xmlns:a="http://schemas.openxmlformats.org/drawingml/2006/main" w="9428">
            <a:solidFill>
              <a:srgbClr val="101722"/>
            </a:solidFill>
            <a:prstDash val="solid"/>
          </a:ln>
        </p:spPr>
      </p:sp>
      <p:sp>
        <p:nvSpPr>
          <p:cNvPr id="1440" name="noise-stroke-118">
            <a:extLst xmlns:a="http://schemas.openxmlformats.org/drawingml/2006/main">
              <a:ext uri="{FF2B5EF4-FFF2-40B4-BE49-F238E27FC236}">
                <a16:creationId xmlns:a16="http://schemas.microsoft.com/office/drawing/2014/main" id="{B4AF447A-B9C4-4851-AEF1-E44233D3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044" y="3701929"/>
            <a:ext cx="22850" cy="28889"/>
          </a:xfrm>
          <a:custGeom xmlns:a="http://schemas.openxmlformats.org/drawingml/2006/main">
            <a:pathLst>
              <a:path w="22850" h="28889">
                <a:moveTo>
                  <a:pt x="0" y="0"/>
                </a:moveTo>
                <a:lnTo>
                  <a:pt x="22850" y="28889"/>
                </a:lnTo>
              </a:path>
            </a:pathLst>
          </a:custGeom>
          <a:noFill xmlns:a="http://schemas.openxmlformats.org/drawingml/2006/main"/>
          <a:ln xmlns:a="http://schemas.openxmlformats.org/drawingml/2006/main" w="11871">
            <a:solidFill>
              <a:srgbClr val="243143"/>
            </a:solidFill>
            <a:prstDash val="solid"/>
          </a:ln>
        </p:spPr>
      </p:sp>
      <p:sp>
        <p:nvSpPr>
          <p:cNvPr id="1441" name="noise-stroke-119">
            <a:extLst xmlns:a="http://schemas.openxmlformats.org/drawingml/2006/main">
              <a:ext uri="{FF2B5EF4-FFF2-40B4-BE49-F238E27FC236}">
                <a16:creationId xmlns:a16="http://schemas.microsoft.com/office/drawing/2014/main" id="{5CE9AEFF-BC24-4DF1-90EA-4F04912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390" y="3602384"/>
            <a:ext cx="23822" cy="53750"/>
          </a:xfrm>
          <a:custGeom xmlns:a="http://schemas.openxmlformats.org/drawingml/2006/main">
            <a:pathLst>
              <a:path w="23822" h="53750">
                <a:moveTo>
                  <a:pt x="0" y="53750"/>
                </a:moveTo>
                <a:lnTo>
                  <a:pt x="238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3">
            <a:solidFill>
              <a:srgbClr val="101722"/>
            </a:solidFill>
            <a:prstDash val="solid"/>
          </a:ln>
        </p:spPr>
      </p:sp>
      <p:sp>
        <p:nvSpPr>
          <p:cNvPr id="1442" name="noise-stroke-120">
            <a:extLst xmlns:a="http://schemas.openxmlformats.org/drawingml/2006/main">
              <a:ext uri="{FF2B5EF4-FFF2-40B4-BE49-F238E27FC236}">
                <a16:creationId xmlns:a16="http://schemas.microsoft.com/office/drawing/2014/main" id="{E1C264C4-57B4-4880-950C-7CED785F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93" y="3355362"/>
            <a:ext cx="9525" cy="33176"/>
          </a:xfrm>
          <a:custGeom xmlns:a="http://schemas.openxmlformats.org/drawingml/2006/main">
            <a:pathLst>
              <a:path w="9525" h="33176">
                <a:moveTo>
                  <a:pt x="2000" y="0"/>
                </a:moveTo>
                <a:lnTo>
                  <a:pt x="0" y="33176"/>
                </a:lnTo>
              </a:path>
            </a:pathLst>
          </a:custGeom>
          <a:noFill xmlns:a="http://schemas.openxmlformats.org/drawingml/2006/main"/>
          <a:ln xmlns:a="http://schemas.openxmlformats.org/drawingml/2006/main" w="9069">
            <a:solidFill>
              <a:srgbClr val="243143"/>
            </a:solidFill>
            <a:prstDash val="solid"/>
          </a:ln>
        </p:spPr>
      </p:sp>
      <p:sp>
        <p:nvSpPr>
          <p:cNvPr id="1443" name="noise-stroke-121">
            <a:extLst xmlns:a="http://schemas.openxmlformats.org/drawingml/2006/main">
              <a:ext uri="{FF2B5EF4-FFF2-40B4-BE49-F238E27FC236}">
                <a16:creationId xmlns:a16="http://schemas.microsoft.com/office/drawing/2014/main" id="{D326911E-5F15-4C5D-B1E1-10C870A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259" y="2611993"/>
            <a:ext cx="35747" cy="44529"/>
          </a:xfrm>
          <a:custGeom xmlns:a="http://schemas.openxmlformats.org/drawingml/2006/main">
            <a:pathLst>
              <a:path w="35747" h="44529">
                <a:moveTo>
                  <a:pt x="35747" y="4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63">
            <a:solidFill>
              <a:srgbClr val="101722"/>
            </a:solidFill>
            <a:prstDash val="solid"/>
          </a:ln>
        </p:spPr>
      </p:sp>
      <p:sp>
        <p:nvSpPr>
          <p:cNvPr id="1444" name="noise-stroke-122">
            <a:extLst xmlns:a="http://schemas.openxmlformats.org/drawingml/2006/main">
              <a:ext uri="{FF2B5EF4-FFF2-40B4-BE49-F238E27FC236}">
                <a16:creationId xmlns:a16="http://schemas.microsoft.com/office/drawing/2014/main" id="{9D87D3F1-CF6F-4759-8271-3DFE9F24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06" y="2484225"/>
            <a:ext cx="10058" cy="35709"/>
          </a:xfrm>
          <a:custGeom xmlns:a="http://schemas.openxmlformats.org/drawingml/2006/main">
            <a:pathLst>
              <a:path w="10058" h="35709">
                <a:moveTo>
                  <a:pt x="10058" y="0"/>
                </a:moveTo>
                <a:lnTo>
                  <a:pt x="0" y="35709"/>
                </a:lnTo>
              </a:path>
            </a:pathLst>
          </a:custGeom>
          <a:noFill xmlns:a="http://schemas.openxmlformats.org/drawingml/2006/main"/>
          <a:ln xmlns:a="http://schemas.openxmlformats.org/drawingml/2006/main" w="11703">
            <a:solidFill>
              <a:srgbClr val="6B7685"/>
            </a:solidFill>
            <a:prstDash val="solid"/>
          </a:ln>
        </p:spPr>
      </p:sp>
      <p:sp>
        <p:nvSpPr>
          <p:cNvPr id="1445" name="noise-stroke-123">
            <a:extLst xmlns:a="http://schemas.openxmlformats.org/drawingml/2006/main">
              <a:ext uri="{FF2B5EF4-FFF2-40B4-BE49-F238E27FC236}">
                <a16:creationId xmlns:a16="http://schemas.microsoft.com/office/drawing/2014/main" id="{F2011CF7-0152-45DB-9D50-1F6DE26B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484" y="3006976"/>
            <a:ext cx="22908" cy="18193"/>
          </a:xfrm>
          <a:custGeom xmlns:a="http://schemas.openxmlformats.org/drawingml/2006/main">
            <a:pathLst>
              <a:path w="22908" h="18193">
                <a:moveTo>
                  <a:pt x="22908" y="0"/>
                </a:moveTo>
                <a:lnTo>
                  <a:pt x="0" y="18193"/>
                </a:lnTo>
              </a:path>
            </a:pathLst>
          </a:custGeom>
          <a:noFill xmlns:a="http://schemas.openxmlformats.org/drawingml/2006/main"/>
          <a:ln xmlns:a="http://schemas.openxmlformats.org/drawingml/2006/main" w="10966">
            <a:solidFill>
              <a:srgbClr val="243143"/>
            </a:solidFill>
            <a:prstDash val="solid"/>
          </a:ln>
        </p:spPr>
      </p:sp>
      <p:sp>
        <p:nvSpPr>
          <p:cNvPr id="1446" name="noise-stroke-124">
            <a:extLst xmlns:a="http://schemas.openxmlformats.org/drawingml/2006/main">
              <a:ext uri="{FF2B5EF4-FFF2-40B4-BE49-F238E27FC236}">
                <a16:creationId xmlns:a16="http://schemas.microsoft.com/office/drawing/2014/main" id="{485594A6-E4ED-4D1A-824A-0583BAB1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47" y="2645578"/>
            <a:ext cx="31852" cy="20926"/>
          </a:xfrm>
          <a:custGeom xmlns:a="http://schemas.openxmlformats.org/drawingml/2006/main">
            <a:pathLst>
              <a:path w="31852" h="20926">
                <a:moveTo>
                  <a:pt x="31852" y="0"/>
                </a:moveTo>
                <a:lnTo>
                  <a:pt x="0" y="20926"/>
                </a:lnTo>
              </a:path>
            </a:pathLst>
          </a:custGeom>
          <a:noFill xmlns:a="http://schemas.openxmlformats.org/drawingml/2006/main"/>
          <a:ln xmlns:a="http://schemas.openxmlformats.org/drawingml/2006/main" w="10900">
            <a:solidFill>
              <a:srgbClr val="6B7685"/>
            </a:solidFill>
            <a:prstDash val="solid"/>
          </a:ln>
        </p:spPr>
      </p:sp>
      <p:sp>
        <p:nvSpPr>
          <p:cNvPr id="1447" name="noise-stroke-125">
            <a:extLst xmlns:a="http://schemas.openxmlformats.org/drawingml/2006/main">
              <a:ext uri="{FF2B5EF4-FFF2-40B4-BE49-F238E27FC236}">
                <a16:creationId xmlns:a16="http://schemas.microsoft.com/office/drawing/2014/main" id="{2FBE08BA-E3E8-4748-A37A-733FA056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42" y="2681154"/>
            <a:ext cx="9525" cy="30804"/>
          </a:xfrm>
          <a:custGeom xmlns:a="http://schemas.openxmlformats.org/drawingml/2006/main">
            <a:pathLst>
              <a:path w="9525" h="30804">
                <a:moveTo>
                  <a:pt x="1362" y="0"/>
                </a:moveTo>
                <a:lnTo>
                  <a:pt x="0" y="30804"/>
                </a:lnTo>
              </a:path>
            </a:pathLst>
          </a:custGeom>
          <a:noFill xmlns:a="http://schemas.openxmlformats.org/drawingml/2006/main"/>
          <a:ln xmlns:a="http://schemas.openxmlformats.org/drawingml/2006/main" w="11356">
            <a:solidFill>
              <a:srgbClr val="6B7685"/>
            </a:solidFill>
            <a:prstDash val="solid"/>
          </a:ln>
        </p:spPr>
      </p:sp>
      <p:sp>
        <p:nvSpPr>
          <p:cNvPr id="1448" name="noise-stroke-126">
            <a:extLst xmlns:a="http://schemas.openxmlformats.org/drawingml/2006/main">
              <a:ext uri="{FF2B5EF4-FFF2-40B4-BE49-F238E27FC236}">
                <a16:creationId xmlns:a16="http://schemas.microsoft.com/office/drawing/2014/main" id="{1F2F6266-ECDD-4A94-8833-B84AA396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568" y="3972544"/>
            <a:ext cx="30728" cy="25946"/>
          </a:xfrm>
          <a:custGeom xmlns:a="http://schemas.openxmlformats.org/drawingml/2006/main">
            <a:pathLst>
              <a:path w="30728" h="25946">
                <a:moveTo>
                  <a:pt x="30728" y="0"/>
                </a:moveTo>
                <a:lnTo>
                  <a:pt x="0" y="25946"/>
                </a:lnTo>
              </a:path>
            </a:pathLst>
          </a:custGeom>
          <a:noFill xmlns:a="http://schemas.openxmlformats.org/drawingml/2006/main"/>
          <a:ln xmlns:a="http://schemas.openxmlformats.org/drawingml/2006/main" w="9137">
            <a:solidFill>
              <a:srgbClr val="435064"/>
            </a:solidFill>
            <a:prstDash val="solid"/>
          </a:ln>
        </p:spPr>
      </p:sp>
      <p:sp>
        <p:nvSpPr>
          <p:cNvPr id="1449" name="noise-stroke-127">
            <a:extLst xmlns:a="http://schemas.openxmlformats.org/drawingml/2006/main">
              <a:ext uri="{FF2B5EF4-FFF2-40B4-BE49-F238E27FC236}">
                <a16:creationId xmlns:a16="http://schemas.microsoft.com/office/drawing/2014/main" id="{717C0D21-2C80-440F-A02A-2F96FCAF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589" y="2965733"/>
            <a:ext cx="30432" cy="40919"/>
          </a:xfrm>
          <a:custGeom xmlns:a="http://schemas.openxmlformats.org/drawingml/2006/main">
            <a:pathLst>
              <a:path w="30432" h="40919">
                <a:moveTo>
                  <a:pt x="0" y="0"/>
                </a:moveTo>
                <a:lnTo>
                  <a:pt x="30432" y="40919"/>
                </a:lnTo>
              </a:path>
            </a:pathLst>
          </a:custGeom>
          <a:noFill xmlns:a="http://schemas.openxmlformats.org/drawingml/2006/main"/>
          <a:ln xmlns:a="http://schemas.openxmlformats.org/drawingml/2006/main" w="12284">
            <a:solidFill>
              <a:srgbClr val="243143"/>
            </a:solidFill>
            <a:prstDash val="solid"/>
          </a:ln>
        </p:spPr>
      </p:sp>
      <p:sp>
        <p:nvSpPr>
          <p:cNvPr id="1450" name="noise-stroke-128">
            <a:extLst xmlns:a="http://schemas.openxmlformats.org/drawingml/2006/main">
              <a:ext uri="{FF2B5EF4-FFF2-40B4-BE49-F238E27FC236}">
                <a16:creationId xmlns:a16="http://schemas.microsoft.com/office/drawing/2014/main" id="{C6B33A25-3017-4DCA-9A3E-8AB3E7E6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748" y="2552729"/>
            <a:ext cx="46396" cy="25441"/>
          </a:xfrm>
          <a:custGeom xmlns:a="http://schemas.openxmlformats.org/drawingml/2006/main">
            <a:pathLst>
              <a:path w="46396" h="25441">
                <a:moveTo>
                  <a:pt x="46396" y="0"/>
                </a:moveTo>
                <a:lnTo>
                  <a:pt x="0" y="25441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243143"/>
            </a:solidFill>
            <a:prstDash val="solid"/>
          </a:ln>
        </p:spPr>
      </p:sp>
      <p:sp>
        <p:nvSpPr>
          <p:cNvPr id="1451" name="noise-stroke-129">
            <a:extLst xmlns:a="http://schemas.openxmlformats.org/drawingml/2006/main">
              <a:ext uri="{FF2B5EF4-FFF2-40B4-BE49-F238E27FC236}">
                <a16:creationId xmlns:a16="http://schemas.microsoft.com/office/drawing/2014/main" id="{63CF5D67-C15A-4113-8541-6D8C45F5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609" y="2540308"/>
            <a:ext cx="53892" cy="27699"/>
          </a:xfrm>
          <a:custGeom xmlns:a="http://schemas.openxmlformats.org/drawingml/2006/main">
            <a:pathLst>
              <a:path w="53892" h="27699">
                <a:moveTo>
                  <a:pt x="0" y="0"/>
                </a:moveTo>
                <a:lnTo>
                  <a:pt x="53892" y="27699"/>
                </a:lnTo>
              </a:path>
            </a:pathLst>
          </a:custGeom>
          <a:noFill xmlns:a="http://schemas.openxmlformats.org/drawingml/2006/main"/>
          <a:ln xmlns:a="http://schemas.openxmlformats.org/drawingml/2006/main" w="12650">
            <a:solidFill>
              <a:srgbClr val="101722"/>
            </a:solidFill>
            <a:prstDash val="solid"/>
          </a:ln>
        </p:spPr>
      </p:sp>
      <p:sp>
        <p:nvSpPr>
          <p:cNvPr id="1452" name="noise-stroke-130">
            <a:extLst xmlns:a="http://schemas.openxmlformats.org/drawingml/2006/main">
              <a:ext uri="{FF2B5EF4-FFF2-40B4-BE49-F238E27FC236}">
                <a16:creationId xmlns:a16="http://schemas.microsoft.com/office/drawing/2014/main" id="{53D7C37A-AABE-4DEA-90D2-DDAECA1B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432" y="3703491"/>
            <a:ext cx="30880" cy="9525"/>
          </a:xfrm>
          <a:custGeom xmlns:a="http://schemas.openxmlformats.org/drawingml/2006/main">
            <a:pathLst>
              <a:path w="30880" h="9525">
                <a:moveTo>
                  <a:pt x="0" y="0"/>
                </a:moveTo>
                <a:lnTo>
                  <a:pt x="30880" y="6039"/>
                </a:lnTo>
              </a:path>
            </a:pathLst>
          </a:custGeom>
          <a:noFill xmlns:a="http://schemas.openxmlformats.org/drawingml/2006/main"/>
          <a:ln xmlns:a="http://schemas.openxmlformats.org/drawingml/2006/main" w="12367">
            <a:solidFill>
              <a:srgbClr val="435064"/>
            </a:solidFill>
            <a:prstDash val="solid"/>
          </a:ln>
        </p:spPr>
      </p:sp>
      <p:sp>
        <p:nvSpPr>
          <p:cNvPr id="1453" name="noise-stroke-131">
            <a:extLst xmlns:a="http://schemas.openxmlformats.org/drawingml/2006/main">
              <a:ext uri="{FF2B5EF4-FFF2-40B4-BE49-F238E27FC236}">
                <a16:creationId xmlns:a16="http://schemas.microsoft.com/office/drawing/2014/main" id="{4A075A91-EEEE-4B7C-B6EF-F41D1D64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946" y="3984269"/>
            <a:ext cx="9525" cy="31375"/>
          </a:xfrm>
          <a:custGeom xmlns:a="http://schemas.openxmlformats.org/drawingml/2006/main">
            <a:pathLst>
              <a:path w="9525" h="31375">
                <a:moveTo>
                  <a:pt x="6210" y="0"/>
                </a:moveTo>
                <a:lnTo>
                  <a:pt x="0" y="31375"/>
                </a:lnTo>
              </a:path>
            </a:pathLst>
          </a:custGeom>
          <a:noFill xmlns:a="http://schemas.openxmlformats.org/drawingml/2006/main"/>
          <a:ln xmlns:a="http://schemas.openxmlformats.org/drawingml/2006/main" w="8193">
            <a:solidFill>
              <a:srgbClr val="243143"/>
            </a:solidFill>
            <a:prstDash val="solid"/>
          </a:ln>
        </p:spPr>
      </p:sp>
      <p:sp>
        <p:nvSpPr>
          <p:cNvPr id="1454" name="noise-stroke-132">
            <a:extLst xmlns:a="http://schemas.openxmlformats.org/drawingml/2006/main">
              <a:ext uri="{FF2B5EF4-FFF2-40B4-BE49-F238E27FC236}">
                <a16:creationId xmlns:a16="http://schemas.microsoft.com/office/drawing/2014/main" id="{C3CADAC0-1D64-409A-930D-C48BF75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388" y="2213877"/>
            <a:ext cx="17936" cy="29023"/>
          </a:xfrm>
          <a:custGeom xmlns:a="http://schemas.openxmlformats.org/drawingml/2006/main">
            <a:pathLst>
              <a:path w="17936" h="29023">
                <a:moveTo>
                  <a:pt x="0" y="0"/>
                </a:moveTo>
                <a:lnTo>
                  <a:pt x="17936" y="29023"/>
                </a:lnTo>
              </a:path>
            </a:pathLst>
          </a:custGeom>
          <a:noFill xmlns:a="http://schemas.openxmlformats.org/drawingml/2006/main"/>
          <a:ln xmlns:a="http://schemas.openxmlformats.org/drawingml/2006/main" w="9397">
            <a:solidFill>
              <a:srgbClr val="6B7685"/>
            </a:solidFill>
            <a:prstDash val="solid"/>
          </a:ln>
        </p:spPr>
      </p:sp>
      <p:sp>
        <p:nvSpPr>
          <p:cNvPr id="1455" name="noise-stroke-133">
            <a:extLst xmlns:a="http://schemas.openxmlformats.org/drawingml/2006/main">
              <a:ext uri="{FF2B5EF4-FFF2-40B4-BE49-F238E27FC236}">
                <a16:creationId xmlns:a16="http://schemas.microsoft.com/office/drawing/2014/main" id="{ED35E491-8097-416E-8688-6766505A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815" y="2388108"/>
            <a:ext cx="9525" cy="49425"/>
          </a:xfrm>
          <a:custGeom xmlns:a="http://schemas.openxmlformats.org/drawingml/2006/main">
            <a:pathLst>
              <a:path w="9525" h="49425">
                <a:moveTo>
                  <a:pt x="5572" y="49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3">
            <a:solidFill>
              <a:srgbClr val="6B7685"/>
            </a:solidFill>
            <a:prstDash val="solid"/>
          </a:ln>
        </p:spPr>
      </p:sp>
      <p:sp>
        <p:nvSpPr>
          <p:cNvPr id="1456" name="noise-stroke-134">
            <a:extLst xmlns:a="http://schemas.openxmlformats.org/drawingml/2006/main">
              <a:ext uri="{FF2B5EF4-FFF2-40B4-BE49-F238E27FC236}">
                <a16:creationId xmlns:a16="http://schemas.microsoft.com/office/drawing/2014/main" id="{55A3980F-BAF8-40F5-816B-F03F26C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07" y="2353875"/>
            <a:ext cx="19279" cy="44396"/>
          </a:xfrm>
          <a:custGeom xmlns:a="http://schemas.openxmlformats.org/drawingml/2006/main">
            <a:pathLst>
              <a:path w="19279" h="44396">
                <a:moveTo>
                  <a:pt x="19279" y="0"/>
                </a:moveTo>
                <a:lnTo>
                  <a:pt x="0" y="44396"/>
                </a:lnTo>
              </a:path>
            </a:pathLst>
          </a:custGeom>
          <a:noFill xmlns:a="http://schemas.openxmlformats.org/drawingml/2006/main"/>
          <a:ln xmlns:a="http://schemas.openxmlformats.org/drawingml/2006/main" w="9468">
            <a:solidFill>
              <a:srgbClr val="6B7685"/>
            </a:solidFill>
            <a:prstDash val="solid"/>
          </a:ln>
        </p:spPr>
      </p:sp>
      <p:sp>
        <p:nvSpPr>
          <p:cNvPr id="1457" name="noise-stroke-135">
            <a:extLst xmlns:a="http://schemas.openxmlformats.org/drawingml/2006/main">
              <a:ext uri="{FF2B5EF4-FFF2-40B4-BE49-F238E27FC236}">
                <a16:creationId xmlns:a16="http://schemas.microsoft.com/office/drawing/2014/main" id="{B0C30BF6-1A56-4ECB-ADC9-346D87DF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104" y="2516353"/>
            <a:ext cx="29185" cy="11354"/>
          </a:xfrm>
          <a:custGeom xmlns:a="http://schemas.openxmlformats.org/drawingml/2006/main">
            <a:pathLst>
              <a:path w="29185" h="11354">
                <a:moveTo>
                  <a:pt x="29185" y="0"/>
                </a:moveTo>
                <a:lnTo>
                  <a:pt x="0" y="11354"/>
                </a:lnTo>
              </a:path>
            </a:pathLst>
          </a:custGeom>
          <a:noFill xmlns:a="http://schemas.openxmlformats.org/drawingml/2006/main"/>
          <a:ln xmlns:a="http://schemas.openxmlformats.org/drawingml/2006/main" w="11462">
            <a:solidFill>
              <a:srgbClr val="243143"/>
            </a:solidFill>
            <a:prstDash val="solid"/>
          </a:ln>
        </p:spPr>
      </p:sp>
      <p:sp>
        <p:nvSpPr>
          <p:cNvPr id="1458" name="noise-stroke-136">
            <a:extLst xmlns:a="http://schemas.openxmlformats.org/drawingml/2006/main">
              <a:ext uri="{FF2B5EF4-FFF2-40B4-BE49-F238E27FC236}">
                <a16:creationId xmlns:a16="http://schemas.microsoft.com/office/drawing/2014/main" id="{EB9CB519-1E4A-4CBD-A08C-A4E22267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50" y="3853767"/>
            <a:ext cx="31099" cy="9525"/>
          </a:xfrm>
          <a:custGeom xmlns:a="http://schemas.openxmlformats.org/drawingml/2006/main">
            <a:pathLst>
              <a:path w="31099" h="9525">
                <a:moveTo>
                  <a:pt x="31099" y="0"/>
                </a:moveTo>
                <a:lnTo>
                  <a:pt x="0" y="6801"/>
                </a:lnTo>
              </a:path>
            </a:pathLst>
          </a:custGeom>
          <a:noFill xmlns:a="http://schemas.openxmlformats.org/drawingml/2006/main"/>
          <a:ln xmlns:a="http://schemas.openxmlformats.org/drawingml/2006/main" w="8141">
            <a:solidFill>
              <a:srgbClr val="243143"/>
            </a:solidFill>
            <a:prstDash val="solid"/>
          </a:ln>
        </p:spPr>
      </p:sp>
      <p:sp>
        <p:nvSpPr>
          <p:cNvPr id="1459" name="noise-stroke-137">
            <a:extLst xmlns:a="http://schemas.openxmlformats.org/drawingml/2006/main">
              <a:ext uri="{FF2B5EF4-FFF2-40B4-BE49-F238E27FC236}">
                <a16:creationId xmlns:a16="http://schemas.microsoft.com/office/drawing/2014/main" id="{D629E741-4158-4EFF-A2BE-EC78F1ED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937" y="2429866"/>
            <a:ext cx="30156" cy="19688"/>
          </a:xfrm>
          <a:custGeom xmlns:a="http://schemas.openxmlformats.org/drawingml/2006/main">
            <a:pathLst>
              <a:path w="30156" h="19688">
                <a:moveTo>
                  <a:pt x="0" y="0"/>
                </a:moveTo>
                <a:lnTo>
                  <a:pt x="30156" y="19688"/>
                </a:lnTo>
              </a:path>
            </a:pathLst>
          </a:custGeom>
          <a:noFill xmlns:a="http://schemas.openxmlformats.org/drawingml/2006/main"/>
          <a:ln xmlns:a="http://schemas.openxmlformats.org/drawingml/2006/main" w="10089">
            <a:solidFill>
              <a:srgbClr val="101722"/>
            </a:solidFill>
            <a:prstDash val="solid"/>
          </a:ln>
        </p:spPr>
      </p:sp>
      <p:sp>
        <p:nvSpPr>
          <p:cNvPr id="1460" name="noise-stroke-138">
            <a:extLst xmlns:a="http://schemas.openxmlformats.org/drawingml/2006/main">
              <a:ext uri="{FF2B5EF4-FFF2-40B4-BE49-F238E27FC236}">
                <a16:creationId xmlns:a16="http://schemas.microsoft.com/office/drawing/2014/main" id="{D5FE8511-270F-4835-9AFF-9ECC6A90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469" y="3382137"/>
            <a:ext cx="25879" cy="51616"/>
          </a:xfrm>
          <a:custGeom xmlns:a="http://schemas.openxmlformats.org/drawingml/2006/main">
            <a:pathLst>
              <a:path w="25879" h="51616">
                <a:moveTo>
                  <a:pt x="25879" y="516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21">
            <a:solidFill>
              <a:srgbClr val="101722"/>
            </a:solidFill>
            <a:prstDash val="solid"/>
          </a:ln>
        </p:spPr>
      </p:sp>
      <p:sp>
        <p:nvSpPr>
          <p:cNvPr id="1461" name="noise-stroke-139">
            <a:extLst xmlns:a="http://schemas.openxmlformats.org/drawingml/2006/main">
              <a:ext uri="{FF2B5EF4-FFF2-40B4-BE49-F238E27FC236}">
                <a16:creationId xmlns:a16="http://schemas.microsoft.com/office/drawing/2014/main" id="{E8E91AB2-292B-4BB4-9783-980E50AE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969" y="3876789"/>
            <a:ext cx="59560" cy="17155"/>
          </a:xfrm>
          <a:custGeom xmlns:a="http://schemas.openxmlformats.org/drawingml/2006/main">
            <a:pathLst>
              <a:path w="59560" h="17155">
                <a:moveTo>
                  <a:pt x="0" y="17155"/>
                </a:moveTo>
                <a:lnTo>
                  <a:pt x="59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88">
            <a:solidFill>
              <a:srgbClr val="101722"/>
            </a:solidFill>
            <a:prstDash val="solid"/>
          </a:ln>
        </p:spPr>
      </p:sp>
      <p:sp>
        <p:nvSpPr>
          <p:cNvPr id="1462" name="noise-stroke-140">
            <a:extLst xmlns:a="http://schemas.openxmlformats.org/drawingml/2006/main">
              <a:ext uri="{FF2B5EF4-FFF2-40B4-BE49-F238E27FC236}">
                <a16:creationId xmlns:a16="http://schemas.microsoft.com/office/drawing/2014/main" id="{243E2BE7-DEBE-4968-B46E-61DE3366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300" y="3552758"/>
            <a:ext cx="9525" cy="38462"/>
          </a:xfrm>
          <a:custGeom xmlns:a="http://schemas.openxmlformats.org/drawingml/2006/main">
            <a:pathLst>
              <a:path w="9525" h="38462">
                <a:moveTo>
                  <a:pt x="3658" y="384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74">
            <a:solidFill>
              <a:srgbClr val="243143"/>
            </a:solidFill>
            <a:prstDash val="solid"/>
          </a:ln>
        </p:spPr>
      </p:sp>
      <p:sp>
        <p:nvSpPr>
          <p:cNvPr id="1463" name="noise-stroke-141">
            <a:extLst xmlns:a="http://schemas.openxmlformats.org/drawingml/2006/main">
              <a:ext uri="{FF2B5EF4-FFF2-40B4-BE49-F238E27FC236}">
                <a16:creationId xmlns:a16="http://schemas.microsoft.com/office/drawing/2014/main" id="{5660D20E-2B94-459B-A8D6-DD703450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300" y="2156831"/>
            <a:ext cx="32899" cy="28708"/>
          </a:xfrm>
          <a:custGeom xmlns:a="http://schemas.openxmlformats.org/drawingml/2006/main">
            <a:pathLst>
              <a:path w="32899" h="28708">
                <a:moveTo>
                  <a:pt x="0" y="0"/>
                </a:moveTo>
                <a:lnTo>
                  <a:pt x="32899" y="28708"/>
                </a:lnTo>
              </a:path>
            </a:pathLst>
          </a:custGeom>
          <a:noFill xmlns:a="http://schemas.openxmlformats.org/drawingml/2006/main"/>
          <a:ln xmlns:a="http://schemas.openxmlformats.org/drawingml/2006/main" w="10916">
            <a:solidFill>
              <a:srgbClr val="101722"/>
            </a:solidFill>
            <a:prstDash val="solid"/>
          </a:ln>
        </p:spPr>
      </p:sp>
      <p:sp>
        <p:nvSpPr>
          <p:cNvPr id="1464" name="noise-stroke-142">
            <a:extLst xmlns:a="http://schemas.openxmlformats.org/drawingml/2006/main">
              <a:ext uri="{FF2B5EF4-FFF2-40B4-BE49-F238E27FC236}">
                <a16:creationId xmlns:a16="http://schemas.microsoft.com/office/drawing/2014/main" id="{8822A75B-2CAF-4720-9132-F3DA1333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564" y="4023932"/>
            <a:ext cx="29375" cy="19488"/>
          </a:xfrm>
          <a:custGeom xmlns:a="http://schemas.openxmlformats.org/drawingml/2006/main">
            <a:pathLst>
              <a:path w="29375" h="19488">
                <a:moveTo>
                  <a:pt x="0" y="19488"/>
                </a:moveTo>
                <a:lnTo>
                  <a:pt x="29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30">
            <a:solidFill>
              <a:srgbClr val="101722"/>
            </a:solidFill>
            <a:prstDash val="solid"/>
          </a:ln>
        </p:spPr>
      </p:sp>
      <p:sp>
        <p:nvSpPr>
          <p:cNvPr id="1465" name="noise-stroke-143">
            <a:extLst xmlns:a="http://schemas.openxmlformats.org/drawingml/2006/main">
              <a:ext uri="{FF2B5EF4-FFF2-40B4-BE49-F238E27FC236}">
                <a16:creationId xmlns:a16="http://schemas.microsoft.com/office/drawing/2014/main" id="{ADC29082-7A6E-4129-A02A-4F48925C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64" y="3450974"/>
            <a:ext cx="28966" cy="14954"/>
          </a:xfrm>
          <a:custGeom xmlns:a="http://schemas.openxmlformats.org/drawingml/2006/main">
            <a:pathLst>
              <a:path w="28966" h="14954">
                <a:moveTo>
                  <a:pt x="28966" y="0"/>
                </a:moveTo>
                <a:lnTo>
                  <a:pt x="0" y="14954"/>
                </a:lnTo>
              </a:path>
            </a:pathLst>
          </a:custGeom>
          <a:noFill xmlns:a="http://schemas.openxmlformats.org/drawingml/2006/main"/>
          <a:ln xmlns:a="http://schemas.openxmlformats.org/drawingml/2006/main" w="11865">
            <a:solidFill>
              <a:srgbClr val="243143"/>
            </a:solidFill>
            <a:prstDash val="solid"/>
          </a:ln>
        </p:spPr>
      </p:sp>
      <p:sp>
        <p:nvSpPr>
          <p:cNvPr id="1466" name="noise-stroke-144">
            <a:extLst xmlns:a="http://schemas.openxmlformats.org/drawingml/2006/main">
              <a:ext uri="{FF2B5EF4-FFF2-40B4-BE49-F238E27FC236}">
                <a16:creationId xmlns:a16="http://schemas.microsoft.com/office/drawing/2014/main" id="{35F168EF-63EB-4537-A6E1-B2A56921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95" y="3298441"/>
            <a:ext cx="9525" cy="39995"/>
          </a:xfrm>
          <a:custGeom xmlns:a="http://schemas.openxmlformats.org/drawingml/2006/main">
            <a:pathLst>
              <a:path w="9525" h="39995">
                <a:moveTo>
                  <a:pt x="0" y="39995"/>
                </a:moveTo>
                <a:lnTo>
                  <a:pt x="6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29">
            <a:solidFill>
              <a:srgbClr val="101722"/>
            </a:solidFill>
            <a:prstDash val="solid"/>
          </a:ln>
        </p:spPr>
      </p:sp>
      <p:sp>
        <p:nvSpPr>
          <p:cNvPr id="1467" name="noise-stroke-145">
            <a:extLst xmlns:a="http://schemas.openxmlformats.org/drawingml/2006/main">
              <a:ext uri="{FF2B5EF4-FFF2-40B4-BE49-F238E27FC236}">
                <a16:creationId xmlns:a16="http://schemas.microsoft.com/office/drawing/2014/main" id="{CEAC45EE-11D4-4989-B44A-713EEC7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74" y="2854252"/>
            <a:ext cx="51121" cy="37586"/>
          </a:xfrm>
          <a:custGeom xmlns:a="http://schemas.openxmlformats.org/drawingml/2006/main">
            <a:pathLst>
              <a:path w="51121" h="37586">
                <a:moveTo>
                  <a:pt x="51121" y="0"/>
                </a:moveTo>
                <a:lnTo>
                  <a:pt x="0" y="37586"/>
                </a:lnTo>
              </a:path>
            </a:pathLst>
          </a:custGeom>
          <a:noFill xmlns:a="http://schemas.openxmlformats.org/drawingml/2006/main"/>
          <a:ln xmlns:a="http://schemas.openxmlformats.org/drawingml/2006/main" w="8083">
            <a:solidFill>
              <a:srgbClr val="101722"/>
            </a:solidFill>
            <a:prstDash val="solid"/>
          </a:ln>
        </p:spPr>
      </p:sp>
      <p:sp>
        <p:nvSpPr>
          <p:cNvPr id="1468" name="noise-stroke-146">
            <a:extLst xmlns:a="http://schemas.openxmlformats.org/drawingml/2006/main">
              <a:ext uri="{FF2B5EF4-FFF2-40B4-BE49-F238E27FC236}">
                <a16:creationId xmlns:a16="http://schemas.microsoft.com/office/drawing/2014/main" id="{0E4BA21C-3525-4A0F-8F50-BE608774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541" y="3589010"/>
            <a:ext cx="47273" cy="29823"/>
          </a:xfrm>
          <a:custGeom xmlns:a="http://schemas.openxmlformats.org/drawingml/2006/main">
            <a:pathLst>
              <a:path w="47273" h="29823">
                <a:moveTo>
                  <a:pt x="47273" y="298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17">
            <a:solidFill>
              <a:srgbClr val="243143"/>
            </a:solidFill>
            <a:prstDash val="solid"/>
          </a:ln>
        </p:spPr>
      </p:sp>
      <p:sp>
        <p:nvSpPr>
          <p:cNvPr id="1469" name="noise-stroke-147">
            <a:extLst xmlns:a="http://schemas.openxmlformats.org/drawingml/2006/main">
              <a:ext uri="{FF2B5EF4-FFF2-40B4-BE49-F238E27FC236}">
                <a16:creationId xmlns:a16="http://schemas.microsoft.com/office/drawing/2014/main" id="{D96D8615-2172-4DDF-9A80-6D87E536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13" y="3418103"/>
            <a:ext cx="34804" cy="53264"/>
          </a:xfrm>
          <a:custGeom xmlns:a="http://schemas.openxmlformats.org/drawingml/2006/main">
            <a:pathLst>
              <a:path w="34804" h="53264">
                <a:moveTo>
                  <a:pt x="0" y="0"/>
                </a:moveTo>
                <a:lnTo>
                  <a:pt x="34804" y="53264"/>
                </a:lnTo>
              </a:path>
            </a:pathLst>
          </a:custGeom>
          <a:noFill xmlns:a="http://schemas.openxmlformats.org/drawingml/2006/main"/>
          <a:ln xmlns:a="http://schemas.openxmlformats.org/drawingml/2006/main" w="9403">
            <a:solidFill>
              <a:srgbClr val="435064"/>
            </a:solidFill>
            <a:prstDash val="solid"/>
          </a:ln>
        </p:spPr>
      </p:sp>
      <p:sp>
        <p:nvSpPr>
          <p:cNvPr id="1470" name="noise-stroke-148">
            <a:extLst xmlns:a="http://schemas.openxmlformats.org/drawingml/2006/main">
              <a:ext uri="{FF2B5EF4-FFF2-40B4-BE49-F238E27FC236}">
                <a16:creationId xmlns:a16="http://schemas.microsoft.com/office/drawing/2014/main" id="{141D98C3-74B9-4D10-AB38-259BADD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64" y="2714234"/>
            <a:ext cx="17326" cy="44539"/>
          </a:xfrm>
          <a:custGeom xmlns:a="http://schemas.openxmlformats.org/drawingml/2006/main">
            <a:pathLst>
              <a:path w="17326" h="44539">
                <a:moveTo>
                  <a:pt x="17326" y="0"/>
                </a:moveTo>
                <a:lnTo>
                  <a:pt x="0" y="44539"/>
                </a:lnTo>
              </a:path>
            </a:pathLst>
          </a:custGeom>
          <a:noFill xmlns:a="http://schemas.openxmlformats.org/drawingml/2006/main"/>
          <a:ln xmlns:a="http://schemas.openxmlformats.org/drawingml/2006/main" w="11245">
            <a:solidFill>
              <a:srgbClr val="243143"/>
            </a:solidFill>
            <a:prstDash val="solid"/>
          </a:ln>
        </p:spPr>
      </p:sp>
      <p:sp>
        <p:nvSpPr>
          <p:cNvPr id="1471" name="noise-stroke-149">
            <a:extLst xmlns:a="http://schemas.openxmlformats.org/drawingml/2006/main">
              <a:ext uri="{FF2B5EF4-FFF2-40B4-BE49-F238E27FC236}">
                <a16:creationId xmlns:a16="http://schemas.microsoft.com/office/drawing/2014/main" id="{4AF8FD8F-F254-45A6-A816-FA2CD0C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03" y="3381556"/>
            <a:ext cx="9525" cy="61779"/>
          </a:xfrm>
          <a:custGeom xmlns:a="http://schemas.openxmlformats.org/drawingml/2006/main">
            <a:pathLst>
              <a:path w="9525" h="61779">
                <a:moveTo>
                  <a:pt x="2581" y="617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19">
            <a:solidFill>
              <a:srgbClr val="243143"/>
            </a:solidFill>
            <a:prstDash val="solid"/>
          </a:ln>
        </p:spPr>
      </p:sp>
      <p:sp>
        <p:nvSpPr>
          <p:cNvPr id="1472" name="noise-stroke-150">
            <a:extLst xmlns:a="http://schemas.openxmlformats.org/drawingml/2006/main">
              <a:ext uri="{FF2B5EF4-FFF2-40B4-BE49-F238E27FC236}">
                <a16:creationId xmlns:a16="http://schemas.microsoft.com/office/drawing/2014/main" id="{92C1A635-A94B-4638-9EEA-B2865019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074" y="2623947"/>
            <a:ext cx="26794" cy="16183"/>
          </a:xfrm>
          <a:custGeom xmlns:a="http://schemas.openxmlformats.org/drawingml/2006/main">
            <a:pathLst>
              <a:path w="26794" h="16183">
                <a:moveTo>
                  <a:pt x="0" y="0"/>
                </a:moveTo>
                <a:lnTo>
                  <a:pt x="26794" y="16183"/>
                </a:lnTo>
              </a:path>
            </a:pathLst>
          </a:custGeom>
          <a:noFill xmlns:a="http://schemas.openxmlformats.org/drawingml/2006/main"/>
          <a:ln xmlns:a="http://schemas.openxmlformats.org/drawingml/2006/main" w="9803">
            <a:solidFill>
              <a:srgbClr val="435064"/>
            </a:solidFill>
            <a:prstDash val="solid"/>
          </a:ln>
        </p:spPr>
      </p:sp>
      <p:sp>
        <p:nvSpPr>
          <p:cNvPr id="1473" name="noise-stroke-151">
            <a:extLst xmlns:a="http://schemas.openxmlformats.org/drawingml/2006/main">
              <a:ext uri="{FF2B5EF4-FFF2-40B4-BE49-F238E27FC236}">
                <a16:creationId xmlns:a16="http://schemas.microsoft.com/office/drawing/2014/main" id="{DBA57FD8-9C5C-4F23-8F26-0C72726C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076" y="2444105"/>
            <a:ext cx="57293" cy="9525"/>
          </a:xfrm>
          <a:custGeom xmlns:a="http://schemas.openxmlformats.org/drawingml/2006/main">
            <a:pathLst>
              <a:path w="57293" h="9525">
                <a:moveTo>
                  <a:pt x="57293" y="14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9">
            <a:solidFill>
              <a:srgbClr val="6B7685"/>
            </a:solidFill>
            <a:prstDash val="solid"/>
          </a:ln>
        </p:spPr>
      </p:sp>
      <p:sp>
        <p:nvSpPr>
          <p:cNvPr id="1474" name="noise-stroke-152">
            <a:extLst xmlns:a="http://schemas.openxmlformats.org/drawingml/2006/main">
              <a:ext uri="{FF2B5EF4-FFF2-40B4-BE49-F238E27FC236}">
                <a16:creationId xmlns:a16="http://schemas.microsoft.com/office/drawing/2014/main" id="{D2CDDBA0-D3B1-4A0A-AAA4-A7CB227A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335" y="3196523"/>
            <a:ext cx="30928" cy="9525"/>
          </a:xfrm>
          <a:custGeom xmlns:a="http://schemas.openxmlformats.org/drawingml/2006/main">
            <a:pathLst>
              <a:path w="30928" h="9525">
                <a:moveTo>
                  <a:pt x="0" y="6239"/>
                </a:moveTo>
                <a:lnTo>
                  <a:pt x="309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35">
            <a:solidFill>
              <a:srgbClr val="101722"/>
            </a:solidFill>
            <a:prstDash val="solid"/>
          </a:ln>
        </p:spPr>
      </p:sp>
      <p:sp>
        <p:nvSpPr>
          <p:cNvPr id="1475" name="noise-stroke-153">
            <a:extLst xmlns:a="http://schemas.openxmlformats.org/drawingml/2006/main">
              <a:ext uri="{FF2B5EF4-FFF2-40B4-BE49-F238E27FC236}">
                <a16:creationId xmlns:a16="http://schemas.microsoft.com/office/drawing/2014/main" id="{A668C9A6-E787-49A8-9E9B-DCA115C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77" y="2541518"/>
            <a:ext cx="20422" cy="24003"/>
          </a:xfrm>
          <a:custGeom xmlns:a="http://schemas.openxmlformats.org/drawingml/2006/main">
            <a:pathLst>
              <a:path w="20422" h="24003">
                <a:moveTo>
                  <a:pt x="0" y="24003"/>
                </a:moveTo>
                <a:lnTo>
                  <a:pt x="204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06">
            <a:solidFill>
              <a:srgbClr val="243143"/>
            </a:solidFill>
            <a:prstDash val="solid"/>
          </a:ln>
        </p:spPr>
      </p:sp>
      <p:sp>
        <p:nvSpPr>
          <p:cNvPr id="1476" name="noise-stroke-154">
            <a:extLst xmlns:a="http://schemas.openxmlformats.org/drawingml/2006/main">
              <a:ext uri="{FF2B5EF4-FFF2-40B4-BE49-F238E27FC236}">
                <a16:creationId xmlns:a16="http://schemas.microsoft.com/office/drawing/2014/main" id="{8F1C669E-4D7E-4953-B144-757BF4E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588" y="3568141"/>
            <a:ext cx="34566" cy="36109"/>
          </a:xfrm>
          <a:custGeom xmlns:a="http://schemas.openxmlformats.org/drawingml/2006/main">
            <a:pathLst>
              <a:path w="34566" h="36109">
                <a:moveTo>
                  <a:pt x="0" y="0"/>
                </a:moveTo>
                <a:lnTo>
                  <a:pt x="34566" y="36109"/>
                </a:lnTo>
              </a:path>
            </a:pathLst>
          </a:custGeom>
          <a:noFill xmlns:a="http://schemas.openxmlformats.org/drawingml/2006/main"/>
          <a:ln xmlns:a="http://schemas.openxmlformats.org/drawingml/2006/main" w="11740">
            <a:solidFill>
              <a:srgbClr val="243143"/>
            </a:solidFill>
            <a:prstDash val="solid"/>
          </a:ln>
        </p:spPr>
      </p:sp>
      <p:sp>
        <p:nvSpPr>
          <p:cNvPr id="1477" name="noise-stroke-155">
            <a:extLst xmlns:a="http://schemas.openxmlformats.org/drawingml/2006/main">
              <a:ext uri="{FF2B5EF4-FFF2-40B4-BE49-F238E27FC236}">
                <a16:creationId xmlns:a16="http://schemas.microsoft.com/office/drawing/2014/main" id="{C4220533-51AF-49F7-A578-FE7FE722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28" y="2241737"/>
            <a:ext cx="24936" cy="23346"/>
          </a:xfrm>
          <a:custGeom xmlns:a="http://schemas.openxmlformats.org/drawingml/2006/main">
            <a:pathLst>
              <a:path w="24936" h="23346">
                <a:moveTo>
                  <a:pt x="24936" y="233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43">
            <a:solidFill>
              <a:srgbClr val="243143"/>
            </a:solidFill>
            <a:prstDash val="solid"/>
          </a:ln>
        </p:spPr>
      </p:sp>
      <p:sp>
        <p:nvSpPr>
          <p:cNvPr id="1478" name="noise-stroke-156">
            <a:extLst xmlns:a="http://schemas.openxmlformats.org/drawingml/2006/main">
              <a:ext uri="{FF2B5EF4-FFF2-40B4-BE49-F238E27FC236}">
                <a16:creationId xmlns:a16="http://schemas.microsoft.com/office/drawing/2014/main" id="{12DB91D7-CC61-4F44-B3DB-F00BECE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54" y="3974173"/>
            <a:ext cx="18869" cy="41462"/>
          </a:xfrm>
          <a:custGeom xmlns:a="http://schemas.openxmlformats.org/drawingml/2006/main">
            <a:pathLst>
              <a:path w="18869" h="41462">
                <a:moveTo>
                  <a:pt x="0" y="41462"/>
                </a:moveTo>
                <a:lnTo>
                  <a:pt x="188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66">
            <a:solidFill>
              <a:srgbClr val="6B7685"/>
            </a:solidFill>
            <a:prstDash val="solid"/>
          </a:ln>
        </p:spPr>
      </p:sp>
      <p:sp>
        <p:nvSpPr>
          <p:cNvPr id="1479" name="noise-stroke-157">
            <a:extLst xmlns:a="http://schemas.openxmlformats.org/drawingml/2006/main">
              <a:ext uri="{FF2B5EF4-FFF2-40B4-BE49-F238E27FC236}">
                <a16:creationId xmlns:a16="http://schemas.microsoft.com/office/drawing/2014/main" id="{DE5B888D-BABF-474D-BEDF-B7BB3F29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095" y="2426141"/>
            <a:ext cx="44139" cy="33166"/>
          </a:xfrm>
          <a:custGeom xmlns:a="http://schemas.openxmlformats.org/drawingml/2006/main">
            <a:pathLst>
              <a:path w="44139" h="33166">
                <a:moveTo>
                  <a:pt x="44139" y="331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13">
            <a:solidFill>
              <a:srgbClr val="101722"/>
            </a:solidFill>
            <a:prstDash val="solid"/>
          </a:ln>
        </p:spPr>
      </p:sp>
      <p:sp>
        <p:nvSpPr>
          <p:cNvPr id="1480" name="noise-stroke-158">
            <a:extLst xmlns:a="http://schemas.openxmlformats.org/drawingml/2006/main">
              <a:ext uri="{FF2B5EF4-FFF2-40B4-BE49-F238E27FC236}">
                <a16:creationId xmlns:a16="http://schemas.microsoft.com/office/drawing/2014/main" id="{9C543276-BDE5-40F3-A1D2-EFB716B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32" y="2919146"/>
            <a:ext cx="36338" cy="48959"/>
          </a:xfrm>
          <a:custGeom xmlns:a="http://schemas.openxmlformats.org/drawingml/2006/main">
            <a:pathLst>
              <a:path w="36338" h="48959">
                <a:moveTo>
                  <a:pt x="0" y="0"/>
                </a:moveTo>
                <a:lnTo>
                  <a:pt x="36338" y="48959"/>
                </a:lnTo>
              </a:path>
            </a:pathLst>
          </a:custGeom>
          <a:noFill xmlns:a="http://schemas.openxmlformats.org/drawingml/2006/main"/>
          <a:ln xmlns:a="http://schemas.openxmlformats.org/drawingml/2006/main" w="12384">
            <a:solidFill>
              <a:srgbClr val="243143"/>
            </a:solidFill>
            <a:prstDash val="solid"/>
          </a:ln>
        </p:spPr>
      </p:sp>
      <p:sp>
        <p:nvSpPr>
          <p:cNvPr id="1481" name="noise-stroke-159">
            <a:extLst xmlns:a="http://schemas.openxmlformats.org/drawingml/2006/main">
              <a:ext uri="{FF2B5EF4-FFF2-40B4-BE49-F238E27FC236}">
                <a16:creationId xmlns:a16="http://schemas.microsoft.com/office/drawing/2014/main" id="{B7024CFF-F2E7-4ABA-B588-393B9CC5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80" y="2502846"/>
            <a:ext cx="40291" cy="35595"/>
          </a:xfrm>
          <a:custGeom xmlns:a="http://schemas.openxmlformats.org/drawingml/2006/main">
            <a:pathLst>
              <a:path w="40291" h="35595">
                <a:moveTo>
                  <a:pt x="40291" y="0"/>
                </a:moveTo>
                <a:lnTo>
                  <a:pt x="0" y="35595"/>
                </a:lnTo>
              </a:path>
            </a:pathLst>
          </a:custGeom>
          <a:noFill xmlns:a="http://schemas.openxmlformats.org/drawingml/2006/main"/>
          <a:ln xmlns:a="http://schemas.openxmlformats.org/drawingml/2006/main" w="9952">
            <a:solidFill>
              <a:srgbClr val="101722"/>
            </a:solidFill>
            <a:prstDash val="solid"/>
          </a:ln>
        </p:spPr>
      </p:sp>
      <p:sp>
        <p:nvSpPr>
          <p:cNvPr id="1482" name="noise-stroke-160">
            <a:extLst xmlns:a="http://schemas.openxmlformats.org/drawingml/2006/main">
              <a:ext uri="{FF2B5EF4-FFF2-40B4-BE49-F238E27FC236}">
                <a16:creationId xmlns:a16="http://schemas.microsoft.com/office/drawing/2014/main" id="{A2A9A457-D26C-4D51-B559-7D5506A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63" y="3825573"/>
            <a:ext cx="19040" cy="49139"/>
          </a:xfrm>
          <a:custGeom xmlns:a="http://schemas.openxmlformats.org/drawingml/2006/main">
            <a:pathLst>
              <a:path w="19040" h="49139">
                <a:moveTo>
                  <a:pt x="0" y="0"/>
                </a:moveTo>
                <a:lnTo>
                  <a:pt x="19040" y="49139"/>
                </a:lnTo>
              </a:path>
            </a:pathLst>
          </a:custGeom>
          <a:noFill xmlns:a="http://schemas.openxmlformats.org/drawingml/2006/main"/>
          <a:ln xmlns:a="http://schemas.openxmlformats.org/drawingml/2006/main" w="10993">
            <a:solidFill>
              <a:srgbClr val="101722"/>
            </a:solidFill>
            <a:prstDash val="solid"/>
          </a:ln>
        </p:spPr>
      </p:sp>
      <p:sp>
        <p:nvSpPr>
          <p:cNvPr id="1483" name="noise-stroke-161">
            <a:extLst xmlns:a="http://schemas.openxmlformats.org/drawingml/2006/main">
              <a:ext uri="{FF2B5EF4-FFF2-40B4-BE49-F238E27FC236}">
                <a16:creationId xmlns:a16="http://schemas.microsoft.com/office/drawing/2014/main" id="{51292BCE-4E6A-4FF4-B351-EFC99659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71" y="2128828"/>
            <a:ext cx="9525" cy="40072"/>
          </a:xfrm>
          <a:custGeom xmlns:a="http://schemas.openxmlformats.org/drawingml/2006/main">
            <a:pathLst>
              <a:path w="9525" h="40072">
                <a:moveTo>
                  <a:pt x="5420" y="400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35">
            <a:solidFill>
              <a:srgbClr val="101722"/>
            </a:solidFill>
            <a:prstDash val="solid"/>
          </a:ln>
        </p:spPr>
      </p:sp>
      <p:sp>
        <p:nvSpPr>
          <p:cNvPr id="1484" name="noise-stroke-162">
            <a:extLst xmlns:a="http://schemas.openxmlformats.org/drawingml/2006/main">
              <a:ext uri="{FF2B5EF4-FFF2-40B4-BE49-F238E27FC236}">
                <a16:creationId xmlns:a16="http://schemas.microsoft.com/office/drawing/2014/main" id="{A77F3A1E-1470-42E4-9CB5-84F3AFDF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203" y="2232127"/>
            <a:ext cx="22755" cy="57893"/>
          </a:xfrm>
          <a:custGeom xmlns:a="http://schemas.openxmlformats.org/drawingml/2006/main">
            <a:pathLst>
              <a:path w="22755" h="57893">
                <a:moveTo>
                  <a:pt x="22755" y="578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79">
            <a:solidFill>
              <a:srgbClr val="101722"/>
            </a:solidFill>
            <a:prstDash val="solid"/>
          </a:ln>
        </p:spPr>
      </p:sp>
      <p:sp>
        <p:nvSpPr>
          <p:cNvPr id="1485" name="noise-stroke-163">
            <a:extLst xmlns:a="http://schemas.openxmlformats.org/drawingml/2006/main">
              <a:ext uri="{FF2B5EF4-FFF2-40B4-BE49-F238E27FC236}">
                <a16:creationId xmlns:a16="http://schemas.microsoft.com/office/drawing/2014/main" id="{118A842B-6A8D-4F31-8C4C-ACC5231E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" y="4087482"/>
            <a:ext cx="34576" cy="9525"/>
          </a:xfrm>
          <a:custGeom xmlns:a="http://schemas.openxmlformats.org/drawingml/2006/main">
            <a:pathLst>
              <a:path w="34576" h="9525">
                <a:moveTo>
                  <a:pt x="0" y="2496"/>
                </a:moveTo>
                <a:lnTo>
                  <a:pt x="345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70">
            <a:solidFill>
              <a:srgbClr val="101722"/>
            </a:solidFill>
            <a:prstDash val="solid"/>
          </a:ln>
        </p:spPr>
      </p:sp>
      <p:sp>
        <p:nvSpPr>
          <p:cNvPr id="1486" name="noise-stroke-164">
            <a:extLst xmlns:a="http://schemas.openxmlformats.org/drawingml/2006/main">
              <a:ext uri="{FF2B5EF4-FFF2-40B4-BE49-F238E27FC236}">
                <a16:creationId xmlns:a16="http://schemas.microsoft.com/office/drawing/2014/main" id="{64B48268-87C6-401D-84C1-2F20DB4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504" y="2497550"/>
            <a:ext cx="16926" cy="32804"/>
          </a:xfrm>
          <a:custGeom xmlns:a="http://schemas.openxmlformats.org/drawingml/2006/main">
            <a:pathLst>
              <a:path w="16926" h="32804">
                <a:moveTo>
                  <a:pt x="0" y="32804"/>
                </a:moveTo>
                <a:lnTo>
                  <a:pt x="16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51">
            <a:solidFill>
              <a:srgbClr val="101722"/>
            </a:solidFill>
            <a:prstDash val="solid"/>
          </a:ln>
        </p:spPr>
      </p:sp>
      <p:sp>
        <p:nvSpPr>
          <p:cNvPr id="1487" name="noise-stroke-165">
            <a:extLst xmlns:a="http://schemas.openxmlformats.org/drawingml/2006/main">
              <a:ext uri="{FF2B5EF4-FFF2-40B4-BE49-F238E27FC236}">
                <a16:creationId xmlns:a16="http://schemas.microsoft.com/office/drawing/2014/main" id="{D70EC1EF-3D42-4919-A247-FD923F50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1" y="3625053"/>
            <a:ext cx="46234" cy="15707"/>
          </a:xfrm>
          <a:custGeom xmlns:a="http://schemas.openxmlformats.org/drawingml/2006/main">
            <a:pathLst>
              <a:path w="46234" h="15707">
                <a:moveTo>
                  <a:pt x="0" y="0"/>
                </a:moveTo>
                <a:lnTo>
                  <a:pt x="46234" y="15707"/>
                </a:lnTo>
              </a:path>
            </a:pathLst>
          </a:custGeom>
          <a:noFill xmlns:a="http://schemas.openxmlformats.org/drawingml/2006/main"/>
          <a:ln xmlns:a="http://schemas.openxmlformats.org/drawingml/2006/main" w="8479">
            <a:solidFill>
              <a:srgbClr val="243143"/>
            </a:solidFill>
            <a:prstDash val="solid"/>
          </a:ln>
        </p:spPr>
      </p:sp>
      <p:sp>
        <p:nvSpPr>
          <p:cNvPr id="1488" name="noise-stroke-166">
            <a:extLst xmlns:a="http://schemas.openxmlformats.org/drawingml/2006/main">
              <a:ext uri="{FF2B5EF4-FFF2-40B4-BE49-F238E27FC236}">
                <a16:creationId xmlns:a16="http://schemas.microsoft.com/office/drawing/2014/main" id="{667F2BDE-484B-40C5-82AF-BE2AE856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990" y="2755792"/>
            <a:ext cx="9525" cy="36738"/>
          </a:xfrm>
          <a:custGeom xmlns:a="http://schemas.openxmlformats.org/drawingml/2006/main">
            <a:pathLst>
              <a:path w="9525" h="36738">
                <a:moveTo>
                  <a:pt x="8153" y="367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09">
            <a:solidFill>
              <a:srgbClr val="101722"/>
            </a:solidFill>
            <a:prstDash val="solid"/>
          </a:ln>
        </p:spPr>
      </p:sp>
      <p:sp>
        <p:nvSpPr>
          <p:cNvPr id="1489" name="noise-stroke-167">
            <a:extLst xmlns:a="http://schemas.openxmlformats.org/drawingml/2006/main">
              <a:ext uri="{FF2B5EF4-FFF2-40B4-BE49-F238E27FC236}">
                <a16:creationId xmlns:a16="http://schemas.microsoft.com/office/drawing/2014/main" id="{ADD4F3C7-6E7E-4919-B974-A1E8BABD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82" y="3937635"/>
            <a:ext cx="55007" cy="19602"/>
          </a:xfrm>
          <a:custGeom xmlns:a="http://schemas.openxmlformats.org/drawingml/2006/main">
            <a:pathLst>
              <a:path w="55007" h="19602">
                <a:moveTo>
                  <a:pt x="55007" y="196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7">
            <a:solidFill>
              <a:srgbClr val="243143"/>
            </a:solidFill>
            <a:prstDash val="solid"/>
          </a:ln>
        </p:spPr>
      </p:sp>
      <p:sp>
        <p:nvSpPr>
          <p:cNvPr id="1490" name="noise-stroke-168">
            <a:extLst xmlns:a="http://schemas.openxmlformats.org/drawingml/2006/main">
              <a:ext uri="{FF2B5EF4-FFF2-40B4-BE49-F238E27FC236}">
                <a16:creationId xmlns:a16="http://schemas.microsoft.com/office/drawing/2014/main" id="{2DB45D95-9976-4277-B167-4D3C358A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378" y="3121123"/>
            <a:ext cx="20974" cy="32442"/>
          </a:xfrm>
          <a:custGeom xmlns:a="http://schemas.openxmlformats.org/drawingml/2006/main">
            <a:pathLst>
              <a:path w="20974" h="32442">
                <a:moveTo>
                  <a:pt x="0" y="0"/>
                </a:moveTo>
                <a:lnTo>
                  <a:pt x="20974" y="32442"/>
                </a:lnTo>
              </a:path>
            </a:pathLst>
          </a:custGeom>
          <a:noFill xmlns:a="http://schemas.openxmlformats.org/drawingml/2006/main"/>
          <a:ln xmlns:a="http://schemas.openxmlformats.org/drawingml/2006/main" w="10852">
            <a:solidFill>
              <a:srgbClr val="243143"/>
            </a:solidFill>
            <a:prstDash val="solid"/>
          </a:ln>
        </p:spPr>
      </p:sp>
      <p:sp>
        <p:nvSpPr>
          <p:cNvPr id="1491" name="noise-stroke-169">
            <a:extLst xmlns:a="http://schemas.openxmlformats.org/drawingml/2006/main">
              <a:ext uri="{FF2B5EF4-FFF2-40B4-BE49-F238E27FC236}">
                <a16:creationId xmlns:a16="http://schemas.microsoft.com/office/drawing/2014/main" id="{0A866C2C-BCF3-407B-B86E-C3A76BCE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345" y="2998746"/>
            <a:ext cx="36185" cy="20650"/>
          </a:xfrm>
          <a:custGeom xmlns:a="http://schemas.openxmlformats.org/drawingml/2006/main">
            <a:pathLst>
              <a:path w="36185" h="20650">
                <a:moveTo>
                  <a:pt x="0" y="20650"/>
                </a:moveTo>
                <a:lnTo>
                  <a:pt x="36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48">
            <a:solidFill>
              <a:srgbClr val="101722"/>
            </a:solidFill>
            <a:prstDash val="solid"/>
          </a:ln>
        </p:spPr>
      </p:sp>
      <p:sp>
        <p:nvSpPr>
          <p:cNvPr id="1492" name="noise-stroke-170">
            <a:extLst xmlns:a="http://schemas.openxmlformats.org/drawingml/2006/main">
              <a:ext uri="{FF2B5EF4-FFF2-40B4-BE49-F238E27FC236}">
                <a16:creationId xmlns:a16="http://schemas.microsoft.com/office/drawing/2014/main" id="{325DEB6B-D9CA-4E87-9C82-5DD654C3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594" y="3514096"/>
            <a:ext cx="37024" cy="29470"/>
          </a:xfrm>
          <a:custGeom xmlns:a="http://schemas.openxmlformats.org/drawingml/2006/main">
            <a:pathLst>
              <a:path w="37024" h="29470">
                <a:moveTo>
                  <a:pt x="37024" y="0"/>
                </a:moveTo>
                <a:lnTo>
                  <a:pt x="0" y="29470"/>
                </a:lnTo>
              </a:path>
            </a:pathLst>
          </a:custGeom>
          <a:noFill xmlns:a="http://schemas.openxmlformats.org/drawingml/2006/main"/>
          <a:ln xmlns:a="http://schemas.openxmlformats.org/drawingml/2006/main" w="8697">
            <a:solidFill>
              <a:srgbClr val="435064"/>
            </a:solidFill>
            <a:prstDash val="solid"/>
          </a:ln>
        </p:spPr>
      </p:sp>
      <p:sp>
        <p:nvSpPr>
          <p:cNvPr id="1493" name="noise-stroke-171">
            <a:extLst xmlns:a="http://schemas.openxmlformats.org/drawingml/2006/main">
              <a:ext uri="{FF2B5EF4-FFF2-40B4-BE49-F238E27FC236}">
                <a16:creationId xmlns:a16="http://schemas.microsoft.com/office/drawing/2014/main" id="{F8C9BF24-31DE-45B2-A8C5-ADB11BC4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46" y="2382831"/>
            <a:ext cx="9525" cy="35462"/>
          </a:xfrm>
          <a:custGeom xmlns:a="http://schemas.openxmlformats.org/drawingml/2006/main">
            <a:pathLst>
              <a:path w="9525" h="35462">
                <a:moveTo>
                  <a:pt x="1895" y="0"/>
                </a:moveTo>
                <a:lnTo>
                  <a:pt x="0" y="35462"/>
                </a:lnTo>
              </a:path>
            </a:pathLst>
          </a:custGeom>
          <a:noFill xmlns:a="http://schemas.openxmlformats.org/drawingml/2006/main"/>
          <a:ln xmlns:a="http://schemas.openxmlformats.org/drawingml/2006/main" w="11481">
            <a:solidFill>
              <a:srgbClr val="243143"/>
            </a:solidFill>
            <a:prstDash val="solid"/>
          </a:ln>
        </p:spPr>
      </p:sp>
      <p:sp>
        <p:nvSpPr>
          <p:cNvPr id="1494" name="noise-stroke-172">
            <a:extLst xmlns:a="http://schemas.openxmlformats.org/drawingml/2006/main">
              <a:ext uri="{FF2B5EF4-FFF2-40B4-BE49-F238E27FC236}">
                <a16:creationId xmlns:a16="http://schemas.microsoft.com/office/drawing/2014/main" id="{52352A1E-DE5D-4C66-9610-29C06514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378" y="3424409"/>
            <a:ext cx="42910" cy="44548"/>
          </a:xfrm>
          <a:custGeom xmlns:a="http://schemas.openxmlformats.org/drawingml/2006/main">
            <a:pathLst>
              <a:path w="42910" h="44548">
                <a:moveTo>
                  <a:pt x="42910" y="0"/>
                </a:moveTo>
                <a:lnTo>
                  <a:pt x="0" y="44548"/>
                </a:lnTo>
              </a:path>
            </a:pathLst>
          </a:custGeom>
          <a:noFill xmlns:a="http://schemas.openxmlformats.org/drawingml/2006/main"/>
          <a:ln xmlns:a="http://schemas.openxmlformats.org/drawingml/2006/main" w="9529">
            <a:solidFill>
              <a:srgbClr val="243143"/>
            </a:solidFill>
            <a:prstDash val="solid"/>
          </a:ln>
        </p:spPr>
      </p:sp>
      <p:sp>
        <p:nvSpPr>
          <p:cNvPr id="1495" name="noise-stroke-173">
            <a:extLst xmlns:a="http://schemas.openxmlformats.org/drawingml/2006/main">
              <a:ext uri="{FF2B5EF4-FFF2-40B4-BE49-F238E27FC236}">
                <a16:creationId xmlns:a16="http://schemas.microsoft.com/office/drawing/2014/main" id="{2D9D7CAC-EE01-4F5D-9E6D-3D75B5C2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81" y="2920079"/>
            <a:ext cx="10144" cy="40081"/>
          </a:xfrm>
          <a:custGeom xmlns:a="http://schemas.openxmlformats.org/drawingml/2006/main">
            <a:pathLst>
              <a:path w="10144" h="40081">
                <a:moveTo>
                  <a:pt x="10144" y="0"/>
                </a:moveTo>
                <a:lnTo>
                  <a:pt x="0" y="40081"/>
                </a:lnTo>
              </a:path>
            </a:pathLst>
          </a:custGeom>
          <a:noFill xmlns:a="http://schemas.openxmlformats.org/drawingml/2006/main"/>
          <a:ln xmlns:a="http://schemas.openxmlformats.org/drawingml/2006/main" w="8651">
            <a:solidFill>
              <a:srgbClr val="101722"/>
            </a:solidFill>
            <a:prstDash val="solid"/>
          </a:ln>
        </p:spPr>
      </p:sp>
      <p:sp>
        <p:nvSpPr>
          <p:cNvPr id="1496" name="noise-stroke-174">
            <a:extLst xmlns:a="http://schemas.openxmlformats.org/drawingml/2006/main">
              <a:ext uri="{FF2B5EF4-FFF2-40B4-BE49-F238E27FC236}">
                <a16:creationId xmlns:a16="http://schemas.microsoft.com/office/drawing/2014/main" id="{30B93CA3-9AC3-4746-8C6F-959A099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676" y="3800694"/>
            <a:ext cx="26299" cy="37748"/>
          </a:xfrm>
          <a:custGeom xmlns:a="http://schemas.openxmlformats.org/drawingml/2006/main">
            <a:pathLst>
              <a:path w="26299" h="37748">
                <a:moveTo>
                  <a:pt x="0" y="37748"/>
                </a:moveTo>
                <a:lnTo>
                  <a:pt x="2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47">
            <a:solidFill>
              <a:srgbClr val="101722"/>
            </a:solidFill>
            <a:prstDash val="solid"/>
          </a:ln>
        </p:spPr>
      </p:sp>
      <p:sp>
        <p:nvSpPr>
          <p:cNvPr id="1497" name="noise-stroke-175">
            <a:extLst xmlns:a="http://schemas.openxmlformats.org/drawingml/2006/main">
              <a:ext uri="{FF2B5EF4-FFF2-40B4-BE49-F238E27FC236}">
                <a16:creationId xmlns:a16="http://schemas.microsoft.com/office/drawing/2014/main" id="{5413848D-3719-4BFF-BEFC-A90B7C7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00" y="2406796"/>
            <a:ext cx="24308" cy="52311"/>
          </a:xfrm>
          <a:custGeom xmlns:a="http://schemas.openxmlformats.org/drawingml/2006/main">
            <a:pathLst>
              <a:path w="24308" h="52311">
                <a:moveTo>
                  <a:pt x="0" y="0"/>
                </a:moveTo>
                <a:lnTo>
                  <a:pt x="24308" y="52311"/>
                </a:lnTo>
              </a:path>
            </a:pathLst>
          </a:custGeom>
          <a:noFill xmlns:a="http://schemas.openxmlformats.org/drawingml/2006/main"/>
          <a:ln xmlns:a="http://schemas.openxmlformats.org/drawingml/2006/main" w="10895">
            <a:solidFill>
              <a:srgbClr val="101722"/>
            </a:solidFill>
            <a:prstDash val="solid"/>
          </a:ln>
        </p:spPr>
      </p:sp>
      <p:sp>
        <p:nvSpPr>
          <p:cNvPr id="1498" name="noise-stroke-176">
            <a:extLst xmlns:a="http://schemas.openxmlformats.org/drawingml/2006/main">
              <a:ext uri="{FF2B5EF4-FFF2-40B4-BE49-F238E27FC236}">
                <a16:creationId xmlns:a16="http://schemas.microsoft.com/office/drawing/2014/main" id="{6C661AA0-58CF-4604-B417-408D7EDE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6" y="3901707"/>
            <a:ext cx="22469" cy="48263"/>
          </a:xfrm>
          <a:custGeom xmlns:a="http://schemas.openxmlformats.org/drawingml/2006/main">
            <a:pathLst>
              <a:path w="22469" h="48263">
                <a:moveTo>
                  <a:pt x="0" y="0"/>
                </a:moveTo>
                <a:lnTo>
                  <a:pt x="22469" y="48263"/>
                </a:lnTo>
              </a:path>
            </a:pathLst>
          </a:custGeom>
          <a:noFill xmlns:a="http://schemas.openxmlformats.org/drawingml/2006/main"/>
          <a:ln xmlns:a="http://schemas.openxmlformats.org/drawingml/2006/main" w="7703">
            <a:solidFill>
              <a:srgbClr val="101722"/>
            </a:solidFill>
            <a:prstDash val="solid"/>
          </a:ln>
        </p:spPr>
      </p:sp>
      <p:sp>
        <p:nvSpPr>
          <p:cNvPr id="1499" name="noise-stroke-177">
            <a:extLst xmlns:a="http://schemas.openxmlformats.org/drawingml/2006/main">
              <a:ext uri="{FF2B5EF4-FFF2-40B4-BE49-F238E27FC236}">
                <a16:creationId xmlns:a16="http://schemas.microsoft.com/office/drawing/2014/main" id="{C8D6ABEF-3F98-40F1-930C-38C8003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54" y="3389328"/>
            <a:ext cx="10354" cy="39405"/>
          </a:xfrm>
          <a:custGeom xmlns:a="http://schemas.openxmlformats.org/drawingml/2006/main">
            <a:pathLst>
              <a:path w="10354" h="39405">
                <a:moveTo>
                  <a:pt x="0" y="39405"/>
                </a:moveTo>
                <a:lnTo>
                  <a:pt x="103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31">
            <a:solidFill>
              <a:srgbClr val="435064"/>
            </a:solidFill>
            <a:prstDash val="solid"/>
          </a:ln>
        </p:spPr>
      </p:sp>
      <p:sp>
        <p:nvSpPr>
          <p:cNvPr id="1500" name="noise-stroke-178">
            <a:extLst xmlns:a="http://schemas.openxmlformats.org/drawingml/2006/main">
              <a:ext uri="{FF2B5EF4-FFF2-40B4-BE49-F238E27FC236}">
                <a16:creationId xmlns:a16="http://schemas.microsoft.com/office/drawing/2014/main" id="{E000C70E-B9AB-446D-8A92-A9ACD10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85" y="3242310"/>
            <a:ext cx="34080" cy="9620"/>
          </a:xfrm>
          <a:custGeom xmlns:a="http://schemas.openxmlformats.org/drawingml/2006/main">
            <a:pathLst>
              <a:path w="34080" h="9620">
                <a:moveTo>
                  <a:pt x="34080" y="0"/>
                </a:moveTo>
                <a:lnTo>
                  <a:pt x="0" y="9620"/>
                </a:lnTo>
              </a:path>
            </a:pathLst>
          </a:custGeom>
          <a:noFill xmlns:a="http://schemas.openxmlformats.org/drawingml/2006/main"/>
          <a:ln xmlns:a="http://schemas.openxmlformats.org/drawingml/2006/main" w="9933">
            <a:solidFill>
              <a:srgbClr val="435064"/>
            </a:solidFill>
            <a:prstDash val="solid"/>
          </a:ln>
        </p:spPr>
      </p:sp>
      <p:sp>
        <p:nvSpPr>
          <p:cNvPr id="1501" name="noise-stroke-179">
            <a:extLst xmlns:a="http://schemas.openxmlformats.org/drawingml/2006/main">
              <a:ext uri="{FF2B5EF4-FFF2-40B4-BE49-F238E27FC236}">
                <a16:creationId xmlns:a16="http://schemas.microsoft.com/office/drawing/2014/main" id="{4EC45649-B1F8-4487-A16A-34532E7E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59853"/>
            <a:ext cx="42005" cy="25175"/>
          </a:xfrm>
          <a:custGeom xmlns:a="http://schemas.openxmlformats.org/drawingml/2006/main">
            <a:pathLst>
              <a:path w="42005" h="25175">
                <a:moveTo>
                  <a:pt x="0" y="25175"/>
                </a:moveTo>
                <a:lnTo>
                  <a:pt x="420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53">
            <a:solidFill>
              <a:srgbClr val="243143"/>
            </a:solidFill>
            <a:prstDash val="solid"/>
          </a:ln>
        </p:spPr>
      </p:sp>
      <p:sp>
        <p:nvSpPr>
          <p:cNvPr id="1502" name="noise-stroke-180">
            <a:extLst xmlns:a="http://schemas.openxmlformats.org/drawingml/2006/main">
              <a:ext uri="{FF2B5EF4-FFF2-40B4-BE49-F238E27FC236}">
                <a16:creationId xmlns:a16="http://schemas.microsoft.com/office/drawing/2014/main" id="{C636DDB5-0F97-435F-89E5-28BBC91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52" y="2894819"/>
            <a:ext cx="27889" cy="58036"/>
          </a:xfrm>
          <a:custGeom xmlns:a="http://schemas.openxmlformats.org/drawingml/2006/main">
            <a:pathLst>
              <a:path w="27889" h="58036">
                <a:moveTo>
                  <a:pt x="0" y="58036"/>
                </a:moveTo>
                <a:lnTo>
                  <a:pt x="278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61">
            <a:solidFill>
              <a:srgbClr val="101722"/>
            </a:solidFill>
            <a:prstDash val="solid"/>
          </a:ln>
        </p:spPr>
      </p:sp>
      <p:sp>
        <p:nvSpPr>
          <p:cNvPr id="1503" name="noise-stroke-181">
            <a:extLst xmlns:a="http://schemas.openxmlformats.org/drawingml/2006/main">
              <a:ext uri="{FF2B5EF4-FFF2-40B4-BE49-F238E27FC236}">
                <a16:creationId xmlns:a16="http://schemas.microsoft.com/office/drawing/2014/main" id="{9DC5EB0C-96E0-404C-B2B4-86AFC579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879" y="3315510"/>
            <a:ext cx="52588" cy="9525"/>
          </a:xfrm>
          <a:custGeom xmlns:a="http://schemas.openxmlformats.org/drawingml/2006/main">
            <a:pathLst>
              <a:path w="52588" h="9525">
                <a:moveTo>
                  <a:pt x="0" y="0"/>
                </a:moveTo>
                <a:lnTo>
                  <a:pt x="52588" y="7115"/>
                </a:lnTo>
              </a:path>
            </a:pathLst>
          </a:custGeom>
          <a:noFill xmlns:a="http://schemas.openxmlformats.org/drawingml/2006/main"/>
          <a:ln xmlns:a="http://schemas.openxmlformats.org/drawingml/2006/main" w="7755">
            <a:solidFill>
              <a:srgbClr val="101722"/>
            </a:solidFill>
            <a:prstDash val="solid"/>
          </a:ln>
        </p:spPr>
      </p:sp>
      <p:sp>
        <p:nvSpPr>
          <p:cNvPr id="1504" name="noise-stroke-182">
            <a:extLst xmlns:a="http://schemas.openxmlformats.org/drawingml/2006/main">
              <a:ext uri="{FF2B5EF4-FFF2-40B4-BE49-F238E27FC236}">
                <a16:creationId xmlns:a16="http://schemas.microsoft.com/office/drawing/2014/main" id="{1873A240-BB84-4370-A95A-E103DA3A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864" y="3322844"/>
            <a:ext cx="42015" cy="17478"/>
          </a:xfrm>
          <a:custGeom xmlns:a="http://schemas.openxmlformats.org/drawingml/2006/main">
            <a:pathLst>
              <a:path w="42015" h="17478">
                <a:moveTo>
                  <a:pt x="42015" y="174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29">
            <a:solidFill>
              <a:srgbClr val="101722"/>
            </a:solidFill>
            <a:prstDash val="solid"/>
          </a:ln>
        </p:spPr>
      </p:sp>
      <p:sp>
        <p:nvSpPr>
          <p:cNvPr id="1505" name="noise-stroke-183">
            <a:extLst xmlns:a="http://schemas.openxmlformats.org/drawingml/2006/main">
              <a:ext uri="{FF2B5EF4-FFF2-40B4-BE49-F238E27FC236}">
                <a16:creationId xmlns:a16="http://schemas.microsoft.com/office/drawing/2014/main" id="{319A6350-C623-4125-A869-65A078AC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271" y="2964399"/>
            <a:ext cx="9525" cy="36519"/>
          </a:xfrm>
          <a:custGeom xmlns:a="http://schemas.openxmlformats.org/drawingml/2006/main">
            <a:pathLst>
              <a:path w="9525" h="36519">
                <a:moveTo>
                  <a:pt x="0" y="0"/>
                </a:moveTo>
                <a:lnTo>
                  <a:pt x="5639" y="36519"/>
                </a:lnTo>
              </a:path>
            </a:pathLst>
          </a:custGeom>
          <a:noFill xmlns:a="http://schemas.openxmlformats.org/drawingml/2006/main"/>
          <a:ln xmlns:a="http://schemas.openxmlformats.org/drawingml/2006/main" w="10731">
            <a:solidFill>
              <a:srgbClr val="243143"/>
            </a:solidFill>
            <a:prstDash val="solid"/>
          </a:ln>
        </p:spPr>
      </p:sp>
      <p:sp>
        <p:nvSpPr>
          <p:cNvPr id="1506" name="noise-stroke-184">
            <a:extLst xmlns:a="http://schemas.openxmlformats.org/drawingml/2006/main">
              <a:ext uri="{FF2B5EF4-FFF2-40B4-BE49-F238E27FC236}">
                <a16:creationId xmlns:a16="http://schemas.microsoft.com/office/drawing/2014/main" id="{368D1ECC-A85D-4F3B-ABCA-93EEF18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200" y="3682727"/>
            <a:ext cx="44748" cy="40272"/>
          </a:xfrm>
          <a:custGeom xmlns:a="http://schemas.openxmlformats.org/drawingml/2006/main">
            <a:pathLst>
              <a:path w="44748" h="40272">
                <a:moveTo>
                  <a:pt x="0" y="0"/>
                </a:moveTo>
                <a:lnTo>
                  <a:pt x="44748" y="40272"/>
                </a:lnTo>
              </a:path>
            </a:pathLst>
          </a:custGeom>
          <a:noFill xmlns:a="http://schemas.openxmlformats.org/drawingml/2006/main"/>
          <a:ln xmlns:a="http://schemas.openxmlformats.org/drawingml/2006/main" w="10346">
            <a:solidFill>
              <a:srgbClr val="6B7685"/>
            </a:solidFill>
            <a:prstDash val="solid"/>
          </a:ln>
        </p:spPr>
      </p:sp>
      <p:sp>
        <p:nvSpPr>
          <p:cNvPr id="1507" name="noise-stroke-185">
            <a:extLst xmlns:a="http://schemas.openxmlformats.org/drawingml/2006/main">
              <a:ext uri="{FF2B5EF4-FFF2-40B4-BE49-F238E27FC236}">
                <a16:creationId xmlns:a16="http://schemas.microsoft.com/office/drawing/2014/main" id="{61A2FD1D-2E32-485A-8724-4ACE2B97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431" y="3767633"/>
            <a:ext cx="15954" cy="48063"/>
          </a:xfrm>
          <a:custGeom xmlns:a="http://schemas.openxmlformats.org/drawingml/2006/main">
            <a:pathLst>
              <a:path w="15954" h="48063">
                <a:moveTo>
                  <a:pt x="0" y="48063"/>
                </a:moveTo>
                <a:lnTo>
                  <a:pt x="159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84">
            <a:solidFill>
              <a:srgbClr val="243143"/>
            </a:solidFill>
            <a:prstDash val="solid"/>
          </a:ln>
        </p:spPr>
      </p:sp>
      <p:sp>
        <p:nvSpPr>
          <p:cNvPr id="1508" name="noise-stroke-186">
            <a:extLst xmlns:a="http://schemas.openxmlformats.org/drawingml/2006/main">
              <a:ext uri="{FF2B5EF4-FFF2-40B4-BE49-F238E27FC236}">
                <a16:creationId xmlns:a16="http://schemas.microsoft.com/office/drawing/2014/main" id="{FBDBAAD1-5059-4342-8741-8EC08CD8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611" y="2991612"/>
            <a:ext cx="9525" cy="55150"/>
          </a:xfrm>
          <a:custGeom xmlns:a="http://schemas.openxmlformats.org/drawingml/2006/main">
            <a:pathLst>
              <a:path w="9525" h="55150">
                <a:moveTo>
                  <a:pt x="1419" y="0"/>
                </a:moveTo>
                <a:lnTo>
                  <a:pt x="0" y="55150"/>
                </a:lnTo>
              </a:path>
            </a:pathLst>
          </a:custGeom>
          <a:noFill xmlns:a="http://schemas.openxmlformats.org/drawingml/2006/main"/>
          <a:ln xmlns:a="http://schemas.openxmlformats.org/drawingml/2006/main" w="9334">
            <a:solidFill>
              <a:srgbClr val="101722"/>
            </a:solidFill>
            <a:prstDash val="solid"/>
          </a:ln>
        </p:spPr>
      </p:sp>
      <p:sp>
        <p:nvSpPr>
          <p:cNvPr id="1509" name="noise-stroke-187">
            <a:extLst xmlns:a="http://schemas.openxmlformats.org/drawingml/2006/main">
              <a:ext uri="{FF2B5EF4-FFF2-40B4-BE49-F238E27FC236}">
                <a16:creationId xmlns:a16="http://schemas.microsoft.com/office/drawing/2014/main" id="{D7EF169F-6BA3-4A18-81FD-BC18500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91" y="2100101"/>
            <a:ext cx="9563" cy="36576"/>
          </a:xfrm>
          <a:custGeom xmlns:a="http://schemas.openxmlformats.org/drawingml/2006/main">
            <a:pathLst>
              <a:path w="9563" h="36576">
                <a:moveTo>
                  <a:pt x="9563" y="365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82">
            <a:solidFill>
              <a:srgbClr val="435064"/>
            </a:solidFill>
            <a:prstDash val="solid"/>
          </a:ln>
        </p:spPr>
      </p:sp>
      <p:sp>
        <p:nvSpPr>
          <p:cNvPr id="1510" name="noise-stroke-188">
            <a:extLst xmlns:a="http://schemas.openxmlformats.org/drawingml/2006/main">
              <a:ext uri="{FF2B5EF4-FFF2-40B4-BE49-F238E27FC236}">
                <a16:creationId xmlns:a16="http://schemas.microsoft.com/office/drawing/2014/main" id="{CBA63D35-1760-4B04-AB86-E4EBC077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51" y="3463661"/>
            <a:ext cx="57036" cy="18136"/>
          </a:xfrm>
          <a:custGeom xmlns:a="http://schemas.openxmlformats.org/drawingml/2006/main">
            <a:pathLst>
              <a:path w="57036" h="18136">
                <a:moveTo>
                  <a:pt x="0" y="18136"/>
                </a:moveTo>
                <a:lnTo>
                  <a:pt x="570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45">
            <a:solidFill>
              <a:srgbClr val="101722"/>
            </a:solidFill>
            <a:prstDash val="solid"/>
          </a:ln>
        </p:spPr>
      </p:sp>
      <p:sp>
        <p:nvSpPr>
          <p:cNvPr id="1511" name="noise-stroke-189">
            <a:extLst xmlns:a="http://schemas.openxmlformats.org/drawingml/2006/main">
              <a:ext uri="{FF2B5EF4-FFF2-40B4-BE49-F238E27FC236}">
                <a16:creationId xmlns:a16="http://schemas.microsoft.com/office/drawing/2014/main" id="{48BDEDF1-7066-4512-8171-51F3952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01" y="3034836"/>
            <a:ext cx="9525" cy="32937"/>
          </a:xfrm>
          <a:custGeom xmlns:a="http://schemas.openxmlformats.org/drawingml/2006/main">
            <a:pathLst>
              <a:path w="9525" h="32937">
                <a:moveTo>
                  <a:pt x="0" y="0"/>
                </a:moveTo>
                <a:lnTo>
                  <a:pt x="6420" y="32937"/>
                </a:lnTo>
              </a:path>
            </a:pathLst>
          </a:custGeom>
          <a:noFill xmlns:a="http://schemas.openxmlformats.org/drawingml/2006/main"/>
          <a:ln xmlns:a="http://schemas.openxmlformats.org/drawingml/2006/main" w="9834">
            <a:solidFill>
              <a:srgbClr val="435064"/>
            </a:solidFill>
            <a:prstDash val="solid"/>
          </a:ln>
        </p:spPr>
      </p:sp>
      <p:sp>
        <p:nvSpPr>
          <p:cNvPr id="1512" name="noise-stroke-190">
            <a:extLst xmlns:a="http://schemas.openxmlformats.org/drawingml/2006/main">
              <a:ext uri="{FF2B5EF4-FFF2-40B4-BE49-F238E27FC236}">
                <a16:creationId xmlns:a16="http://schemas.microsoft.com/office/drawing/2014/main" id="{296E1EC2-6D90-4C9C-B39A-6429F24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47" y="3600260"/>
            <a:ext cx="54731" cy="16297"/>
          </a:xfrm>
          <a:custGeom xmlns:a="http://schemas.openxmlformats.org/drawingml/2006/main">
            <a:pathLst>
              <a:path w="54731" h="16297">
                <a:moveTo>
                  <a:pt x="0" y="0"/>
                </a:moveTo>
                <a:lnTo>
                  <a:pt x="54731" y="16297"/>
                </a:lnTo>
              </a:path>
            </a:pathLst>
          </a:custGeom>
          <a:noFill xmlns:a="http://schemas.openxmlformats.org/drawingml/2006/main"/>
          <a:ln xmlns:a="http://schemas.openxmlformats.org/drawingml/2006/main" w="12551">
            <a:solidFill>
              <a:srgbClr val="101722"/>
            </a:solidFill>
            <a:prstDash val="solid"/>
          </a:ln>
        </p:spPr>
      </p:sp>
      <p:sp>
        <p:nvSpPr>
          <p:cNvPr id="1513" name="noise-stroke-191">
            <a:extLst xmlns:a="http://schemas.openxmlformats.org/drawingml/2006/main">
              <a:ext uri="{FF2B5EF4-FFF2-40B4-BE49-F238E27FC236}">
                <a16:creationId xmlns:a16="http://schemas.microsoft.com/office/drawing/2014/main" id="{EE9F93BC-9108-4440-ACC0-951AC85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230" y="4061670"/>
            <a:ext cx="9525" cy="50587"/>
          </a:xfrm>
          <a:custGeom xmlns:a="http://schemas.openxmlformats.org/drawingml/2006/main">
            <a:pathLst>
              <a:path w="9525" h="50587">
                <a:moveTo>
                  <a:pt x="0" y="50587"/>
                </a:moveTo>
                <a:lnTo>
                  <a:pt x="55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97">
            <a:solidFill>
              <a:srgbClr val="101722"/>
            </a:solidFill>
            <a:prstDash val="solid"/>
          </a:ln>
        </p:spPr>
      </p:sp>
      <p:sp>
        <p:nvSpPr>
          <p:cNvPr id="1514" name="noise-stroke-192">
            <a:extLst xmlns:a="http://schemas.openxmlformats.org/drawingml/2006/main">
              <a:ext uri="{FF2B5EF4-FFF2-40B4-BE49-F238E27FC236}">
                <a16:creationId xmlns:a16="http://schemas.microsoft.com/office/drawing/2014/main" id="{7E09AA93-F3CD-4569-9BB0-4029A0E4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877" y="2305050"/>
            <a:ext cx="57331" cy="12668"/>
          </a:xfrm>
          <a:custGeom xmlns:a="http://schemas.openxmlformats.org/drawingml/2006/main">
            <a:pathLst>
              <a:path w="57331" h="12668">
                <a:moveTo>
                  <a:pt x="0" y="12668"/>
                </a:moveTo>
                <a:lnTo>
                  <a:pt x="57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81">
            <a:solidFill>
              <a:srgbClr val="435064"/>
            </a:solidFill>
            <a:prstDash val="solid"/>
          </a:ln>
        </p:spPr>
      </p:sp>
      <p:sp>
        <p:nvSpPr>
          <p:cNvPr id="1515" name="noise-stroke-193">
            <a:extLst xmlns:a="http://schemas.openxmlformats.org/drawingml/2006/main">
              <a:ext uri="{FF2B5EF4-FFF2-40B4-BE49-F238E27FC236}">
                <a16:creationId xmlns:a16="http://schemas.microsoft.com/office/drawing/2014/main" id="{01F8BD90-E0D8-4600-9F19-1E2F6FEC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63" y="2414835"/>
            <a:ext cx="9525" cy="48054"/>
          </a:xfrm>
          <a:custGeom xmlns:a="http://schemas.openxmlformats.org/drawingml/2006/main">
            <a:pathLst>
              <a:path w="9525" h="48054">
                <a:moveTo>
                  <a:pt x="3600" y="0"/>
                </a:moveTo>
                <a:lnTo>
                  <a:pt x="0" y="48054"/>
                </a:lnTo>
              </a:path>
            </a:pathLst>
          </a:custGeom>
          <a:noFill xmlns:a="http://schemas.openxmlformats.org/drawingml/2006/main"/>
          <a:ln xmlns:a="http://schemas.openxmlformats.org/drawingml/2006/main" w="12781">
            <a:solidFill>
              <a:srgbClr val="243143"/>
            </a:solidFill>
            <a:prstDash val="solid"/>
          </a:ln>
        </p:spPr>
      </p:sp>
      <p:sp>
        <p:nvSpPr>
          <p:cNvPr id="1516" name="noise-stroke-194">
            <a:extLst xmlns:a="http://schemas.openxmlformats.org/drawingml/2006/main">
              <a:ext uri="{FF2B5EF4-FFF2-40B4-BE49-F238E27FC236}">
                <a16:creationId xmlns:a16="http://schemas.microsoft.com/office/drawing/2014/main" id="{68CCD724-BE49-4ABC-8393-63E8567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116" y="3041380"/>
            <a:ext cx="36185" cy="24422"/>
          </a:xfrm>
          <a:custGeom xmlns:a="http://schemas.openxmlformats.org/drawingml/2006/main">
            <a:pathLst>
              <a:path w="36185" h="24422">
                <a:moveTo>
                  <a:pt x="0" y="24422"/>
                </a:moveTo>
                <a:lnTo>
                  <a:pt x="36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3">
            <a:solidFill>
              <a:srgbClr val="435064"/>
            </a:solidFill>
            <a:prstDash val="solid"/>
          </a:ln>
        </p:spPr>
      </p:sp>
      <p:sp>
        <p:nvSpPr>
          <p:cNvPr id="1517" name="noise-stroke-195">
            <a:extLst xmlns:a="http://schemas.openxmlformats.org/drawingml/2006/main">
              <a:ext uri="{FF2B5EF4-FFF2-40B4-BE49-F238E27FC236}">
                <a16:creationId xmlns:a16="http://schemas.microsoft.com/office/drawing/2014/main" id="{84776595-A7DD-4077-B84C-0126C5AF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96" y="3600202"/>
            <a:ext cx="52892" cy="19174"/>
          </a:xfrm>
          <a:custGeom xmlns:a="http://schemas.openxmlformats.org/drawingml/2006/main">
            <a:pathLst>
              <a:path w="52892" h="19174">
                <a:moveTo>
                  <a:pt x="52892" y="191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65">
            <a:solidFill>
              <a:srgbClr val="243143"/>
            </a:solidFill>
            <a:prstDash val="solid"/>
          </a:ln>
        </p:spPr>
      </p:sp>
      <p:sp>
        <p:nvSpPr>
          <p:cNvPr id="1518" name="noise-stroke-196">
            <a:extLst xmlns:a="http://schemas.openxmlformats.org/drawingml/2006/main">
              <a:ext uri="{FF2B5EF4-FFF2-40B4-BE49-F238E27FC236}">
                <a16:creationId xmlns:a16="http://schemas.microsoft.com/office/drawing/2014/main" id="{0DB630D2-68C9-4CA4-8045-EE6A553E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388" y="3518897"/>
            <a:ext cx="11440" cy="30832"/>
          </a:xfrm>
          <a:custGeom xmlns:a="http://schemas.openxmlformats.org/drawingml/2006/main">
            <a:pathLst>
              <a:path w="11440" h="30832">
                <a:moveTo>
                  <a:pt x="0" y="30832"/>
                </a:moveTo>
                <a:lnTo>
                  <a:pt x="114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47">
            <a:solidFill>
              <a:srgbClr val="243143"/>
            </a:solidFill>
            <a:prstDash val="solid"/>
          </a:ln>
        </p:spPr>
      </p:sp>
      <p:sp>
        <p:nvSpPr>
          <p:cNvPr id="1519" name="noise-stroke-197">
            <a:extLst xmlns:a="http://schemas.openxmlformats.org/drawingml/2006/main">
              <a:ext uri="{FF2B5EF4-FFF2-40B4-BE49-F238E27FC236}">
                <a16:creationId xmlns:a16="http://schemas.microsoft.com/office/drawing/2014/main" id="{6662AF84-6444-4AE3-8561-BA1B8E5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08" y="2887294"/>
            <a:ext cx="41281" cy="42691"/>
          </a:xfrm>
          <a:custGeom xmlns:a="http://schemas.openxmlformats.org/drawingml/2006/main">
            <a:pathLst>
              <a:path w="41281" h="42691">
                <a:moveTo>
                  <a:pt x="0" y="0"/>
                </a:moveTo>
                <a:lnTo>
                  <a:pt x="41281" y="42691"/>
                </a:lnTo>
              </a:path>
            </a:pathLst>
          </a:custGeom>
          <a:noFill xmlns:a="http://schemas.openxmlformats.org/drawingml/2006/main"/>
          <a:ln xmlns:a="http://schemas.openxmlformats.org/drawingml/2006/main" w="12097">
            <a:solidFill>
              <a:srgbClr val="101722"/>
            </a:solidFill>
            <a:prstDash val="solid"/>
          </a:ln>
        </p:spPr>
      </p:sp>
      <p:sp>
        <p:nvSpPr>
          <p:cNvPr id="1520" name="noise-stroke-198">
            <a:extLst xmlns:a="http://schemas.openxmlformats.org/drawingml/2006/main">
              <a:ext uri="{FF2B5EF4-FFF2-40B4-BE49-F238E27FC236}">
                <a16:creationId xmlns:a16="http://schemas.microsoft.com/office/drawing/2014/main" id="{B39F3874-CA57-411A-868D-33C899A1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65" y="3050010"/>
            <a:ext cx="26146" cy="36833"/>
          </a:xfrm>
          <a:custGeom xmlns:a="http://schemas.openxmlformats.org/drawingml/2006/main">
            <a:pathLst>
              <a:path w="26146" h="36833">
                <a:moveTo>
                  <a:pt x="26146" y="36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88">
            <a:solidFill>
              <a:srgbClr val="101722"/>
            </a:solidFill>
            <a:prstDash val="solid"/>
          </a:ln>
        </p:spPr>
      </p:sp>
      <p:sp>
        <p:nvSpPr>
          <p:cNvPr id="1521" name="noise-stroke-199">
            <a:extLst xmlns:a="http://schemas.openxmlformats.org/drawingml/2006/main">
              <a:ext uri="{FF2B5EF4-FFF2-40B4-BE49-F238E27FC236}">
                <a16:creationId xmlns:a16="http://schemas.microsoft.com/office/drawing/2014/main" id="{8C886263-9653-4DBF-B6F3-A896BD4B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74" y="3434334"/>
            <a:ext cx="10297" cy="34071"/>
          </a:xfrm>
          <a:custGeom xmlns:a="http://schemas.openxmlformats.org/drawingml/2006/main">
            <a:pathLst>
              <a:path w="10297" h="34071">
                <a:moveTo>
                  <a:pt x="10297" y="340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50">
            <a:solidFill>
              <a:srgbClr val="243143"/>
            </a:solidFill>
            <a:prstDash val="solid"/>
          </a:ln>
        </p:spPr>
      </p:sp>
      <p:sp>
        <p:nvSpPr>
          <p:cNvPr id="1522" name="noise-stroke-200">
            <a:extLst xmlns:a="http://schemas.openxmlformats.org/drawingml/2006/main">
              <a:ext uri="{FF2B5EF4-FFF2-40B4-BE49-F238E27FC236}">
                <a16:creationId xmlns:a16="http://schemas.microsoft.com/office/drawing/2014/main" id="{93552F2D-4D70-4529-8D7D-4BA2EC7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192" y="3329102"/>
            <a:ext cx="30661" cy="22336"/>
          </a:xfrm>
          <a:custGeom xmlns:a="http://schemas.openxmlformats.org/drawingml/2006/main">
            <a:pathLst>
              <a:path w="30661" h="22336">
                <a:moveTo>
                  <a:pt x="30661" y="0"/>
                </a:moveTo>
                <a:lnTo>
                  <a:pt x="0" y="22336"/>
                </a:lnTo>
              </a:path>
            </a:pathLst>
          </a:custGeom>
          <a:noFill xmlns:a="http://schemas.openxmlformats.org/drawingml/2006/main"/>
          <a:ln xmlns:a="http://schemas.openxmlformats.org/drawingml/2006/main" w="12077">
            <a:solidFill>
              <a:srgbClr val="243143"/>
            </a:solidFill>
            <a:prstDash val="solid"/>
          </a:ln>
        </p:spPr>
      </p:sp>
      <p:sp>
        <p:nvSpPr>
          <p:cNvPr id="1523" name="noise-stroke-201">
            <a:extLst xmlns:a="http://schemas.openxmlformats.org/drawingml/2006/main">
              <a:ext uri="{FF2B5EF4-FFF2-40B4-BE49-F238E27FC236}">
                <a16:creationId xmlns:a16="http://schemas.microsoft.com/office/drawing/2014/main" id="{70E97427-79D9-45B1-990D-050F6B27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78" y="3011176"/>
            <a:ext cx="21203" cy="43682"/>
          </a:xfrm>
          <a:custGeom xmlns:a="http://schemas.openxmlformats.org/drawingml/2006/main">
            <a:pathLst>
              <a:path w="21203" h="43682">
                <a:moveTo>
                  <a:pt x="0" y="43682"/>
                </a:moveTo>
                <a:lnTo>
                  <a:pt x="212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83">
            <a:solidFill>
              <a:srgbClr val="6B7685"/>
            </a:solidFill>
            <a:prstDash val="solid"/>
          </a:ln>
        </p:spPr>
      </p:sp>
      <p:sp>
        <p:nvSpPr>
          <p:cNvPr id="1524" name="noise-stroke-202">
            <a:extLst xmlns:a="http://schemas.openxmlformats.org/drawingml/2006/main">
              <a:ext uri="{FF2B5EF4-FFF2-40B4-BE49-F238E27FC236}">
                <a16:creationId xmlns:a16="http://schemas.microsoft.com/office/drawing/2014/main" id="{560A5237-C76B-4C3B-9B3F-8848A5EF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594" y="3821735"/>
            <a:ext cx="60169" cy="13411"/>
          </a:xfrm>
          <a:custGeom xmlns:a="http://schemas.openxmlformats.org/drawingml/2006/main">
            <a:pathLst>
              <a:path w="60169" h="13411">
                <a:moveTo>
                  <a:pt x="60169" y="0"/>
                </a:moveTo>
                <a:lnTo>
                  <a:pt x="0" y="13411"/>
                </a:lnTo>
              </a:path>
            </a:pathLst>
          </a:custGeom>
          <a:noFill xmlns:a="http://schemas.openxmlformats.org/drawingml/2006/main"/>
          <a:ln xmlns:a="http://schemas.openxmlformats.org/drawingml/2006/main" w="8068">
            <a:solidFill>
              <a:srgbClr val="243143"/>
            </a:solidFill>
            <a:prstDash val="solid"/>
          </a:ln>
        </p:spPr>
      </p:sp>
      <p:sp>
        <p:nvSpPr>
          <p:cNvPr id="1525" name="noise-stroke-203">
            <a:extLst xmlns:a="http://schemas.openxmlformats.org/drawingml/2006/main">
              <a:ext uri="{FF2B5EF4-FFF2-40B4-BE49-F238E27FC236}">
                <a16:creationId xmlns:a16="http://schemas.microsoft.com/office/drawing/2014/main" id="{4DFF5169-25E9-4BD0-94A4-8B9477DD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752" y="3687623"/>
            <a:ext cx="20155" cy="38491"/>
          </a:xfrm>
          <a:custGeom xmlns:a="http://schemas.openxmlformats.org/drawingml/2006/main">
            <a:pathLst>
              <a:path w="20155" h="38491">
                <a:moveTo>
                  <a:pt x="0" y="38491"/>
                </a:moveTo>
                <a:lnTo>
                  <a:pt x="201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82">
            <a:solidFill>
              <a:srgbClr val="101722"/>
            </a:solidFill>
            <a:prstDash val="solid"/>
          </a:ln>
        </p:spPr>
      </p:sp>
      <p:sp>
        <p:nvSpPr>
          <p:cNvPr id="1526" name="noise-stroke-204">
            <a:extLst xmlns:a="http://schemas.openxmlformats.org/drawingml/2006/main">
              <a:ext uri="{FF2B5EF4-FFF2-40B4-BE49-F238E27FC236}">
                <a16:creationId xmlns:a16="http://schemas.microsoft.com/office/drawing/2014/main" id="{936A4C68-AE23-4F02-AF91-DD482D9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293" y="3965172"/>
            <a:ext cx="50368" cy="30423"/>
          </a:xfrm>
          <a:custGeom xmlns:a="http://schemas.openxmlformats.org/drawingml/2006/main">
            <a:pathLst>
              <a:path w="50368" h="30423">
                <a:moveTo>
                  <a:pt x="50368" y="304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5">
            <a:solidFill>
              <a:srgbClr val="435064"/>
            </a:solidFill>
            <a:prstDash val="solid"/>
          </a:ln>
        </p:spPr>
      </p:sp>
      <p:sp>
        <p:nvSpPr>
          <p:cNvPr id="1527" name="noise-stroke-205">
            <a:extLst xmlns:a="http://schemas.openxmlformats.org/drawingml/2006/main">
              <a:ext uri="{FF2B5EF4-FFF2-40B4-BE49-F238E27FC236}">
                <a16:creationId xmlns:a16="http://schemas.microsoft.com/office/drawing/2014/main" id="{C3585426-C203-4047-A76A-2BD250DC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16" y="3052772"/>
            <a:ext cx="55064" cy="33814"/>
          </a:xfrm>
          <a:custGeom xmlns:a="http://schemas.openxmlformats.org/drawingml/2006/main">
            <a:pathLst>
              <a:path w="55064" h="33814">
                <a:moveTo>
                  <a:pt x="55064" y="338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99">
            <a:solidFill>
              <a:srgbClr val="435064"/>
            </a:solidFill>
            <a:prstDash val="solid"/>
          </a:ln>
        </p:spPr>
      </p:sp>
      <p:sp>
        <p:nvSpPr>
          <p:cNvPr id="1528" name="noise-stroke-206">
            <a:extLst xmlns:a="http://schemas.openxmlformats.org/drawingml/2006/main">
              <a:ext uri="{FF2B5EF4-FFF2-40B4-BE49-F238E27FC236}">
                <a16:creationId xmlns:a16="http://schemas.microsoft.com/office/drawing/2014/main" id="{BC153C73-AB4E-41FB-AEE3-90D6AAFB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" y="2316566"/>
            <a:ext cx="33604" cy="32052"/>
          </a:xfrm>
          <a:custGeom xmlns:a="http://schemas.openxmlformats.org/drawingml/2006/main">
            <a:pathLst>
              <a:path w="33604" h="32052">
                <a:moveTo>
                  <a:pt x="0" y="32052"/>
                </a:moveTo>
                <a:lnTo>
                  <a:pt x="33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1">
            <a:solidFill>
              <a:srgbClr val="101722"/>
            </a:solidFill>
            <a:prstDash val="solid"/>
          </a:ln>
        </p:spPr>
      </p:sp>
      <p:sp>
        <p:nvSpPr>
          <p:cNvPr id="1529" name="noise-stroke-207">
            <a:extLst xmlns:a="http://schemas.openxmlformats.org/drawingml/2006/main">
              <a:ext uri="{FF2B5EF4-FFF2-40B4-BE49-F238E27FC236}">
                <a16:creationId xmlns:a16="http://schemas.microsoft.com/office/drawing/2014/main" id="{3E7B9DAF-CA8B-43EF-B2CA-181FB72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334" y="3895468"/>
            <a:ext cx="41929" cy="34766"/>
          </a:xfrm>
          <a:custGeom xmlns:a="http://schemas.openxmlformats.org/drawingml/2006/main">
            <a:pathLst>
              <a:path w="41929" h="34766">
                <a:moveTo>
                  <a:pt x="41929" y="347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69">
            <a:solidFill>
              <a:srgbClr val="435064"/>
            </a:solidFill>
            <a:prstDash val="solid"/>
          </a:ln>
        </p:spPr>
      </p:sp>
      <p:sp>
        <p:nvSpPr>
          <p:cNvPr id="1530" name="noise-stroke-208">
            <a:extLst xmlns:a="http://schemas.openxmlformats.org/drawingml/2006/main">
              <a:ext uri="{FF2B5EF4-FFF2-40B4-BE49-F238E27FC236}">
                <a16:creationId xmlns:a16="http://schemas.microsoft.com/office/drawing/2014/main" id="{36343392-6B77-4F9C-8F9E-8C6D538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87" y="3538728"/>
            <a:ext cx="9525" cy="38119"/>
          </a:xfrm>
          <a:custGeom xmlns:a="http://schemas.openxmlformats.org/drawingml/2006/main">
            <a:pathLst>
              <a:path w="9525" h="38119">
                <a:moveTo>
                  <a:pt x="3639" y="0"/>
                </a:moveTo>
                <a:lnTo>
                  <a:pt x="0" y="38119"/>
                </a:lnTo>
              </a:path>
            </a:pathLst>
          </a:custGeom>
          <a:noFill xmlns:a="http://schemas.openxmlformats.org/drawingml/2006/main"/>
          <a:ln xmlns:a="http://schemas.openxmlformats.org/drawingml/2006/main" w="11563">
            <a:solidFill>
              <a:srgbClr val="101722"/>
            </a:solidFill>
            <a:prstDash val="solid"/>
          </a:ln>
        </p:spPr>
      </p:sp>
      <p:sp>
        <p:nvSpPr>
          <p:cNvPr id="1531" name="noise-stroke-209">
            <a:extLst xmlns:a="http://schemas.openxmlformats.org/drawingml/2006/main">
              <a:ext uri="{FF2B5EF4-FFF2-40B4-BE49-F238E27FC236}">
                <a16:creationId xmlns:a16="http://schemas.microsoft.com/office/drawing/2014/main" id="{7BE14F8E-1789-4EDE-836E-4909148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44" y="2548461"/>
            <a:ext cx="27470" cy="48739"/>
          </a:xfrm>
          <a:custGeom xmlns:a="http://schemas.openxmlformats.org/drawingml/2006/main">
            <a:pathLst>
              <a:path w="27470" h="48739">
                <a:moveTo>
                  <a:pt x="27470" y="487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99">
            <a:solidFill>
              <a:srgbClr val="6B7685"/>
            </a:solidFill>
            <a:prstDash val="solid"/>
          </a:ln>
        </p:spPr>
      </p:sp>
      <p:sp>
        <p:nvSpPr>
          <p:cNvPr id="1532" name="noise-stroke-210">
            <a:extLst xmlns:a="http://schemas.openxmlformats.org/drawingml/2006/main">
              <a:ext uri="{FF2B5EF4-FFF2-40B4-BE49-F238E27FC236}">
                <a16:creationId xmlns:a16="http://schemas.microsoft.com/office/drawing/2014/main" id="{7BEA4621-B09E-42C8-AAB0-78773A3C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900" y="2629824"/>
            <a:ext cx="43377" cy="9525"/>
          </a:xfrm>
          <a:custGeom xmlns:a="http://schemas.openxmlformats.org/drawingml/2006/main">
            <a:pathLst>
              <a:path w="43377" h="9525">
                <a:moveTo>
                  <a:pt x="0" y="0"/>
                </a:moveTo>
                <a:lnTo>
                  <a:pt x="43377" y="1619"/>
                </a:lnTo>
              </a:path>
            </a:pathLst>
          </a:custGeom>
          <a:noFill xmlns:a="http://schemas.openxmlformats.org/drawingml/2006/main"/>
          <a:ln xmlns:a="http://schemas.openxmlformats.org/drawingml/2006/main" w="11846">
            <a:solidFill>
              <a:srgbClr val="243143"/>
            </a:solidFill>
            <a:prstDash val="solid"/>
          </a:ln>
        </p:spPr>
      </p:sp>
      <p:sp>
        <p:nvSpPr>
          <p:cNvPr id="1533" name="noise-stroke-211">
            <a:extLst xmlns:a="http://schemas.openxmlformats.org/drawingml/2006/main">
              <a:ext uri="{FF2B5EF4-FFF2-40B4-BE49-F238E27FC236}">
                <a16:creationId xmlns:a16="http://schemas.microsoft.com/office/drawing/2014/main" id="{919C9FF7-497B-4F24-B910-5CB2818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63" y="3710569"/>
            <a:ext cx="28594" cy="9525"/>
          </a:xfrm>
          <a:custGeom xmlns:a="http://schemas.openxmlformats.org/drawingml/2006/main">
            <a:pathLst>
              <a:path w="28594" h="9525">
                <a:moveTo>
                  <a:pt x="0" y="8039"/>
                </a:moveTo>
                <a:lnTo>
                  <a:pt x="28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60">
            <a:solidFill>
              <a:srgbClr val="101722"/>
            </a:solidFill>
            <a:prstDash val="solid"/>
          </a:ln>
        </p:spPr>
      </p:sp>
      <p:sp>
        <p:nvSpPr>
          <p:cNvPr id="1534" name="noise-stroke-212">
            <a:extLst xmlns:a="http://schemas.openxmlformats.org/drawingml/2006/main">
              <a:ext uri="{FF2B5EF4-FFF2-40B4-BE49-F238E27FC236}">
                <a16:creationId xmlns:a16="http://schemas.microsoft.com/office/drawing/2014/main" id="{BFFDA5E3-28F2-464D-B1B6-5DCC6645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20" y="3054963"/>
            <a:ext cx="35471" cy="10220"/>
          </a:xfrm>
          <a:custGeom xmlns:a="http://schemas.openxmlformats.org/drawingml/2006/main">
            <a:pathLst>
              <a:path w="35471" h="10220">
                <a:moveTo>
                  <a:pt x="35471" y="0"/>
                </a:moveTo>
                <a:lnTo>
                  <a:pt x="0" y="10220"/>
                </a:lnTo>
              </a:path>
            </a:pathLst>
          </a:custGeom>
          <a:noFill xmlns:a="http://schemas.openxmlformats.org/drawingml/2006/main"/>
          <a:ln xmlns:a="http://schemas.openxmlformats.org/drawingml/2006/main" w="8098">
            <a:solidFill>
              <a:srgbClr val="435064"/>
            </a:solidFill>
            <a:prstDash val="solid"/>
          </a:ln>
        </p:spPr>
      </p:sp>
      <p:sp>
        <p:nvSpPr>
          <p:cNvPr id="1535" name="noise-stroke-213">
            <a:extLst xmlns:a="http://schemas.openxmlformats.org/drawingml/2006/main">
              <a:ext uri="{FF2B5EF4-FFF2-40B4-BE49-F238E27FC236}">
                <a16:creationId xmlns:a16="http://schemas.microsoft.com/office/drawing/2014/main" id="{1AA7E061-A266-4C56-9808-4A9EAE71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53" y="3062830"/>
            <a:ext cx="52702" cy="35662"/>
          </a:xfrm>
          <a:custGeom xmlns:a="http://schemas.openxmlformats.org/drawingml/2006/main">
            <a:pathLst>
              <a:path w="52702" h="35662">
                <a:moveTo>
                  <a:pt x="0" y="35662"/>
                </a:moveTo>
                <a:lnTo>
                  <a:pt x="52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35">
            <a:solidFill>
              <a:srgbClr val="101722"/>
            </a:solidFill>
            <a:prstDash val="solid"/>
          </a:ln>
        </p:spPr>
      </p:sp>
      <p:sp>
        <p:nvSpPr>
          <p:cNvPr id="1536" name="noise-stroke-214">
            <a:extLst xmlns:a="http://schemas.openxmlformats.org/drawingml/2006/main">
              <a:ext uri="{FF2B5EF4-FFF2-40B4-BE49-F238E27FC236}">
                <a16:creationId xmlns:a16="http://schemas.microsoft.com/office/drawing/2014/main" id="{0ADA0B56-4A58-47DF-9882-63BEAA99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" y="3916832"/>
            <a:ext cx="40757" cy="21241"/>
          </a:xfrm>
          <a:custGeom xmlns:a="http://schemas.openxmlformats.org/drawingml/2006/main">
            <a:pathLst>
              <a:path w="40757" h="21241">
                <a:moveTo>
                  <a:pt x="40757" y="0"/>
                </a:moveTo>
                <a:lnTo>
                  <a:pt x="0" y="21241"/>
                </a:lnTo>
              </a:path>
            </a:pathLst>
          </a:custGeom>
          <a:noFill xmlns:a="http://schemas.openxmlformats.org/drawingml/2006/main"/>
          <a:ln xmlns:a="http://schemas.openxmlformats.org/drawingml/2006/main" w="7700">
            <a:solidFill>
              <a:srgbClr val="435064"/>
            </a:solidFill>
            <a:prstDash val="solid"/>
          </a:ln>
        </p:spPr>
      </p:sp>
      <p:sp>
        <p:nvSpPr>
          <p:cNvPr id="1537" name="noise-stroke-215">
            <a:extLst xmlns:a="http://schemas.openxmlformats.org/drawingml/2006/main">
              <a:ext uri="{FF2B5EF4-FFF2-40B4-BE49-F238E27FC236}">
                <a16:creationId xmlns:a16="http://schemas.microsoft.com/office/drawing/2014/main" id="{B99E42C4-BF3C-44CA-9606-957545B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21" y="4089168"/>
            <a:ext cx="34747" cy="39767"/>
          </a:xfrm>
          <a:custGeom xmlns:a="http://schemas.openxmlformats.org/drawingml/2006/main">
            <a:pathLst>
              <a:path w="34747" h="39767">
                <a:moveTo>
                  <a:pt x="0" y="39767"/>
                </a:moveTo>
                <a:lnTo>
                  <a:pt x="347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13">
            <a:solidFill>
              <a:srgbClr val="101722"/>
            </a:solidFill>
            <a:prstDash val="solid"/>
          </a:ln>
        </p:spPr>
      </p:sp>
      <p:sp>
        <p:nvSpPr>
          <p:cNvPr id="1538" name="noise-stroke-216">
            <a:extLst xmlns:a="http://schemas.openxmlformats.org/drawingml/2006/main">
              <a:ext uri="{FF2B5EF4-FFF2-40B4-BE49-F238E27FC236}">
                <a16:creationId xmlns:a16="http://schemas.microsoft.com/office/drawing/2014/main" id="{33E14450-41D6-4D6F-B2E2-902B578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11" y="2871006"/>
            <a:ext cx="9525" cy="46034"/>
          </a:xfrm>
          <a:custGeom xmlns:a="http://schemas.openxmlformats.org/drawingml/2006/main">
            <a:pathLst>
              <a:path w="9525" h="46034">
                <a:moveTo>
                  <a:pt x="0" y="46034"/>
                </a:moveTo>
                <a:lnTo>
                  <a:pt x="8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5">
            <a:solidFill>
              <a:srgbClr val="101722"/>
            </a:solidFill>
            <a:prstDash val="solid"/>
          </a:ln>
        </p:spPr>
      </p:sp>
      <p:sp>
        <p:nvSpPr>
          <p:cNvPr id="1539" name="noise-stroke-217">
            <a:extLst xmlns:a="http://schemas.openxmlformats.org/drawingml/2006/main">
              <a:ext uri="{FF2B5EF4-FFF2-40B4-BE49-F238E27FC236}">
                <a16:creationId xmlns:a16="http://schemas.microsoft.com/office/drawing/2014/main" id="{215C9966-84B8-4C8D-9E02-D72DA142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725" y="3305337"/>
            <a:ext cx="32776" cy="29489"/>
          </a:xfrm>
          <a:custGeom xmlns:a="http://schemas.openxmlformats.org/drawingml/2006/main">
            <a:pathLst>
              <a:path w="32776" h="29489">
                <a:moveTo>
                  <a:pt x="0" y="0"/>
                </a:moveTo>
                <a:lnTo>
                  <a:pt x="32776" y="29489"/>
                </a:lnTo>
              </a:path>
            </a:pathLst>
          </a:custGeom>
          <a:noFill xmlns:a="http://schemas.openxmlformats.org/drawingml/2006/main"/>
          <a:ln xmlns:a="http://schemas.openxmlformats.org/drawingml/2006/main" w="10341">
            <a:solidFill>
              <a:srgbClr val="243143"/>
            </a:solidFill>
            <a:prstDash val="solid"/>
          </a:ln>
        </p:spPr>
      </p:sp>
      <p:sp>
        <p:nvSpPr>
          <p:cNvPr id="1540" name="noise-stroke-218">
            <a:extLst xmlns:a="http://schemas.openxmlformats.org/drawingml/2006/main">
              <a:ext uri="{FF2B5EF4-FFF2-40B4-BE49-F238E27FC236}">
                <a16:creationId xmlns:a16="http://schemas.microsoft.com/office/drawing/2014/main" id="{56D2297D-6CF7-4848-8830-1D8E109A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80" y="3619995"/>
            <a:ext cx="27832" cy="9525"/>
          </a:xfrm>
          <a:custGeom xmlns:a="http://schemas.openxmlformats.org/drawingml/2006/main">
            <a:pathLst>
              <a:path w="27832" h="9525">
                <a:moveTo>
                  <a:pt x="0" y="0"/>
                </a:moveTo>
                <a:lnTo>
                  <a:pt x="27832" y="6763"/>
                </a:lnTo>
              </a:path>
            </a:pathLst>
          </a:custGeom>
          <a:noFill xmlns:a="http://schemas.openxmlformats.org/drawingml/2006/main"/>
          <a:ln xmlns:a="http://schemas.openxmlformats.org/drawingml/2006/main" w="11403">
            <a:solidFill>
              <a:srgbClr val="243143"/>
            </a:solidFill>
            <a:prstDash val="solid"/>
          </a:ln>
        </p:spPr>
      </p:sp>
      <p:sp>
        <p:nvSpPr>
          <p:cNvPr id="1541" name="noise-stroke-219">
            <a:extLst xmlns:a="http://schemas.openxmlformats.org/drawingml/2006/main">
              <a:ext uri="{FF2B5EF4-FFF2-40B4-BE49-F238E27FC236}">
                <a16:creationId xmlns:a16="http://schemas.microsoft.com/office/drawing/2014/main" id="{A2A04ABC-DEAC-4693-B882-C30BEDB7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180" y="2324624"/>
            <a:ext cx="28623" cy="9525"/>
          </a:xfrm>
          <a:custGeom xmlns:a="http://schemas.openxmlformats.org/drawingml/2006/main">
            <a:pathLst>
              <a:path w="28623" h="9525">
                <a:moveTo>
                  <a:pt x="0" y="0"/>
                </a:moveTo>
                <a:lnTo>
                  <a:pt x="28623" y="7982"/>
                </a:lnTo>
              </a:path>
            </a:pathLst>
          </a:custGeom>
          <a:noFill xmlns:a="http://schemas.openxmlformats.org/drawingml/2006/main"/>
          <a:ln xmlns:a="http://schemas.openxmlformats.org/drawingml/2006/main" w="12042">
            <a:solidFill>
              <a:srgbClr val="243143"/>
            </a:solidFill>
            <a:prstDash val="solid"/>
          </a:ln>
        </p:spPr>
      </p:sp>
      <p:sp>
        <p:nvSpPr>
          <p:cNvPr id="1542" name="noise-stroke-220">
            <a:extLst xmlns:a="http://schemas.openxmlformats.org/drawingml/2006/main">
              <a:ext uri="{FF2B5EF4-FFF2-40B4-BE49-F238E27FC236}">
                <a16:creationId xmlns:a16="http://schemas.microsoft.com/office/drawing/2014/main" id="{BFE54FC0-10B4-4C5D-BCF2-ED52B69A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979" y="3079061"/>
            <a:ext cx="31556" cy="9525"/>
          </a:xfrm>
          <a:custGeom xmlns:a="http://schemas.openxmlformats.org/drawingml/2006/main">
            <a:pathLst>
              <a:path w="31556" h="9525">
                <a:moveTo>
                  <a:pt x="0" y="219"/>
                </a:moveTo>
                <a:lnTo>
                  <a:pt x="315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37">
            <a:solidFill>
              <a:srgbClr val="101722"/>
            </a:solidFill>
            <a:prstDash val="solid"/>
          </a:ln>
        </p:spPr>
      </p:sp>
      <p:sp>
        <p:nvSpPr>
          <p:cNvPr id="1543" name="noise-stroke-221">
            <a:extLst xmlns:a="http://schemas.openxmlformats.org/drawingml/2006/main">
              <a:ext uri="{FF2B5EF4-FFF2-40B4-BE49-F238E27FC236}">
                <a16:creationId xmlns:a16="http://schemas.microsoft.com/office/drawing/2014/main" id="{2578337A-FD0A-46EB-AB01-3B3CBFA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50" y="2726093"/>
            <a:ext cx="31918" cy="58455"/>
          </a:xfrm>
          <a:custGeom xmlns:a="http://schemas.openxmlformats.org/drawingml/2006/main">
            <a:pathLst>
              <a:path w="31918" h="58455">
                <a:moveTo>
                  <a:pt x="31918" y="0"/>
                </a:moveTo>
                <a:lnTo>
                  <a:pt x="0" y="58455"/>
                </a:lnTo>
              </a:path>
            </a:pathLst>
          </a:custGeom>
          <a:noFill xmlns:a="http://schemas.openxmlformats.org/drawingml/2006/main"/>
          <a:ln xmlns:a="http://schemas.openxmlformats.org/drawingml/2006/main" w="11446">
            <a:solidFill>
              <a:srgbClr val="101722"/>
            </a:solidFill>
            <a:prstDash val="solid"/>
          </a:ln>
        </p:spPr>
      </p:sp>
      <p:sp>
        <p:nvSpPr>
          <p:cNvPr id="1544" name="noise-stroke-222">
            <a:extLst xmlns:a="http://schemas.openxmlformats.org/drawingml/2006/main">
              <a:ext uri="{FF2B5EF4-FFF2-40B4-BE49-F238E27FC236}">
                <a16:creationId xmlns:a16="http://schemas.microsoft.com/office/drawing/2014/main" id="{C5CD024C-2861-4E1B-A493-D4BAB10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75" y="3468586"/>
            <a:ext cx="29899" cy="45977"/>
          </a:xfrm>
          <a:custGeom xmlns:a="http://schemas.openxmlformats.org/drawingml/2006/main">
            <a:pathLst>
              <a:path w="29899" h="45977">
                <a:moveTo>
                  <a:pt x="0" y="45977"/>
                </a:moveTo>
                <a:lnTo>
                  <a:pt x="29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16">
            <a:solidFill>
              <a:srgbClr val="243143"/>
            </a:solidFill>
            <a:prstDash val="solid"/>
          </a:ln>
        </p:spPr>
      </p:sp>
      <p:sp>
        <p:nvSpPr>
          <p:cNvPr id="1545" name="noise-stroke-223">
            <a:extLst xmlns:a="http://schemas.openxmlformats.org/drawingml/2006/main">
              <a:ext uri="{FF2B5EF4-FFF2-40B4-BE49-F238E27FC236}">
                <a16:creationId xmlns:a16="http://schemas.microsoft.com/office/drawing/2014/main" id="{A05DB208-9E65-43B5-A640-9EBC052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815" y="3923881"/>
            <a:ext cx="9525" cy="48863"/>
          </a:xfrm>
          <a:custGeom xmlns:a="http://schemas.openxmlformats.org/drawingml/2006/main">
            <a:pathLst>
              <a:path w="9525" h="48863">
                <a:moveTo>
                  <a:pt x="9182" y="488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96">
            <a:solidFill>
              <a:srgbClr val="243143"/>
            </a:solidFill>
            <a:prstDash val="solid"/>
          </a:ln>
        </p:spPr>
      </p:sp>
      <p:sp>
        <p:nvSpPr>
          <p:cNvPr id="1546" name="noise-stroke-224">
            <a:extLst xmlns:a="http://schemas.openxmlformats.org/drawingml/2006/main">
              <a:ext uri="{FF2B5EF4-FFF2-40B4-BE49-F238E27FC236}">
                <a16:creationId xmlns:a16="http://schemas.microsoft.com/office/drawing/2014/main" id="{29FD34C4-9473-47A0-BB0D-2975B5DF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73" y="2957646"/>
            <a:ext cx="9525" cy="44482"/>
          </a:xfrm>
          <a:custGeom xmlns:a="http://schemas.openxmlformats.org/drawingml/2006/main">
            <a:pathLst>
              <a:path w="9525" h="44482">
                <a:moveTo>
                  <a:pt x="7887" y="0"/>
                </a:moveTo>
                <a:lnTo>
                  <a:pt x="0" y="44482"/>
                </a:lnTo>
              </a:path>
            </a:pathLst>
          </a:custGeom>
          <a:noFill xmlns:a="http://schemas.openxmlformats.org/drawingml/2006/main"/>
          <a:ln xmlns:a="http://schemas.openxmlformats.org/drawingml/2006/main" w="8758">
            <a:solidFill>
              <a:srgbClr val="6B7685"/>
            </a:solidFill>
            <a:prstDash val="solid"/>
          </a:ln>
        </p:spPr>
      </p:sp>
      <p:sp>
        <p:nvSpPr>
          <p:cNvPr id="1547" name="noise-stroke-225">
            <a:extLst xmlns:a="http://schemas.openxmlformats.org/drawingml/2006/main">
              <a:ext uri="{FF2B5EF4-FFF2-40B4-BE49-F238E27FC236}">
                <a16:creationId xmlns:a16="http://schemas.microsoft.com/office/drawing/2014/main" id="{61BD9BE7-B8E1-47B6-978C-17AD49A9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38" y="3505200"/>
            <a:ext cx="26813" cy="60922"/>
          </a:xfrm>
          <a:custGeom xmlns:a="http://schemas.openxmlformats.org/drawingml/2006/main">
            <a:pathLst>
              <a:path w="26813" h="60922">
                <a:moveTo>
                  <a:pt x="26813" y="609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97">
            <a:solidFill>
              <a:srgbClr val="101722"/>
            </a:solidFill>
            <a:prstDash val="solid"/>
          </a:ln>
        </p:spPr>
      </p:sp>
      <p:sp>
        <p:nvSpPr>
          <p:cNvPr id="1548" name="noise-stroke-226">
            <a:extLst xmlns:a="http://schemas.openxmlformats.org/drawingml/2006/main">
              <a:ext uri="{FF2B5EF4-FFF2-40B4-BE49-F238E27FC236}">
                <a16:creationId xmlns:a16="http://schemas.microsoft.com/office/drawing/2014/main" id="{1395903C-8C42-48C2-848D-3325885C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26" y="3532270"/>
            <a:ext cx="48463" cy="30785"/>
          </a:xfrm>
          <a:custGeom xmlns:a="http://schemas.openxmlformats.org/drawingml/2006/main">
            <a:pathLst>
              <a:path w="48463" h="30785">
                <a:moveTo>
                  <a:pt x="0" y="0"/>
                </a:moveTo>
                <a:lnTo>
                  <a:pt x="48463" y="30785"/>
                </a:lnTo>
              </a:path>
            </a:pathLst>
          </a:custGeom>
          <a:noFill xmlns:a="http://schemas.openxmlformats.org/drawingml/2006/main"/>
          <a:ln xmlns:a="http://schemas.openxmlformats.org/drawingml/2006/main" w="10196">
            <a:solidFill>
              <a:srgbClr val="101722"/>
            </a:solidFill>
            <a:prstDash val="solid"/>
          </a:ln>
        </p:spPr>
      </p:sp>
      <p:sp>
        <p:nvSpPr>
          <p:cNvPr id="1549" name="noise-stroke-227">
            <a:extLst xmlns:a="http://schemas.openxmlformats.org/drawingml/2006/main">
              <a:ext uri="{FF2B5EF4-FFF2-40B4-BE49-F238E27FC236}">
                <a16:creationId xmlns:a16="http://schemas.microsoft.com/office/drawing/2014/main" id="{85325E49-305D-4F03-89C0-80D37E17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483" y="2791482"/>
            <a:ext cx="13592" cy="31813"/>
          </a:xfrm>
          <a:custGeom xmlns:a="http://schemas.openxmlformats.org/drawingml/2006/main">
            <a:pathLst>
              <a:path w="13592" h="31813">
                <a:moveTo>
                  <a:pt x="0" y="0"/>
                </a:moveTo>
                <a:lnTo>
                  <a:pt x="13592" y="31813"/>
                </a:lnTo>
              </a:path>
            </a:pathLst>
          </a:custGeom>
          <a:noFill xmlns:a="http://schemas.openxmlformats.org/drawingml/2006/main"/>
          <a:ln xmlns:a="http://schemas.openxmlformats.org/drawingml/2006/main" w="12052">
            <a:solidFill>
              <a:srgbClr val="101722"/>
            </a:solidFill>
            <a:prstDash val="solid"/>
          </a:ln>
        </p:spPr>
      </p:sp>
      <p:sp>
        <p:nvSpPr>
          <p:cNvPr id="1550" name="noise-stroke-228">
            <a:extLst xmlns:a="http://schemas.openxmlformats.org/drawingml/2006/main">
              <a:ext uri="{FF2B5EF4-FFF2-40B4-BE49-F238E27FC236}">
                <a16:creationId xmlns:a16="http://schemas.microsoft.com/office/drawing/2014/main" id="{5EE58BB5-8F73-4A0B-81E0-5C855337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50" y="3223079"/>
            <a:ext cx="25022" cy="29127"/>
          </a:xfrm>
          <a:custGeom xmlns:a="http://schemas.openxmlformats.org/drawingml/2006/main">
            <a:pathLst>
              <a:path w="25022" h="29127">
                <a:moveTo>
                  <a:pt x="0" y="29127"/>
                </a:moveTo>
                <a:lnTo>
                  <a:pt x="25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94">
            <a:solidFill>
              <a:srgbClr val="435064"/>
            </a:solidFill>
            <a:prstDash val="solid"/>
          </a:ln>
        </p:spPr>
      </p:sp>
      <p:sp>
        <p:nvSpPr>
          <p:cNvPr id="1551" name="noise-stroke-229">
            <a:extLst xmlns:a="http://schemas.openxmlformats.org/drawingml/2006/main">
              <a:ext uri="{FF2B5EF4-FFF2-40B4-BE49-F238E27FC236}">
                <a16:creationId xmlns:a16="http://schemas.microsoft.com/office/drawing/2014/main" id="{726D77B1-460D-41C3-A248-9FCACDEF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49" y="2823886"/>
            <a:ext cx="15478" cy="29861"/>
          </a:xfrm>
          <a:custGeom xmlns:a="http://schemas.openxmlformats.org/drawingml/2006/main">
            <a:pathLst>
              <a:path w="15478" h="29861">
                <a:moveTo>
                  <a:pt x="15478" y="0"/>
                </a:moveTo>
                <a:lnTo>
                  <a:pt x="0" y="29861"/>
                </a:lnTo>
              </a:path>
            </a:pathLst>
          </a:custGeom>
          <a:noFill xmlns:a="http://schemas.openxmlformats.org/drawingml/2006/main"/>
          <a:ln xmlns:a="http://schemas.openxmlformats.org/drawingml/2006/main" w="11194">
            <a:solidFill>
              <a:srgbClr val="435064"/>
            </a:solidFill>
            <a:prstDash val="solid"/>
          </a:ln>
        </p:spPr>
      </p:sp>
      <p:sp>
        <p:nvSpPr>
          <p:cNvPr id="1552" name="noise-stroke-230">
            <a:extLst xmlns:a="http://schemas.openxmlformats.org/drawingml/2006/main">
              <a:ext uri="{FF2B5EF4-FFF2-40B4-BE49-F238E27FC236}">
                <a16:creationId xmlns:a16="http://schemas.microsoft.com/office/drawing/2014/main" id="{843D75C6-40CE-4AC4-9ACE-EA6FFE4E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490" y="3233509"/>
            <a:ext cx="17907" cy="42796"/>
          </a:xfrm>
          <a:custGeom xmlns:a="http://schemas.openxmlformats.org/drawingml/2006/main">
            <a:pathLst>
              <a:path w="17907" h="42796">
                <a:moveTo>
                  <a:pt x="0" y="0"/>
                </a:moveTo>
                <a:lnTo>
                  <a:pt x="17907" y="42796"/>
                </a:lnTo>
              </a:path>
            </a:pathLst>
          </a:custGeom>
          <a:noFill xmlns:a="http://schemas.openxmlformats.org/drawingml/2006/main"/>
          <a:ln xmlns:a="http://schemas.openxmlformats.org/drawingml/2006/main" w="11630">
            <a:solidFill>
              <a:srgbClr val="101722"/>
            </a:solidFill>
            <a:prstDash val="solid"/>
          </a:ln>
        </p:spPr>
      </p:sp>
      <p:sp>
        <p:nvSpPr>
          <p:cNvPr id="1553" name="noise-stroke-231">
            <a:extLst xmlns:a="http://schemas.openxmlformats.org/drawingml/2006/main">
              <a:ext uri="{FF2B5EF4-FFF2-40B4-BE49-F238E27FC236}">
                <a16:creationId xmlns:a16="http://schemas.microsoft.com/office/drawing/2014/main" id="{749A6E90-F571-4D5C-9155-2D68BDD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014" y="3200429"/>
            <a:ext cx="46225" cy="18098"/>
          </a:xfrm>
          <a:custGeom xmlns:a="http://schemas.openxmlformats.org/drawingml/2006/main">
            <a:pathLst>
              <a:path w="46225" h="18098">
                <a:moveTo>
                  <a:pt x="46225" y="0"/>
                </a:moveTo>
                <a:lnTo>
                  <a:pt x="0" y="18098"/>
                </a:lnTo>
              </a:path>
            </a:pathLst>
          </a:custGeom>
          <a:noFill xmlns:a="http://schemas.openxmlformats.org/drawingml/2006/main"/>
          <a:ln xmlns:a="http://schemas.openxmlformats.org/drawingml/2006/main" w="10967">
            <a:solidFill>
              <a:srgbClr val="101722"/>
            </a:solidFill>
            <a:prstDash val="solid"/>
          </a:ln>
        </p:spPr>
      </p:sp>
      <p:sp>
        <p:nvSpPr>
          <p:cNvPr id="1554" name="noise-stroke-232">
            <a:extLst xmlns:a="http://schemas.openxmlformats.org/drawingml/2006/main">
              <a:ext uri="{FF2B5EF4-FFF2-40B4-BE49-F238E27FC236}">
                <a16:creationId xmlns:a16="http://schemas.microsoft.com/office/drawing/2014/main" id="{F6FAC2E9-3B72-490D-AD82-CAAF9BA9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66" y="2238575"/>
            <a:ext cx="12154" cy="46272"/>
          </a:xfrm>
          <a:custGeom xmlns:a="http://schemas.openxmlformats.org/drawingml/2006/main">
            <a:pathLst>
              <a:path w="12154" h="46272">
                <a:moveTo>
                  <a:pt x="12154" y="0"/>
                </a:moveTo>
                <a:lnTo>
                  <a:pt x="0" y="46272"/>
                </a:lnTo>
              </a:path>
            </a:pathLst>
          </a:custGeom>
          <a:noFill xmlns:a="http://schemas.openxmlformats.org/drawingml/2006/main"/>
          <a:ln xmlns:a="http://schemas.openxmlformats.org/drawingml/2006/main" w="11039">
            <a:solidFill>
              <a:srgbClr val="243143"/>
            </a:solidFill>
            <a:prstDash val="solid"/>
          </a:ln>
        </p:spPr>
      </p:sp>
      <p:sp>
        <p:nvSpPr>
          <p:cNvPr id="1555" name="noise-stroke-233">
            <a:extLst xmlns:a="http://schemas.openxmlformats.org/drawingml/2006/main">
              <a:ext uri="{FF2B5EF4-FFF2-40B4-BE49-F238E27FC236}">
                <a16:creationId xmlns:a16="http://schemas.microsoft.com/office/drawing/2014/main" id="{805AF07A-7505-4633-8921-4A20D79C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77" y="3797275"/>
            <a:ext cx="9525" cy="46873"/>
          </a:xfrm>
          <a:custGeom xmlns:a="http://schemas.openxmlformats.org/drawingml/2006/main">
            <a:pathLst>
              <a:path w="9525" h="46873">
                <a:moveTo>
                  <a:pt x="0" y="0"/>
                </a:moveTo>
                <a:lnTo>
                  <a:pt x="1857" y="46873"/>
                </a:lnTo>
              </a:path>
            </a:pathLst>
          </a:custGeom>
          <a:noFill xmlns:a="http://schemas.openxmlformats.org/drawingml/2006/main"/>
          <a:ln xmlns:a="http://schemas.openxmlformats.org/drawingml/2006/main" w="12790">
            <a:solidFill>
              <a:srgbClr val="6B7685"/>
            </a:solidFill>
            <a:prstDash val="solid"/>
          </a:ln>
        </p:spPr>
      </p:sp>
      <p:sp>
        <p:nvSpPr>
          <p:cNvPr id="1556" name="noise-stroke-234">
            <a:extLst xmlns:a="http://schemas.openxmlformats.org/drawingml/2006/main">
              <a:ext uri="{FF2B5EF4-FFF2-40B4-BE49-F238E27FC236}">
                <a16:creationId xmlns:a16="http://schemas.microsoft.com/office/drawing/2014/main" id="{39E39D49-9A10-4F93-801F-4CAFEAA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066" y="2980249"/>
            <a:ext cx="12744" cy="27051"/>
          </a:xfrm>
          <a:custGeom xmlns:a="http://schemas.openxmlformats.org/drawingml/2006/main">
            <a:pathLst>
              <a:path w="12744" h="27051">
                <a:moveTo>
                  <a:pt x="12744" y="270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63">
            <a:solidFill>
              <a:srgbClr val="6B7685"/>
            </a:solidFill>
            <a:prstDash val="solid"/>
          </a:ln>
        </p:spPr>
      </p:sp>
      <p:sp>
        <p:nvSpPr>
          <p:cNvPr id="1557" name="noise-stroke-235">
            <a:extLst xmlns:a="http://schemas.openxmlformats.org/drawingml/2006/main">
              <a:ext uri="{FF2B5EF4-FFF2-40B4-BE49-F238E27FC236}">
                <a16:creationId xmlns:a16="http://schemas.microsoft.com/office/drawing/2014/main" id="{4E0A5EB2-F307-4EF9-A50F-1033AD50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219" y="2709301"/>
            <a:ext cx="32633" cy="18964"/>
          </a:xfrm>
          <a:custGeom xmlns:a="http://schemas.openxmlformats.org/drawingml/2006/main">
            <a:pathLst>
              <a:path w="32633" h="18964">
                <a:moveTo>
                  <a:pt x="32633" y="0"/>
                </a:moveTo>
                <a:lnTo>
                  <a:pt x="0" y="18964"/>
                </a:lnTo>
              </a:path>
            </a:pathLst>
          </a:custGeom>
          <a:noFill xmlns:a="http://schemas.openxmlformats.org/drawingml/2006/main"/>
          <a:ln xmlns:a="http://schemas.openxmlformats.org/drawingml/2006/main" w="7843">
            <a:solidFill>
              <a:srgbClr val="435064"/>
            </a:solidFill>
            <a:prstDash val="solid"/>
          </a:ln>
        </p:spPr>
      </p:sp>
      <p:sp>
        <p:nvSpPr>
          <p:cNvPr id="1558" name="noise-stroke-236">
            <a:extLst xmlns:a="http://schemas.openxmlformats.org/drawingml/2006/main">
              <a:ext uri="{FF2B5EF4-FFF2-40B4-BE49-F238E27FC236}">
                <a16:creationId xmlns:a16="http://schemas.microsoft.com/office/drawing/2014/main" id="{59A72BB6-9954-428C-8266-6B562035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460" y="2677230"/>
            <a:ext cx="43939" cy="12001"/>
          </a:xfrm>
          <a:custGeom xmlns:a="http://schemas.openxmlformats.org/drawingml/2006/main">
            <a:pathLst>
              <a:path w="43939" h="12001">
                <a:moveTo>
                  <a:pt x="43939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56">
            <a:solidFill>
              <a:srgbClr val="101722"/>
            </a:solidFill>
            <a:prstDash val="solid"/>
          </a:ln>
        </p:spPr>
      </p:sp>
      <p:sp>
        <p:nvSpPr>
          <p:cNvPr id="1559" name="noise-stroke-237">
            <a:extLst xmlns:a="http://schemas.openxmlformats.org/drawingml/2006/main">
              <a:ext uri="{FF2B5EF4-FFF2-40B4-BE49-F238E27FC236}">
                <a16:creationId xmlns:a16="http://schemas.microsoft.com/office/drawing/2014/main" id="{3841F21E-2E81-4D92-A135-DD5DCC9F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262" y="4077643"/>
            <a:ext cx="42882" cy="9525"/>
          </a:xfrm>
          <a:custGeom xmlns:a="http://schemas.openxmlformats.org/drawingml/2006/main">
            <a:pathLst>
              <a:path w="42882" h="9525">
                <a:moveTo>
                  <a:pt x="0" y="0"/>
                </a:moveTo>
                <a:lnTo>
                  <a:pt x="42882" y="8725"/>
                </a:lnTo>
              </a:path>
            </a:pathLst>
          </a:custGeom>
          <a:noFill xmlns:a="http://schemas.openxmlformats.org/drawingml/2006/main"/>
          <a:ln xmlns:a="http://schemas.openxmlformats.org/drawingml/2006/main" w="8006">
            <a:solidFill>
              <a:srgbClr val="243143"/>
            </a:solidFill>
            <a:prstDash val="solid"/>
          </a:ln>
        </p:spPr>
      </p:sp>
      <p:sp>
        <p:nvSpPr>
          <p:cNvPr id="1560" name="noise-stroke-238">
            <a:extLst xmlns:a="http://schemas.openxmlformats.org/drawingml/2006/main">
              <a:ext uri="{FF2B5EF4-FFF2-40B4-BE49-F238E27FC236}">
                <a16:creationId xmlns:a16="http://schemas.microsoft.com/office/drawing/2014/main" id="{C1424E62-E21E-4FB7-940D-591CD999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37" y="2911116"/>
            <a:ext cx="42101" cy="31071"/>
          </a:xfrm>
          <a:custGeom xmlns:a="http://schemas.openxmlformats.org/drawingml/2006/main">
            <a:pathLst>
              <a:path w="42101" h="31071">
                <a:moveTo>
                  <a:pt x="42101" y="310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7">
            <a:solidFill>
              <a:srgbClr val="243143"/>
            </a:solidFill>
            <a:prstDash val="solid"/>
          </a:ln>
        </p:spPr>
      </p:sp>
      <p:sp>
        <p:nvSpPr>
          <p:cNvPr id="1561" name="noise-stroke-239">
            <a:extLst xmlns:a="http://schemas.openxmlformats.org/drawingml/2006/main">
              <a:ext uri="{FF2B5EF4-FFF2-40B4-BE49-F238E27FC236}">
                <a16:creationId xmlns:a16="http://schemas.microsoft.com/office/drawing/2014/main" id="{C68E4B2F-8927-466F-93D2-FF3C9BD9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005" y="3494418"/>
            <a:ext cx="16297" cy="31080"/>
          </a:xfrm>
          <a:custGeom xmlns:a="http://schemas.openxmlformats.org/drawingml/2006/main">
            <a:pathLst>
              <a:path w="16297" h="31080">
                <a:moveTo>
                  <a:pt x="16297" y="0"/>
                </a:moveTo>
                <a:lnTo>
                  <a:pt x="0" y="31080"/>
                </a:lnTo>
              </a:path>
            </a:pathLst>
          </a:custGeom>
          <a:noFill xmlns:a="http://schemas.openxmlformats.org/drawingml/2006/main"/>
          <a:ln xmlns:a="http://schemas.openxmlformats.org/drawingml/2006/main" w="9329">
            <a:solidFill>
              <a:srgbClr val="101722"/>
            </a:solidFill>
            <a:prstDash val="solid"/>
          </a:ln>
        </p:spPr>
      </p:sp>
      <p:sp>
        <p:nvSpPr>
          <p:cNvPr id="1562" name="noise-stroke-240">
            <a:extLst xmlns:a="http://schemas.openxmlformats.org/drawingml/2006/main">
              <a:ext uri="{FF2B5EF4-FFF2-40B4-BE49-F238E27FC236}">
                <a16:creationId xmlns:a16="http://schemas.microsoft.com/office/drawing/2014/main" id="{FD00F138-2EEF-46DD-8F8E-BB6C67AF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655" y="3750326"/>
            <a:ext cx="54026" cy="23108"/>
          </a:xfrm>
          <a:custGeom xmlns:a="http://schemas.openxmlformats.org/drawingml/2006/main">
            <a:pathLst>
              <a:path w="54026" h="23108">
                <a:moveTo>
                  <a:pt x="54026" y="23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53">
            <a:solidFill>
              <a:srgbClr val="435064"/>
            </a:solidFill>
            <a:prstDash val="solid"/>
          </a:ln>
        </p:spPr>
      </p:sp>
      <p:sp>
        <p:nvSpPr>
          <p:cNvPr id="1563" name="noise-stroke-241">
            <a:extLst xmlns:a="http://schemas.openxmlformats.org/drawingml/2006/main">
              <a:ext uri="{FF2B5EF4-FFF2-40B4-BE49-F238E27FC236}">
                <a16:creationId xmlns:a16="http://schemas.microsoft.com/office/drawing/2014/main" id="{74B9882B-9FD7-4CDF-9DAB-88526CE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92" y="3587553"/>
            <a:ext cx="45491" cy="44091"/>
          </a:xfrm>
          <a:custGeom xmlns:a="http://schemas.openxmlformats.org/drawingml/2006/main">
            <a:pathLst>
              <a:path w="45491" h="44091">
                <a:moveTo>
                  <a:pt x="45491" y="0"/>
                </a:moveTo>
                <a:lnTo>
                  <a:pt x="0" y="44091"/>
                </a:lnTo>
              </a:path>
            </a:pathLst>
          </a:custGeom>
          <a:noFill xmlns:a="http://schemas.openxmlformats.org/drawingml/2006/main"/>
          <a:ln xmlns:a="http://schemas.openxmlformats.org/drawingml/2006/main" w="9496">
            <a:solidFill>
              <a:srgbClr val="101722"/>
            </a:solidFill>
            <a:prstDash val="solid"/>
          </a:ln>
        </p:spPr>
      </p:sp>
      <p:sp>
        <p:nvSpPr>
          <p:cNvPr id="1564" name="noise-stroke-242">
            <a:extLst xmlns:a="http://schemas.openxmlformats.org/drawingml/2006/main">
              <a:ext uri="{FF2B5EF4-FFF2-40B4-BE49-F238E27FC236}">
                <a16:creationId xmlns:a16="http://schemas.microsoft.com/office/drawing/2014/main" id="{85C69A75-ACC1-47F9-8AD6-4E949C2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08" y="2716292"/>
            <a:ext cx="55531" cy="9525"/>
          </a:xfrm>
          <a:custGeom xmlns:a="http://schemas.openxmlformats.org/drawingml/2006/main">
            <a:pathLst>
              <a:path w="55531" h="9525">
                <a:moveTo>
                  <a:pt x="0" y="0"/>
                </a:moveTo>
                <a:lnTo>
                  <a:pt x="55531" y="6534"/>
                </a:lnTo>
              </a:path>
            </a:pathLst>
          </a:custGeom>
          <a:noFill xmlns:a="http://schemas.openxmlformats.org/drawingml/2006/main"/>
          <a:ln xmlns:a="http://schemas.openxmlformats.org/drawingml/2006/main" w="11822">
            <a:solidFill>
              <a:srgbClr val="435064"/>
            </a:solidFill>
            <a:prstDash val="solid"/>
          </a:ln>
        </p:spPr>
      </p:sp>
      <p:sp>
        <p:nvSpPr>
          <p:cNvPr id="1565" name="noise-stroke-243">
            <a:extLst xmlns:a="http://schemas.openxmlformats.org/drawingml/2006/main">
              <a:ext uri="{FF2B5EF4-FFF2-40B4-BE49-F238E27FC236}">
                <a16:creationId xmlns:a16="http://schemas.microsoft.com/office/drawing/2014/main" id="{410A0221-8300-4968-BDD1-C9B851B8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36" y="2721454"/>
            <a:ext cx="52702" cy="29080"/>
          </a:xfrm>
          <a:custGeom xmlns:a="http://schemas.openxmlformats.org/drawingml/2006/main">
            <a:pathLst>
              <a:path w="52702" h="29080">
                <a:moveTo>
                  <a:pt x="0" y="29080"/>
                </a:moveTo>
                <a:lnTo>
                  <a:pt x="52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03">
            <a:solidFill>
              <a:srgbClr val="101722"/>
            </a:solidFill>
            <a:prstDash val="solid"/>
          </a:ln>
        </p:spPr>
      </p:sp>
      <p:sp>
        <p:nvSpPr>
          <p:cNvPr id="1566" name="noise-stroke-244">
            <a:extLst xmlns:a="http://schemas.openxmlformats.org/drawingml/2006/main">
              <a:ext uri="{FF2B5EF4-FFF2-40B4-BE49-F238E27FC236}">
                <a16:creationId xmlns:a16="http://schemas.microsoft.com/office/drawing/2014/main" id="{131786FD-44C1-4489-BE93-231BD32A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1" y="2502894"/>
            <a:ext cx="9525" cy="56940"/>
          </a:xfrm>
          <a:custGeom xmlns:a="http://schemas.openxmlformats.org/drawingml/2006/main">
            <a:pathLst>
              <a:path w="9525" h="56940">
                <a:moveTo>
                  <a:pt x="0" y="56940"/>
                </a:moveTo>
                <a:lnTo>
                  <a:pt x="4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0">
            <a:solidFill>
              <a:srgbClr val="101722"/>
            </a:solidFill>
            <a:prstDash val="solid"/>
          </a:ln>
        </p:spPr>
      </p:sp>
      <p:sp>
        <p:nvSpPr>
          <p:cNvPr id="1567" name="noise-stroke-245">
            <a:extLst xmlns:a="http://schemas.openxmlformats.org/drawingml/2006/main">
              <a:ext uri="{FF2B5EF4-FFF2-40B4-BE49-F238E27FC236}">
                <a16:creationId xmlns:a16="http://schemas.microsoft.com/office/drawing/2014/main" id="{C9EFC3A3-19E8-41D6-8EB6-41DC6F9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55" y="3323539"/>
            <a:ext cx="23336" cy="34909"/>
          </a:xfrm>
          <a:custGeom xmlns:a="http://schemas.openxmlformats.org/drawingml/2006/main">
            <a:pathLst>
              <a:path w="23336" h="34909">
                <a:moveTo>
                  <a:pt x="0" y="34909"/>
                </a:moveTo>
                <a:lnTo>
                  <a:pt x="233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39">
            <a:solidFill>
              <a:srgbClr val="101722"/>
            </a:solidFill>
            <a:prstDash val="solid"/>
          </a:ln>
        </p:spPr>
      </p:sp>
      <p:sp>
        <p:nvSpPr>
          <p:cNvPr id="1568" name="noise-stroke-246">
            <a:extLst xmlns:a="http://schemas.openxmlformats.org/drawingml/2006/main">
              <a:ext uri="{FF2B5EF4-FFF2-40B4-BE49-F238E27FC236}">
                <a16:creationId xmlns:a16="http://schemas.microsoft.com/office/drawing/2014/main" id="{8A654B6B-FD51-49F5-B68B-104445E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84" y="3527593"/>
            <a:ext cx="30509" cy="22365"/>
          </a:xfrm>
          <a:custGeom xmlns:a="http://schemas.openxmlformats.org/drawingml/2006/main">
            <a:pathLst>
              <a:path w="30509" h="22365">
                <a:moveTo>
                  <a:pt x="30509" y="0"/>
                </a:moveTo>
                <a:lnTo>
                  <a:pt x="0" y="22365"/>
                </a:lnTo>
              </a:path>
            </a:pathLst>
          </a:custGeom>
          <a:noFill xmlns:a="http://schemas.openxmlformats.org/drawingml/2006/main"/>
          <a:ln xmlns:a="http://schemas.openxmlformats.org/drawingml/2006/main" w="8834">
            <a:solidFill>
              <a:srgbClr val="101722"/>
            </a:solidFill>
            <a:prstDash val="solid"/>
          </a:ln>
        </p:spPr>
      </p:sp>
      <p:sp>
        <p:nvSpPr>
          <p:cNvPr id="1569" name="noise-stroke-247">
            <a:extLst xmlns:a="http://schemas.openxmlformats.org/drawingml/2006/main">
              <a:ext uri="{FF2B5EF4-FFF2-40B4-BE49-F238E27FC236}">
                <a16:creationId xmlns:a16="http://schemas.microsoft.com/office/drawing/2014/main" id="{3B511127-0761-47C3-8AE0-BFE69597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608" y="3378879"/>
            <a:ext cx="29642" cy="10811"/>
          </a:xfrm>
          <a:custGeom xmlns:a="http://schemas.openxmlformats.org/drawingml/2006/main">
            <a:pathLst>
              <a:path w="29642" h="10811">
                <a:moveTo>
                  <a:pt x="0" y="0"/>
                </a:moveTo>
                <a:lnTo>
                  <a:pt x="29642" y="10811"/>
                </a:lnTo>
              </a:path>
            </a:pathLst>
          </a:custGeom>
          <a:noFill xmlns:a="http://schemas.openxmlformats.org/drawingml/2006/main"/>
          <a:ln xmlns:a="http://schemas.openxmlformats.org/drawingml/2006/main" w="10338">
            <a:solidFill>
              <a:srgbClr val="101722"/>
            </a:solidFill>
            <a:prstDash val="solid"/>
          </a:ln>
        </p:spPr>
      </p:sp>
      <p:sp>
        <p:nvSpPr>
          <p:cNvPr id="1570" name="noise-stroke-248">
            <a:extLst xmlns:a="http://schemas.openxmlformats.org/drawingml/2006/main">
              <a:ext uri="{FF2B5EF4-FFF2-40B4-BE49-F238E27FC236}">
                <a16:creationId xmlns:a16="http://schemas.microsoft.com/office/drawing/2014/main" id="{23A6DE74-A55A-4FE2-8125-52B51980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870" y="3378365"/>
            <a:ext cx="46377" cy="30318"/>
          </a:xfrm>
          <a:custGeom xmlns:a="http://schemas.openxmlformats.org/drawingml/2006/main">
            <a:pathLst>
              <a:path w="46377" h="30318">
                <a:moveTo>
                  <a:pt x="0" y="0"/>
                </a:moveTo>
                <a:lnTo>
                  <a:pt x="46377" y="30318"/>
                </a:lnTo>
              </a:path>
            </a:pathLst>
          </a:custGeom>
          <a:noFill xmlns:a="http://schemas.openxmlformats.org/drawingml/2006/main"/>
          <a:ln xmlns:a="http://schemas.openxmlformats.org/drawingml/2006/main" w="8030">
            <a:solidFill>
              <a:srgbClr val="101722"/>
            </a:solidFill>
            <a:prstDash val="solid"/>
          </a:ln>
        </p:spPr>
      </p:sp>
      <p:sp>
        <p:nvSpPr>
          <p:cNvPr id="1571" name="noise-stroke-249">
            <a:extLst xmlns:a="http://schemas.openxmlformats.org/drawingml/2006/main">
              <a:ext uri="{FF2B5EF4-FFF2-40B4-BE49-F238E27FC236}">
                <a16:creationId xmlns:a16="http://schemas.microsoft.com/office/drawing/2014/main" id="{983951EE-DD05-4ADC-BA39-76567318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" y="2716416"/>
            <a:ext cx="33661" cy="50711"/>
          </a:xfrm>
          <a:custGeom xmlns:a="http://schemas.openxmlformats.org/drawingml/2006/main">
            <a:pathLst>
              <a:path w="33661" h="50711">
                <a:moveTo>
                  <a:pt x="33661" y="0"/>
                </a:moveTo>
                <a:lnTo>
                  <a:pt x="0" y="50711"/>
                </a:lnTo>
              </a:path>
            </a:pathLst>
          </a:custGeom>
          <a:noFill xmlns:a="http://schemas.openxmlformats.org/drawingml/2006/main"/>
          <a:ln xmlns:a="http://schemas.openxmlformats.org/drawingml/2006/main" w="9730">
            <a:solidFill>
              <a:srgbClr val="435064"/>
            </a:solidFill>
            <a:prstDash val="solid"/>
          </a:ln>
        </p:spPr>
      </p:sp>
      <p:sp>
        <p:nvSpPr>
          <p:cNvPr id="1572" name="noise-stroke-250">
            <a:extLst xmlns:a="http://schemas.openxmlformats.org/drawingml/2006/main">
              <a:ext uri="{FF2B5EF4-FFF2-40B4-BE49-F238E27FC236}">
                <a16:creationId xmlns:a16="http://schemas.microsoft.com/office/drawing/2014/main" id="{A3B80A1D-7CCC-4506-B9C7-3DC81DB0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6" y="2706053"/>
            <a:ext cx="28223" cy="57645"/>
          </a:xfrm>
          <a:custGeom xmlns:a="http://schemas.openxmlformats.org/drawingml/2006/main">
            <a:pathLst>
              <a:path w="28223" h="57645">
                <a:moveTo>
                  <a:pt x="28223" y="57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5">
            <a:solidFill>
              <a:srgbClr val="435064"/>
            </a:solidFill>
            <a:prstDash val="solid"/>
          </a:ln>
        </p:spPr>
      </p:sp>
      <p:sp>
        <p:nvSpPr>
          <p:cNvPr id="1573" name="noise-stroke-251">
            <a:extLst xmlns:a="http://schemas.openxmlformats.org/drawingml/2006/main">
              <a:ext uri="{FF2B5EF4-FFF2-40B4-BE49-F238E27FC236}">
                <a16:creationId xmlns:a16="http://schemas.microsoft.com/office/drawing/2014/main" id="{D09AA666-19FE-4A2F-B161-4F28E7E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166" y="4024417"/>
            <a:ext cx="9525" cy="60398"/>
          </a:xfrm>
          <a:custGeom xmlns:a="http://schemas.openxmlformats.org/drawingml/2006/main">
            <a:pathLst>
              <a:path w="9525" h="60398">
                <a:moveTo>
                  <a:pt x="991" y="603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6">
            <a:solidFill>
              <a:srgbClr val="243143"/>
            </a:solidFill>
            <a:prstDash val="solid"/>
          </a:ln>
        </p:spPr>
      </p:sp>
      <p:sp>
        <p:nvSpPr>
          <p:cNvPr id="1574" name="noise-stroke-252">
            <a:extLst xmlns:a="http://schemas.openxmlformats.org/drawingml/2006/main">
              <a:ext uri="{FF2B5EF4-FFF2-40B4-BE49-F238E27FC236}">
                <a16:creationId xmlns:a16="http://schemas.microsoft.com/office/drawing/2014/main" id="{BA84C493-FD04-4976-9998-17761904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817725"/>
            <a:ext cx="37614" cy="27222"/>
          </a:xfrm>
          <a:custGeom xmlns:a="http://schemas.openxmlformats.org/drawingml/2006/main">
            <a:pathLst>
              <a:path w="37614" h="27222">
                <a:moveTo>
                  <a:pt x="0" y="0"/>
                </a:moveTo>
                <a:lnTo>
                  <a:pt x="37614" y="27222"/>
                </a:lnTo>
              </a:path>
            </a:pathLst>
          </a:custGeom>
          <a:noFill xmlns:a="http://schemas.openxmlformats.org/drawingml/2006/main"/>
          <a:ln xmlns:a="http://schemas.openxmlformats.org/drawingml/2006/main" w="8829">
            <a:solidFill>
              <a:srgbClr val="435064"/>
            </a:solidFill>
            <a:prstDash val="solid"/>
          </a:ln>
        </p:spPr>
      </p:sp>
      <p:sp>
        <p:nvSpPr>
          <p:cNvPr id="1575" name="noise-stroke-253">
            <a:extLst xmlns:a="http://schemas.openxmlformats.org/drawingml/2006/main">
              <a:ext uri="{FF2B5EF4-FFF2-40B4-BE49-F238E27FC236}">
                <a16:creationId xmlns:a16="http://schemas.microsoft.com/office/drawing/2014/main" id="{25400A2B-F576-467B-A705-B744C5B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931" y="2589038"/>
            <a:ext cx="9525" cy="38576"/>
          </a:xfrm>
          <a:custGeom xmlns:a="http://schemas.openxmlformats.org/drawingml/2006/main">
            <a:pathLst>
              <a:path w="9525" h="38576">
                <a:moveTo>
                  <a:pt x="0" y="0"/>
                </a:moveTo>
                <a:lnTo>
                  <a:pt x="6887" y="38576"/>
                </a:lnTo>
              </a:path>
            </a:pathLst>
          </a:custGeom>
          <a:noFill xmlns:a="http://schemas.openxmlformats.org/drawingml/2006/main"/>
          <a:ln xmlns:a="http://schemas.openxmlformats.org/drawingml/2006/main" w="11058">
            <a:solidFill>
              <a:srgbClr val="243143"/>
            </a:solidFill>
            <a:prstDash val="solid"/>
          </a:ln>
        </p:spPr>
      </p:sp>
      <p:sp>
        <p:nvSpPr>
          <p:cNvPr id="1576" name="noise-stroke-254">
            <a:extLst xmlns:a="http://schemas.openxmlformats.org/drawingml/2006/main">
              <a:ext uri="{FF2B5EF4-FFF2-40B4-BE49-F238E27FC236}">
                <a16:creationId xmlns:a16="http://schemas.microsoft.com/office/drawing/2014/main" id="{92A41E3C-7814-48CA-A56B-C30763F6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626" y="3065831"/>
            <a:ext cx="9525" cy="55435"/>
          </a:xfrm>
          <a:custGeom xmlns:a="http://schemas.openxmlformats.org/drawingml/2006/main">
            <a:pathLst>
              <a:path w="9525" h="55435">
                <a:moveTo>
                  <a:pt x="0" y="0"/>
                </a:moveTo>
                <a:lnTo>
                  <a:pt x="1257" y="55435"/>
                </a:lnTo>
              </a:path>
            </a:pathLst>
          </a:custGeom>
          <a:noFill xmlns:a="http://schemas.openxmlformats.org/drawingml/2006/main"/>
          <a:ln xmlns:a="http://schemas.openxmlformats.org/drawingml/2006/main" w="10767">
            <a:solidFill>
              <a:srgbClr val="101722"/>
            </a:solidFill>
            <a:prstDash val="solid"/>
          </a:ln>
        </p:spPr>
      </p:sp>
      <p:sp>
        <p:nvSpPr>
          <p:cNvPr id="1577" name="noise-stroke-255">
            <a:extLst xmlns:a="http://schemas.openxmlformats.org/drawingml/2006/main">
              <a:ext uri="{FF2B5EF4-FFF2-40B4-BE49-F238E27FC236}">
                <a16:creationId xmlns:a16="http://schemas.microsoft.com/office/drawing/2014/main" id="{9845DCD1-547F-421A-AAF9-ABD847F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5" y="2653494"/>
            <a:ext cx="26508" cy="16183"/>
          </a:xfrm>
          <a:custGeom xmlns:a="http://schemas.openxmlformats.org/drawingml/2006/main">
            <a:pathLst>
              <a:path w="26508" h="16183">
                <a:moveTo>
                  <a:pt x="0" y="16183"/>
                </a:moveTo>
                <a:lnTo>
                  <a:pt x="26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28">
            <a:solidFill>
              <a:srgbClr val="243143"/>
            </a:solidFill>
            <a:prstDash val="solid"/>
          </a:ln>
        </p:spPr>
      </p:sp>
      <p:sp>
        <p:nvSpPr>
          <p:cNvPr id="1578" name="noise-stroke-256">
            <a:extLst xmlns:a="http://schemas.openxmlformats.org/drawingml/2006/main">
              <a:ext uri="{FF2B5EF4-FFF2-40B4-BE49-F238E27FC236}">
                <a16:creationId xmlns:a16="http://schemas.microsoft.com/office/drawing/2014/main" id="{346CECEB-025C-45FC-981E-B1971CD5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662" y="2315756"/>
            <a:ext cx="23517" cy="18402"/>
          </a:xfrm>
          <a:custGeom xmlns:a="http://schemas.openxmlformats.org/drawingml/2006/main">
            <a:pathLst>
              <a:path w="23517" h="18402">
                <a:moveTo>
                  <a:pt x="23517" y="184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74">
            <a:solidFill>
              <a:srgbClr val="243143"/>
            </a:solidFill>
            <a:prstDash val="solid"/>
          </a:ln>
        </p:spPr>
      </p:sp>
      <p:sp>
        <p:nvSpPr>
          <p:cNvPr id="1579" name="noise-stroke-257">
            <a:extLst xmlns:a="http://schemas.openxmlformats.org/drawingml/2006/main">
              <a:ext uri="{FF2B5EF4-FFF2-40B4-BE49-F238E27FC236}">
                <a16:creationId xmlns:a16="http://schemas.microsoft.com/office/drawing/2014/main" id="{9456D802-D791-4AF1-AF35-3B30078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86" y="3058411"/>
            <a:ext cx="28461" cy="33928"/>
          </a:xfrm>
          <a:custGeom xmlns:a="http://schemas.openxmlformats.org/drawingml/2006/main">
            <a:pathLst>
              <a:path w="28461" h="33928">
                <a:moveTo>
                  <a:pt x="28461" y="339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7">
            <a:solidFill>
              <a:srgbClr val="101722"/>
            </a:solidFill>
            <a:prstDash val="solid"/>
          </a:ln>
        </p:spPr>
      </p:sp>
      <p:sp>
        <p:nvSpPr>
          <p:cNvPr id="1580" name="noise-stroke-258">
            <a:extLst xmlns:a="http://schemas.openxmlformats.org/drawingml/2006/main">
              <a:ext uri="{FF2B5EF4-FFF2-40B4-BE49-F238E27FC236}">
                <a16:creationId xmlns:a16="http://schemas.microsoft.com/office/drawing/2014/main" id="{CBE458A0-8DA6-4085-B0BD-CC3ADF28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900" y="4079596"/>
            <a:ext cx="37176" cy="31775"/>
          </a:xfrm>
          <a:custGeom xmlns:a="http://schemas.openxmlformats.org/drawingml/2006/main">
            <a:pathLst>
              <a:path w="37176" h="31775">
                <a:moveTo>
                  <a:pt x="37176" y="31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03">
            <a:solidFill>
              <a:srgbClr val="101722"/>
            </a:solidFill>
            <a:prstDash val="solid"/>
          </a:ln>
        </p:spPr>
      </p:sp>
      <p:sp>
        <p:nvSpPr>
          <p:cNvPr id="1581" name="noise-stroke-259">
            <a:extLst xmlns:a="http://schemas.openxmlformats.org/drawingml/2006/main">
              <a:ext uri="{FF2B5EF4-FFF2-40B4-BE49-F238E27FC236}">
                <a16:creationId xmlns:a16="http://schemas.microsoft.com/office/drawing/2014/main" id="{31E88EEA-FD33-4718-A2BE-8A9B944E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75" y="2161794"/>
            <a:ext cx="39043" cy="16869"/>
          </a:xfrm>
          <a:custGeom xmlns:a="http://schemas.openxmlformats.org/drawingml/2006/main">
            <a:pathLst>
              <a:path w="39043" h="16869">
                <a:moveTo>
                  <a:pt x="39043" y="168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44">
            <a:solidFill>
              <a:srgbClr val="101722"/>
            </a:solidFill>
            <a:prstDash val="solid"/>
          </a:ln>
        </p:spPr>
      </p:sp>
      <p:sp>
        <p:nvSpPr>
          <p:cNvPr id="1582" name="noise-stroke-260">
            <a:extLst xmlns:a="http://schemas.openxmlformats.org/drawingml/2006/main">
              <a:ext uri="{FF2B5EF4-FFF2-40B4-BE49-F238E27FC236}">
                <a16:creationId xmlns:a16="http://schemas.microsoft.com/office/drawing/2014/main" id="{AB19F28D-53A9-40AE-8952-BB1D648A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744" y="3344904"/>
            <a:ext cx="10839" cy="27013"/>
          </a:xfrm>
          <a:custGeom xmlns:a="http://schemas.openxmlformats.org/drawingml/2006/main">
            <a:pathLst>
              <a:path w="10839" h="27013">
                <a:moveTo>
                  <a:pt x="10839" y="27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0">
            <a:solidFill>
              <a:srgbClr val="6B7685"/>
            </a:solidFill>
            <a:prstDash val="solid"/>
          </a:ln>
        </p:spPr>
      </p:sp>
      <p:sp>
        <p:nvSpPr>
          <p:cNvPr id="1583" name="noise-stroke-261">
            <a:extLst xmlns:a="http://schemas.openxmlformats.org/drawingml/2006/main">
              <a:ext uri="{FF2B5EF4-FFF2-40B4-BE49-F238E27FC236}">
                <a16:creationId xmlns:a16="http://schemas.microsoft.com/office/drawing/2014/main" id="{CBADD020-B8CD-427E-BF09-CE4C7F9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90" y="4057555"/>
            <a:ext cx="14907" cy="44272"/>
          </a:xfrm>
          <a:custGeom xmlns:a="http://schemas.openxmlformats.org/drawingml/2006/main">
            <a:pathLst>
              <a:path w="14907" h="44272">
                <a:moveTo>
                  <a:pt x="0" y="44272"/>
                </a:moveTo>
                <a:lnTo>
                  <a:pt x="149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2">
            <a:solidFill>
              <a:srgbClr val="243143"/>
            </a:solidFill>
            <a:prstDash val="solid"/>
          </a:ln>
        </p:spPr>
      </p:sp>
      <p:sp>
        <p:nvSpPr>
          <p:cNvPr id="1584" name="noise-stroke-262">
            <a:extLst xmlns:a="http://schemas.openxmlformats.org/drawingml/2006/main">
              <a:ext uri="{FF2B5EF4-FFF2-40B4-BE49-F238E27FC236}">
                <a16:creationId xmlns:a16="http://schemas.microsoft.com/office/drawing/2014/main" id="{8524B99A-49AB-465C-B1E7-A6091FE9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609" y="3532384"/>
            <a:ext cx="18126" cy="63941"/>
          </a:xfrm>
          <a:custGeom xmlns:a="http://schemas.openxmlformats.org/drawingml/2006/main">
            <a:pathLst>
              <a:path w="18126" h="63941">
                <a:moveTo>
                  <a:pt x="18126" y="63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31">
            <a:solidFill>
              <a:srgbClr val="101722"/>
            </a:solidFill>
            <a:prstDash val="solid"/>
          </a:ln>
        </p:spPr>
      </p:sp>
      <p:sp>
        <p:nvSpPr>
          <p:cNvPr id="1585" name="noise-stroke-263">
            <a:extLst xmlns:a="http://schemas.openxmlformats.org/drawingml/2006/main">
              <a:ext uri="{FF2B5EF4-FFF2-40B4-BE49-F238E27FC236}">
                <a16:creationId xmlns:a16="http://schemas.microsoft.com/office/drawing/2014/main" id="{DEE6708B-B398-4379-97C7-F5BD08BE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50" y="2805208"/>
            <a:ext cx="34814" cy="56369"/>
          </a:xfrm>
          <a:custGeom xmlns:a="http://schemas.openxmlformats.org/drawingml/2006/main">
            <a:pathLst>
              <a:path w="34814" h="56369">
                <a:moveTo>
                  <a:pt x="0" y="56369"/>
                </a:moveTo>
                <a:lnTo>
                  <a:pt x="348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20">
            <a:solidFill>
              <a:srgbClr val="243143"/>
            </a:solidFill>
            <a:prstDash val="solid"/>
          </a:ln>
        </p:spPr>
      </p:sp>
      <p:sp>
        <p:nvSpPr>
          <p:cNvPr id="1586" name="noise-stroke-264">
            <a:extLst xmlns:a="http://schemas.openxmlformats.org/drawingml/2006/main">
              <a:ext uri="{FF2B5EF4-FFF2-40B4-BE49-F238E27FC236}">
                <a16:creationId xmlns:a16="http://schemas.microsoft.com/office/drawing/2014/main" id="{C7EF397A-3681-465D-B90E-4D15920E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62" y="3706406"/>
            <a:ext cx="40176" cy="18364"/>
          </a:xfrm>
          <a:custGeom xmlns:a="http://schemas.openxmlformats.org/drawingml/2006/main">
            <a:pathLst>
              <a:path w="40176" h="18364">
                <a:moveTo>
                  <a:pt x="0" y="18364"/>
                </a:moveTo>
                <a:lnTo>
                  <a:pt x="40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34">
            <a:solidFill>
              <a:srgbClr val="101722"/>
            </a:solidFill>
            <a:prstDash val="solid"/>
          </a:ln>
        </p:spPr>
      </p:sp>
      <p:sp>
        <p:nvSpPr>
          <p:cNvPr id="1587" name="noise-stroke-265">
            <a:extLst xmlns:a="http://schemas.openxmlformats.org/drawingml/2006/main">
              <a:ext uri="{FF2B5EF4-FFF2-40B4-BE49-F238E27FC236}">
                <a16:creationId xmlns:a16="http://schemas.microsoft.com/office/drawing/2014/main" id="{8286108E-B623-47CE-B1AC-BA7ED86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66" y="2876017"/>
            <a:ext cx="20050" cy="30785"/>
          </a:xfrm>
          <a:custGeom xmlns:a="http://schemas.openxmlformats.org/drawingml/2006/main">
            <a:pathLst>
              <a:path w="20050" h="30785">
                <a:moveTo>
                  <a:pt x="20050" y="30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21">
            <a:solidFill>
              <a:srgbClr val="435064"/>
            </a:solidFill>
            <a:prstDash val="solid"/>
          </a:ln>
        </p:spPr>
      </p:sp>
      <p:sp>
        <p:nvSpPr>
          <p:cNvPr id="1588" name="noise-stroke-266">
            <a:extLst xmlns:a="http://schemas.openxmlformats.org/drawingml/2006/main">
              <a:ext uri="{FF2B5EF4-FFF2-40B4-BE49-F238E27FC236}">
                <a16:creationId xmlns:a16="http://schemas.microsoft.com/office/drawing/2014/main" id="{FE84EC99-39FB-42E6-807F-F7C6074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6" y="2960884"/>
            <a:ext cx="31337" cy="29023"/>
          </a:xfrm>
          <a:custGeom xmlns:a="http://schemas.openxmlformats.org/drawingml/2006/main">
            <a:pathLst>
              <a:path w="31337" h="29023">
                <a:moveTo>
                  <a:pt x="31337" y="290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10">
            <a:solidFill>
              <a:srgbClr val="435064"/>
            </a:solidFill>
            <a:prstDash val="solid"/>
          </a:ln>
        </p:spPr>
      </p:sp>
      <p:sp>
        <p:nvSpPr>
          <p:cNvPr id="1589" name="noise-stroke-267">
            <a:extLst xmlns:a="http://schemas.openxmlformats.org/drawingml/2006/main">
              <a:ext uri="{FF2B5EF4-FFF2-40B4-BE49-F238E27FC236}">
                <a16:creationId xmlns:a16="http://schemas.microsoft.com/office/drawing/2014/main" id="{D2D52E7E-D934-450C-95A5-E2E2B9F0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563" y="2096900"/>
            <a:ext cx="9525" cy="35328"/>
          </a:xfrm>
          <a:custGeom xmlns:a="http://schemas.openxmlformats.org/drawingml/2006/main">
            <a:pathLst>
              <a:path w="9525" h="35328">
                <a:moveTo>
                  <a:pt x="0" y="35328"/>
                </a:moveTo>
                <a:lnTo>
                  <a:pt x="23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83">
            <a:solidFill>
              <a:srgbClr val="243143"/>
            </a:solidFill>
            <a:prstDash val="solid"/>
          </a:ln>
        </p:spPr>
      </p:sp>
      <p:sp>
        <p:nvSpPr>
          <p:cNvPr id="1590" name="noise-stroke-268">
            <a:extLst xmlns:a="http://schemas.openxmlformats.org/drawingml/2006/main">
              <a:ext uri="{FF2B5EF4-FFF2-40B4-BE49-F238E27FC236}">
                <a16:creationId xmlns:a16="http://schemas.microsoft.com/office/drawing/2014/main" id="{C24FFB2B-8734-4624-A260-D6F25C9C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95" y="3847224"/>
            <a:ext cx="15230" cy="29851"/>
          </a:xfrm>
          <a:custGeom xmlns:a="http://schemas.openxmlformats.org/drawingml/2006/main">
            <a:pathLst>
              <a:path w="15230" h="29851">
                <a:moveTo>
                  <a:pt x="0" y="29851"/>
                </a:moveTo>
                <a:lnTo>
                  <a:pt x="152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77">
            <a:solidFill>
              <a:srgbClr val="435064"/>
            </a:solidFill>
            <a:prstDash val="solid"/>
          </a:ln>
        </p:spPr>
      </p:sp>
      <p:sp>
        <p:nvSpPr>
          <p:cNvPr id="1591" name="noise-stroke-269">
            <a:extLst xmlns:a="http://schemas.openxmlformats.org/drawingml/2006/main">
              <a:ext uri="{FF2B5EF4-FFF2-40B4-BE49-F238E27FC236}">
                <a16:creationId xmlns:a16="http://schemas.microsoft.com/office/drawing/2014/main" id="{414BD46F-9D5B-4B82-AE98-3FDD188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30" y="2215048"/>
            <a:ext cx="9525" cy="36243"/>
          </a:xfrm>
          <a:custGeom xmlns:a="http://schemas.openxmlformats.org/drawingml/2006/main">
            <a:pathLst>
              <a:path w="9525" h="36243">
                <a:moveTo>
                  <a:pt x="0" y="0"/>
                </a:moveTo>
                <a:lnTo>
                  <a:pt x="5401" y="36243"/>
                </a:lnTo>
              </a:path>
            </a:pathLst>
          </a:custGeom>
          <a:noFill xmlns:a="http://schemas.openxmlformats.org/drawingml/2006/main"/>
          <a:ln xmlns:a="http://schemas.openxmlformats.org/drawingml/2006/main" w="10689">
            <a:solidFill>
              <a:srgbClr val="6B7685"/>
            </a:solidFill>
            <a:prstDash val="solid"/>
          </a:ln>
        </p:spPr>
      </p:sp>
      <p:sp>
        <p:nvSpPr>
          <p:cNvPr id="1592" name="noise-stroke-270">
            <a:extLst xmlns:a="http://schemas.openxmlformats.org/drawingml/2006/main">
              <a:ext uri="{FF2B5EF4-FFF2-40B4-BE49-F238E27FC236}">
                <a16:creationId xmlns:a16="http://schemas.microsoft.com/office/drawing/2014/main" id="{8F2BAC90-749E-45A3-AA49-A6CF4B93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63" y="3879323"/>
            <a:ext cx="13516" cy="54664"/>
          </a:xfrm>
          <a:custGeom xmlns:a="http://schemas.openxmlformats.org/drawingml/2006/main">
            <a:pathLst>
              <a:path w="13516" h="54664">
                <a:moveTo>
                  <a:pt x="0" y="54664"/>
                </a:moveTo>
                <a:lnTo>
                  <a:pt x="13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19">
            <a:solidFill>
              <a:srgbClr val="435064"/>
            </a:solidFill>
            <a:prstDash val="solid"/>
          </a:ln>
        </p:spPr>
      </p:sp>
      <p:sp>
        <p:nvSpPr>
          <p:cNvPr id="1593" name="noise-stroke-271">
            <a:extLst xmlns:a="http://schemas.openxmlformats.org/drawingml/2006/main">
              <a:ext uri="{FF2B5EF4-FFF2-40B4-BE49-F238E27FC236}">
                <a16:creationId xmlns:a16="http://schemas.microsoft.com/office/drawing/2014/main" id="{D3B0701A-BCB9-4D55-B59F-B681086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3" y="2524620"/>
            <a:ext cx="9525" cy="37757"/>
          </a:xfrm>
          <a:custGeom xmlns:a="http://schemas.openxmlformats.org/drawingml/2006/main">
            <a:pathLst>
              <a:path w="9525" h="37757">
                <a:moveTo>
                  <a:pt x="1848" y="0"/>
                </a:moveTo>
                <a:lnTo>
                  <a:pt x="0" y="37757"/>
                </a:lnTo>
              </a:path>
            </a:pathLst>
          </a:custGeom>
          <a:noFill xmlns:a="http://schemas.openxmlformats.org/drawingml/2006/main"/>
          <a:ln xmlns:a="http://schemas.openxmlformats.org/drawingml/2006/main" w="11327">
            <a:solidFill>
              <a:srgbClr val="101722"/>
            </a:solidFill>
            <a:prstDash val="solid"/>
          </a:ln>
        </p:spPr>
      </p:sp>
      <p:sp>
        <p:nvSpPr>
          <p:cNvPr id="1594" name="noise-stroke-272">
            <a:extLst xmlns:a="http://schemas.openxmlformats.org/drawingml/2006/main">
              <a:ext uri="{FF2B5EF4-FFF2-40B4-BE49-F238E27FC236}">
                <a16:creationId xmlns:a16="http://schemas.microsoft.com/office/drawing/2014/main" id="{BDA03A6A-E044-4D46-B7D3-CC3C675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919" y="2411606"/>
            <a:ext cx="14821" cy="52788"/>
          </a:xfrm>
          <a:custGeom xmlns:a="http://schemas.openxmlformats.org/drawingml/2006/main">
            <a:pathLst>
              <a:path w="14821" h="52788">
                <a:moveTo>
                  <a:pt x="14821" y="527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68">
            <a:solidFill>
              <a:srgbClr val="243143"/>
            </a:solidFill>
            <a:prstDash val="solid"/>
          </a:ln>
        </p:spPr>
      </p:sp>
      <p:sp>
        <p:nvSpPr>
          <p:cNvPr id="1595" name="noise-stroke-273">
            <a:extLst xmlns:a="http://schemas.openxmlformats.org/drawingml/2006/main">
              <a:ext uri="{FF2B5EF4-FFF2-40B4-BE49-F238E27FC236}">
                <a16:creationId xmlns:a16="http://schemas.microsoft.com/office/drawing/2014/main" id="{E6D0870F-6757-4815-A6DB-CC910F75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05" y="2289277"/>
            <a:ext cx="45510" cy="10449"/>
          </a:xfrm>
          <a:custGeom xmlns:a="http://schemas.openxmlformats.org/drawingml/2006/main">
            <a:pathLst>
              <a:path w="45510" h="10449">
                <a:moveTo>
                  <a:pt x="0" y="10449"/>
                </a:moveTo>
                <a:lnTo>
                  <a:pt x="455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68">
            <a:solidFill>
              <a:srgbClr val="243143"/>
            </a:solidFill>
            <a:prstDash val="solid"/>
          </a:ln>
        </p:spPr>
      </p:sp>
      <p:sp>
        <p:nvSpPr>
          <p:cNvPr id="1596" name="noise-stroke-274">
            <a:extLst xmlns:a="http://schemas.openxmlformats.org/drawingml/2006/main">
              <a:ext uri="{FF2B5EF4-FFF2-40B4-BE49-F238E27FC236}">
                <a16:creationId xmlns:a16="http://schemas.microsoft.com/office/drawing/2014/main" id="{0AB51349-95D7-418A-948E-C03B3779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185" y="2917641"/>
            <a:ext cx="9525" cy="41215"/>
          </a:xfrm>
          <a:custGeom xmlns:a="http://schemas.openxmlformats.org/drawingml/2006/main">
            <a:pathLst>
              <a:path w="9525" h="41215">
                <a:moveTo>
                  <a:pt x="6267" y="0"/>
                </a:moveTo>
                <a:lnTo>
                  <a:pt x="0" y="41215"/>
                </a:lnTo>
              </a:path>
            </a:pathLst>
          </a:custGeom>
          <a:noFill xmlns:a="http://schemas.openxmlformats.org/drawingml/2006/main"/>
          <a:ln xmlns:a="http://schemas.openxmlformats.org/drawingml/2006/main" w="8414">
            <a:solidFill>
              <a:srgbClr val="101722"/>
            </a:solidFill>
            <a:prstDash val="solid"/>
          </a:ln>
        </p:spPr>
      </p:sp>
      <p:sp>
        <p:nvSpPr>
          <p:cNvPr id="1597" name="noise-stroke-275">
            <a:extLst xmlns:a="http://schemas.openxmlformats.org/drawingml/2006/main">
              <a:ext uri="{FF2B5EF4-FFF2-40B4-BE49-F238E27FC236}">
                <a16:creationId xmlns:a16="http://schemas.microsoft.com/office/drawing/2014/main" id="{342D420F-629C-4BF2-8A87-5708E83F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50" y="2640511"/>
            <a:ext cx="9525" cy="27737"/>
          </a:xfrm>
          <a:custGeom xmlns:a="http://schemas.openxmlformats.org/drawingml/2006/main">
            <a:pathLst>
              <a:path w="9525" h="27737">
                <a:moveTo>
                  <a:pt x="9106" y="27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61">
            <a:solidFill>
              <a:srgbClr val="101722"/>
            </a:solidFill>
            <a:prstDash val="solid"/>
          </a:ln>
        </p:spPr>
      </p:sp>
      <p:sp>
        <p:nvSpPr>
          <p:cNvPr id="1598" name="noise-stroke-276">
            <a:extLst xmlns:a="http://schemas.openxmlformats.org/drawingml/2006/main">
              <a:ext uri="{FF2B5EF4-FFF2-40B4-BE49-F238E27FC236}">
                <a16:creationId xmlns:a16="http://schemas.microsoft.com/office/drawing/2014/main" id="{A944D257-5E51-478F-B203-42B044B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78" y="2622147"/>
            <a:ext cx="30280" cy="51054"/>
          </a:xfrm>
          <a:custGeom xmlns:a="http://schemas.openxmlformats.org/drawingml/2006/main">
            <a:pathLst>
              <a:path w="30280" h="51054">
                <a:moveTo>
                  <a:pt x="0" y="51054"/>
                </a:moveTo>
                <a:lnTo>
                  <a:pt x="30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48">
            <a:solidFill>
              <a:srgbClr val="101722"/>
            </a:solidFill>
            <a:prstDash val="solid"/>
          </a:ln>
        </p:spPr>
      </p:sp>
      <p:sp>
        <p:nvSpPr>
          <p:cNvPr id="1599" name="noise-stroke-277">
            <a:extLst xmlns:a="http://schemas.openxmlformats.org/drawingml/2006/main">
              <a:ext uri="{FF2B5EF4-FFF2-40B4-BE49-F238E27FC236}">
                <a16:creationId xmlns:a16="http://schemas.microsoft.com/office/drawing/2014/main" id="{D4C70359-BB67-44DD-8E36-D2AD3222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73" y="3569513"/>
            <a:ext cx="9525" cy="63151"/>
          </a:xfrm>
          <a:custGeom xmlns:a="http://schemas.openxmlformats.org/drawingml/2006/main">
            <a:pathLst>
              <a:path w="9525" h="63151">
                <a:moveTo>
                  <a:pt x="0" y="63151"/>
                </a:moveTo>
                <a:lnTo>
                  <a:pt x="82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10">
            <a:solidFill>
              <a:srgbClr val="101722"/>
            </a:solidFill>
            <a:prstDash val="solid"/>
          </a:ln>
        </p:spPr>
      </p:sp>
      <p:sp>
        <p:nvSpPr>
          <p:cNvPr id="1600" name="noise-stroke-278">
            <a:extLst xmlns:a="http://schemas.openxmlformats.org/drawingml/2006/main">
              <a:ext uri="{FF2B5EF4-FFF2-40B4-BE49-F238E27FC236}">
                <a16:creationId xmlns:a16="http://schemas.microsoft.com/office/drawing/2014/main" id="{A6F3947C-A187-4099-B2A6-B0FB367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7" y="2627062"/>
            <a:ext cx="15926" cy="37224"/>
          </a:xfrm>
          <a:custGeom xmlns:a="http://schemas.openxmlformats.org/drawingml/2006/main">
            <a:pathLst>
              <a:path w="15926" h="37224">
                <a:moveTo>
                  <a:pt x="0" y="0"/>
                </a:moveTo>
                <a:lnTo>
                  <a:pt x="15926" y="37224"/>
                </a:lnTo>
              </a:path>
            </a:pathLst>
          </a:custGeom>
          <a:noFill xmlns:a="http://schemas.openxmlformats.org/drawingml/2006/main"/>
          <a:ln xmlns:a="http://schemas.openxmlformats.org/drawingml/2006/main" w="10980">
            <a:solidFill>
              <a:srgbClr val="101722"/>
            </a:solidFill>
            <a:prstDash val="solid"/>
          </a:ln>
        </p:spPr>
      </p:sp>
      <p:sp>
        <p:nvSpPr>
          <p:cNvPr id="1601" name="noise-stroke-279">
            <a:extLst xmlns:a="http://schemas.openxmlformats.org/drawingml/2006/main">
              <a:ext uri="{FF2B5EF4-FFF2-40B4-BE49-F238E27FC236}">
                <a16:creationId xmlns:a16="http://schemas.microsoft.com/office/drawing/2014/main" id="{463A9CCC-543A-4594-80E5-6AECE52E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357" y="2480053"/>
            <a:ext cx="9525" cy="36757"/>
          </a:xfrm>
          <a:custGeom xmlns:a="http://schemas.openxmlformats.org/drawingml/2006/main">
            <a:pathLst>
              <a:path w="9525" h="36757">
                <a:moveTo>
                  <a:pt x="0" y="0"/>
                </a:moveTo>
                <a:lnTo>
                  <a:pt x="6020" y="36757"/>
                </a:lnTo>
              </a:path>
            </a:pathLst>
          </a:custGeom>
          <a:noFill xmlns:a="http://schemas.openxmlformats.org/drawingml/2006/main"/>
          <a:ln xmlns:a="http://schemas.openxmlformats.org/drawingml/2006/main" w="12450">
            <a:solidFill>
              <a:srgbClr val="243143"/>
            </a:solidFill>
            <a:prstDash val="solid"/>
          </a:ln>
        </p:spPr>
      </p:sp>
      <p:sp>
        <p:nvSpPr>
          <p:cNvPr id="1602" name="noise-stroke-280">
            <a:extLst xmlns:a="http://schemas.openxmlformats.org/drawingml/2006/main">
              <a:ext uri="{FF2B5EF4-FFF2-40B4-BE49-F238E27FC236}">
                <a16:creationId xmlns:a16="http://schemas.microsoft.com/office/drawing/2014/main" id="{A324B1E9-8E16-4BE2-ACF0-0EA562A1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101" y="2155136"/>
            <a:ext cx="14345" cy="28365"/>
          </a:xfrm>
          <a:custGeom xmlns:a="http://schemas.openxmlformats.org/drawingml/2006/main">
            <a:pathLst>
              <a:path w="14345" h="28365">
                <a:moveTo>
                  <a:pt x="14345" y="0"/>
                </a:moveTo>
                <a:lnTo>
                  <a:pt x="0" y="28365"/>
                </a:lnTo>
              </a:path>
            </a:pathLst>
          </a:custGeom>
          <a:noFill xmlns:a="http://schemas.openxmlformats.org/drawingml/2006/main"/>
          <a:ln xmlns:a="http://schemas.openxmlformats.org/drawingml/2006/main" w="12304">
            <a:solidFill>
              <a:srgbClr val="243143"/>
            </a:solidFill>
            <a:prstDash val="solid"/>
          </a:ln>
        </p:spPr>
      </p:sp>
      <p:sp>
        <p:nvSpPr>
          <p:cNvPr id="1603" name="noise-stroke-281">
            <a:extLst xmlns:a="http://schemas.openxmlformats.org/drawingml/2006/main">
              <a:ext uri="{FF2B5EF4-FFF2-40B4-BE49-F238E27FC236}">
                <a16:creationId xmlns:a16="http://schemas.microsoft.com/office/drawing/2014/main" id="{CB78E433-98BC-48D2-BF9B-01F6E5D3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895" y="2380488"/>
            <a:ext cx="37357" cy="16916"/>
          </a:xfrm>
          <a:custGeom xmlns:a="http://schemas.openxmlformats.org/drawingml/2006/main">
            <a:pathLst>
              <a:path w="37357" h="16916">
                <a:moveTo>
                  <a:pt x="37357" y="0"/>
                </a:moveTo>
                <a:lnTo>
                  <a:pt x="0" y="16916"/>
                </a:lnTo>
              </a:path>
            </a:pathLst>
          </a:custGeom>
          <a:noFill xmlns:a="http://schemas.openxmlformats.org/drawingml/2006/main"/>
          <a:ln xmlns:a="http://schemas.openxmlformats.org/drawingml/2006/main" w="11182">
            <a:solidFill>
              <a:srgbClr val="243143"/>
            </a:solidFill>
            <a:prstDash val="solid"/>
          </a:ln>
        </p:spPr>
      </p:sp>
      <p:sp>
        <p:nvSpPr>
          <p:cNvPr id="1604" name="noise-stroke-282">
            <a:extLst xmlns:a="http://schemas.openxmlformats.org/drawingml/2006/main">
              <a:ext uri="{FF2B5EF4-FFF2-40B4-BE49-F238E27FC236}">
                <a16:creationId xmlns:a16="http://schemas.microsoft.com/office/drawing/2014/main" id="{64DDD4DB-75AE-41E8-A33D-947436BC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77" y="3150984"/>
            <a:ext cx="32537" cy="13764"/>
          </a:xfrm>
          <a:custGeom xmlns:a="http://schemas.openxmlformats.org/drawingml/2006/main">
            <a:pathLst>
              <a:path w="32537" h="13764">
                <a:moveTo>
                  <a:pt x="32537" y="137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39">
            <a:solidFill>
              <a:srgbClr val="101722"/>
            </a:solidFill>
            <a:prstDash val="solid"/>
          </a:ln>
        </p:spPr>
      </p:sp>
      <p:sp>
        <p:nvSpPr>
          <p:cNvPr id="1605" name="noise-stroke-283">
            <a:extLst xmlns:a="http://schemas.openxmlformats.org/drawingml/2006/main">
              <a:ext uri="{FF2B5EF4-FFF2-40B4-BE49-F238E27FC236}">
                <a16:creationId xmlns:a16="http://schemas.microsoft.com/office/drawing/2014/main" id="{CDC854EF-839D-4E84-970C-BE5FF04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26" y="2822258"/>
            <a:ext cx="40148" cy="20174"/>
          </a:xfrm>
          <a:custGeom xmlns:a="http://schemas.openxmlformats.org/drawingml/2006/main">
            <a:pathLst>
              <a:path w="40148" h="20174">
                <a:moveTo>
                  <a:pt x="0" y="0"/>
                </a:moveTo>
                <a:lnTo>
                  <a:pt x="40148" y="20174"/>
                </a:lnTo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101722"/>
            </a:solidFill>
            <a:prstDash val="solid"/>
          </a:ln>
        </p:spPr>
      </p:sp>
      <p:sp>
        <p:nvSpPr>
          <p:cNvPr id="1606" name="noise-stroke-284">
            <a:extLst xmlns:a="http://schemas.openxmlformats.org/drawingml/2006/main">
              <a:ext uri="{FF2B5EF4-FFF2-40B4-BE49-F238E27FC236}">
                <a16:creationId xmlns:a16="http://schemas.microsoft.com/office/drawing/2014/main" id="{923CDED2-DAC9-46E6-8C03-9ACB81CC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68" y="3180455"/>
            <a:ext cx="33995" cy="13154"/>
          </a:xfrm>
          <a:custGeom xmlns:a="http://schemas.openxmlformats.org/drawingml/2006/main">
            <a:pathLst>
              <a:path w="33995" h="13154">
                <a:moveTo>
                  <a:pt x="33995" y="0"/>
                </a:moveTo>
                <a:lnTo>
                  <a:pt x="0" y="13154"/>
                </a:lnTo>
              </a:path>
            </a:pathLst>
          </a:custGeom>
          <a:noFill xmlns:a="http://schemas.openxmlformats.org/drawingml/2006/main"/>
          <a:ln xmlns:a="http://schemas.openxmlformats.org/drawingml/2006/main" w="11458">
            <a:solidFill>
              <a:srgbClr val="435064"/>
            </a:solidFill>
            <a:prstDash val="solid"/>
          </a:ln>
        </p:spPr>
      </p:sp>
      <p:sp>
        <p:nvSpPr>
          <p:cNvPr id="1607" name="noise-stroke-285">
            <a:extLst xmlns:a="http://schemas.openxmlformats.org/drawingml/2006/main">
              <a:ext uri="{FF2B5EF4-FFF2-40B4-BE49-F238E27FC236}">
                <a16:creationId xmlns:a16="http://schemas.microsoft.com/office/drawing/2014/main" id="{87798DCF-0CF1-4235-96AC-0F10F6D7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911" y="3510344"/>
            <a:ext cx="9525" cy="38090"/>
          </a:xfrm>
          <a:custGeom xmlns:a="http://schemas.openxmlformats.org/drawingml/2006/main">
            <a:pathLst>
              <a:path w="9525" h="38090">
                <a:moveTo>
                  <a:pt x="8896" y="0"/>
                </a:moveTo>
                <a:lnTo>
                  <a:pt x="0" y="38090"/>
                </a:lnTo>
              </a:path>
            </a:pathLst>
          </a:custGeom>
          <a:noFill xmlns:a="http://schemas.openxmlformats.org/drawingml/2006/main"/>
          <a:ln xmlns:a="http://schemas.openxmlformats.org/drawingml/2006/main" w="12278">
            <a:solidFill>
              <a:srgbClr val="101722"/>
            </a:solidFill>
            <a:prstDash val="solid"/>
          </a:ln>
        </p:spPr>
      </p:sp>
      <p:sp>
        <p:nvSpPr>
          <p:cNvPr id="1608" name="noise-stroke-286">
            <a:extLst xmlns:a="http://schemas.openxmlformats.org/drawingml/2006/main">
              <a:ext uri="{FF2B5EF4-FFF2-40B4-BE49-F238E27FC236}">
                <a16:creationId xmlns:a16="http://schemas.microsoft.com/office/drawing/2014/main" id="{85AE9D6D-7FBE-47A5-93F2-0242B580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804" y="3023006"/>
            <a:ext cx="34614" cy="51949"/>
          </a:xfrm>
          <a:custGeom xmlns:a="http://schemas.openxmlformats.org/drawingml/2006/main">
            <a:pathLst>
              <a:path w="34614" h="51949">
                <a:moveTo>
                  <a:pt x="0" y="0"/>
                </a:moveTo>
                <a:lnTo>
                  <a:pt x="34614" y="51949"/>
                </a:lnTo>
              </a:path>
            </a:pathLst>
          </a:custGeom>
          <a:noFill xmlns:a="http://schemas.openxmlformats.org/drawingml/2006/main"/>
          <a:ln xmlns:a="http://schemas.openxmlformats.org/drawingml/2006/main" w="8911">
            <a:solidFill>
              <a:srgbClr val="101722"/>
            </a:solidFill>
            <a:prstDash val="solid"/>
          </a:ln>
        </p:spPr>
      </p:sp>
      <p:sp>
        <p:nvSpPr>
          <p:cNvPr id="1609" name="noise-stroke-287">
            <a:extLst xmlns:a="http://schemas.openxmlformats.org/drawingml/2006/main">
              <a:ext uri="{FF2B5EF4-FFF2-40B4-BE49-F238E27FC236}">
                <a16:creationId xmlns:a16="http://schemas.microsoft.com/office/drawing/2014/main" id="{D647E45E-744D-4DD5-8CA4-A0D629C7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119" y="2901182"/>
            <a:ext cx="55569" cy="14364"/>
          </a:xfrm>
          <a:custGeom xmlns:a="http://schemas.openxmlformats.org/drawingml/2006/main">
            <a:pathLst>
              <a:path w="55569" h="14364">
                <a:moveTo>
                  <a:pt x="55569" y="143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97">
            <a:solidFill>
              <a:srgbClr val="101722"/>
            </a:solidFill>
            <a:prstDash val="solid"/>
          </a:ln>
        </p:spPr>
      </p:sp>
      <p:sp>
        <p:nvSpPr>
          <p:cNvPr id="1610" name="noise-stroke-288">
            <a:extLst xmlns:a="http://schemas.openxmlformats.org/drawingml/2006/main">
              <a:ext uri="{FF2B5EF4-FFF2-40B4-BE49-F238E27FC236}">
                <a16:creationId xmlns:a16="http://schemas.microsoft.com/office/drawing/2014/main" id="{B8AC30DA-A7E2-49DF-96E7-2D5F2B6A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32" y="2372249"/>
            <a:ext cx="49873" cy="42520"/>
          </a:xfrm>
          <a:custGeom xmlns:a="http://schemas.openxmlformats.org/drawingml/2006/main">
            <a:pathLst>
              <a:path w="49873" h="42520">
                <a:moveTo>
                  <a:pt x="0" y="42520"/>
                </a:moveTo>
                <a:lnTo>
                  <a:pt x="498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45">
            <a:solidFill>
              <a:srgbClr val="243143"/>
            </a:solidFill>
            <a:prstDash val="solid"/>
          </a:ln>
        </p:spPr>
      </p:sp>
      <p:sp>
        <p:nvSpPr>
          <p:cNvPr id="1611" name="noise-stroke-289">
            <a:extLst xmlns:a="http://schemas.openxmlformats.org/drawingml/2006/main">
              <a:ext uri="{FF2B5EF4-FFF2-40B4-BE49-F238E27FC236}">
                <a16:creationId xmlns:a16="http://schemas.microsoft.com/office/drawing/2014/main" id="{C52F704D-AE41-4E7B-991D-B7F2CA58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22" y="4059222"/>
            <a:ext cx="42196" cy="47815"/>
          </a:xfrm>
          <a:custGeom xmlns:a="http://schemas.openxmlformats.org/drawingml/2006/main">
            <a:pathLst>
              <a:path w="42196" h="47815">
                <a:moveTo>
                  <a:pt x="0" y="47815"/>
                </a:moveTo>
                <a:lnTo>
                  <a:pt x="42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88">
            <a:solidFill>
              <a:srgbClr val="243143"/>
            </a:solidFill>
            <a:prstDash val="solid"/>
          </a:ln>
        </p:spPr>
      </p:sp>
      <p:sp>
        <p:nvSpPr>
          <p:cNvPr id="1612" name="noise-stroke-290">
            <a:extLst xmlns:a="http://schemas.openxmlformats.org/drawingml/2006/main">
              <a:ext uri="{FF2B5EF4-FFF2-40B4-BE49-F238E27FC236}">
                <a16:creationId xmlns:a16="http://schemas.microsoft.com/office/drawing/2014/main" id="{0CB3CDC5-A4E6-4C1F-9082-0975175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80" y="3855272"/>
            <a:ext cx="12459" cy="26975"/>
          </a:xfrm>
          <a:custGeom xmlns:a="http://schemas.openxmlformats.org/drawingml/2006/main">
            <a:pathLst>
              <a:path w="12459" h="26975">
                <a:moveTo>
                  <a:pt x="12459" y="26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7">
            <a:solidFill>
              <a:srgbClr val="101722"/>
            </a:solidFill>
            <a:prstDash val="solid"/>
          </a:ln>
        </p:spPr>
      </p:sp>
      <p:sp>
        <p:nvSpPr>
          <p:cNvPr id="1613" name="noise-stroke-291">
            <a:extLst xmlns:a="http://schemas.openxmlformats.org/drawingml/2006/main">
              <a:ext uri="{FF2B5EF4-FFF2-40B4-BE49-F238E27FC236}">
                <a16:creationId xmlns:a16="http://schemas.microsoft.com/office/drawing/2014/main" id="{80B73210-FA52-4964-BEC2-35CFEF51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921" y="2976648"/>
            <a:ext cx="55188" cy="11087"/>
          </a:xfrm>
          <a:custGeom xmlns:a="http://schemas.openxmlformats.org/drawingml/2006/main">
            <a:pathLst>
              <a:path w="55188" h="11087">
                <a:moveTo>
                  <a:pt x="0" y="0"/>
                </a:moveTo>
                <a:lnTo>
                  <a:pt x="55188" y="11087"/>
                </a:lnTo>
              </a:path>
            </a:pathLst>
          </a:custGeom>
          <a:noFill xmlns:a="http://schemas.openxmlformats.org/drawingml/2006/main"/>
          <a:ln xmlns:a="http://schemas.openxmlformats.org/drawingml/2006/main" w="11243">
            <a:solidFill>
              <a:srgbClr val="243143"/>
            </a:solidFill>
            <a:prstDash val="solid"/>
          </a:ln>
        </p:spPr>
      </p:sp>
      <p:sp>
        <p:nvSpPr>
          <p:cNvPr id="1614" name="noise-stroke-292">
            <a:extLst xmlns:a="http://schemas.openxmlformats.org/drawingml/2006/main">
              <a:ext uri="{FF2B5EF4-FFF2-40B4-BE49-F238E27FC236}">
                <a16:creationId xmlns:a16="http://schemas.microsoft.com/office/drawing/2014/main" id="{6D8E004C-F143-477A-BD97-2876C0E3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205" y="3716817"/>
            <a:ext cx="48044" cy="16192"/>
          </a:xfrm>
          <a:custGeom xmlns:a="http://schemas.openxmlformats.org/drawingml/2006/main">
            <a:pathLst>
              <a:path w="48044" h="16192">
                <a:moveTo>
                  <a:pt x="48044" y="0"/>
                </a:moveTo>
                <a:lnTo>
                  <a:pt x="0" y="16192"/>
                </a:lnTo>
              </a:path>
            </a:pathLst>
          </a:custGeom>
          <a:noFill xmlns:a="http://schemas.openxmlformats.org/drawingml/2006/main"/>
          <a:ln xmlns:a="http://schemas.openxmlformats.org/drawingml/2006/main" w="9489">
            <a:solidFill>
              <a:srgbClr val="6B7685"/>
            </a:solidFill>
            <a:prstDash val="solid"/>
          </a:ln>
        </p:spPr>
      </p:sp>
      <p:sp>
        <p:nvSpPr>
          <p:cNvPr id="1615" name="noise-stroke-293">
            <a:extLst xmlns:a="http://schemas.openxmlformats.org/drawingml/2006/main">
              <a:ext uri="{FF2B5EF4-FFF2-40B4-BE49-F238E27FC236}">
                <a16:creationId xmlns:a16="http://schemas.microsoft.com/office/drawing/2014/main" id="{9A9BC778-0562-4FFC-8C30-B2E2766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83" y="3520650"/>
            <a:ext cx="26251" cy="12497"/>
          </a:xfrm>
          <a:custGeom xmlns:a="http://schemas.openxmlformats.org/drawingml/2006/main">
            <a:pathLst>
              <a:path w="26251" h="12497">
                <a:moveTo>
                  <a:pt x="26251" y="0"/>
                </a:moveTo>
                <a:lnTo>
                  <a:pt x="0" y="12497"/>
                </a:lnTo>
              </a:path>
            </a:pathLst>
          </a:custGeom>
          <a:noFill xmlns:a="http://schemas.openxmlformats.org/drawingml/2006/main"/>
          <a:ln xmlns:a="http://schemas.openxmlformats.org/drawingml/2006/main" w="8812">
            <a:solidFill>
              <a:srgbClr val="243143"/>
            </a:solidFill>
            <a:prstDash val="solid"/>
          </a:ln>
        </p:spPr>
      </p:sp>
      <p:sp>
        <p:nvSpPr>
          <p:cNvPr id="1616" name="noise-stroke-294">
            <a:extLst xmlns:a="http://schemas.openxmlformats.org/drawingml/2006/main">
              <a:ext uri="{FF2B5EF4-FFF2-40B4-BE49-F238E27FC236}">
                <a16:creationId xmlns:a16="http://schemas.microsoft.com/office/drawing/2014/main" id="{B803E379-8A35-49BB-84C5-64158026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597" y="3781501"/>
            <a:ext cx="9525" cy="46253"/>
          </a:xfrm>
          <a:custGeom xmlns:a="http://schemas.openxmlformats.org/drawingml/2006/main">
            <a:pathLst>
              <a:path w="9525" h="46253">
                <a:moveTo>
                  <a:pt x="0" y="46253"/>
                </a:moveTo>
                <a:lnTo>
                  <a:pt x="74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08">
            <a:solidFill>
              <a:srgbClr val="101722"/>
            </a:solidFill>
            <a:prstDash val="solid"/>
          </a:ln>
        </p:spPr>
      </p:sp>
      <p:sp>
        <p:nvSpPr>
          <p:cNvPr id="1617" name="noise-stroke-295">
            <a:extLst xmlns:a="http://schemas.openxmlformats.org/drawingml/2006/main">
              <a:ext uri="{FF2B5EF4-FFF2-40B4-BE49-F238E27FC236}">
                <a16:creationId xmlns:a16="http://schemas.microsoft.com/office/drawing/2014/main" id="{2D4217F7-DDA8-4BA7-B911-27E83334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23" y="4034676"/>
            <a:ext cx="9525" cy="58503"/>
          </a:xfrm>
          <a:custGeom xmlns:a="http://schemas.openxmlformats.org/drawingml/2006/main">
            <a:pathLst>
              <a:path w="9525" h="58503">
                <a:moveTo>
                  <a:pt x="3667" y="585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11">
            <a:solidFill>
              <a:srgbClr val="435064"/>
            </a:solidFill>
            <a:prstDash val="solid"/>
          </a:ln>
        </p:spPr>
      </p:sp>
      <p:sp>
        <p:nvSpPr>
          <p:cNvPr id="1618" name="noise-stroke-296">
            <a:extLst xmlns:a="http://schemas.openxmlformats.org/drawingml/2006/main">
              <a:ext uri="{FF2B5EF4-FFF2-40B4-BE49-F238E27FC236}">
                <a16:creationId xmlns:a16="http://schemas.microsoft.com/office/drawing/2014/main" id="{673AD837-F571-49E0-8CD9-D23263E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343" y="3813210"/>
            <a:ext cx="30242" cy="34252"/>
          </a:xfrm>
          <a:custGeom xmlns:a="http://schemas.openxmlformats.org/drawingml/2006/main">
            <a:pathLst>
              <a:path w="30242" h="34252">
                <a:moveTo>
                  <a:pt x="30242" y="342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35">
            <a:solidFill>
              <a:srgbClr val="243143"/>
            </a:solidFill>
            <a:prstDash val="solid"/>
          </a:ln>
        </p:spPr>
      </p:sp>
      <p:sp>
        <p:nvSpPr>
          <p:cNvPr id="1619" name="noise-stroke-297">
            <a:extLst xmlns:a="http://schemas.openxmlformats.org/drawingml/2006/main">
              <a:ext uri="{FF2B5EF4-FFF2-40B4-BE49-F238E27FC236}">
                <a16:creationId xmlns:a16="http://schemas.microsoft.com/office/drawing/2014/main" id="{F0103569-3211-4381-BE0C-058AC66A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45" y="3952199"/>
            <a:ext cx="43548" cy="15164"/>
          </a:xfrm>
          <a:custGeom xmlns:a="http://schemas.openxmlformats.org/drawingml/2006/main">
            <a:pathLst>
              <a:path w="43548" h="15164">
                <a:moveTo>
                  <a:pt x="43548" y="0"/>
                </a:moveTo>
                <a:lnTo>
                  <a:pt x="0" y="15164"/>
                </a:lnTo>
              </a:path>
            </a:pathLst>
          </a:custGeom>
          <a:noFill xmlns:a="http://schemas.openxmlformats.org/drawingml/2006/main"/>
          <a:ln xmlns:a="http://schemas.openxmlformats.org/drawingml/2006/main" w="12780">
            <a:solidFill>
              <a:srgbClr val="435064"/>
            </a:solidFill>
            <a:prstDash val="solid"/>
          </a:ln>
        </p:spPr>
      </p:sp>
      <p:sp>
        <p:nvSpPr>
          <p:cNvPr id="1620" name="noise-stroke-298">
            <a:extLst xmlns:a="http://schemas.openxmlformats.org/drawingml/2006/main">
              <a:ext uri="{FF2B5EF4-FFF2-40B4-BE49-F238E27FC236}">
                <a16:creationId xmlns:a16="http://schemas.microsoft.com/office/drawing/2014/main" id="{D476F655-1DA9-401E-8C17-98C9396B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49" y="2255777"/>
            <a:ext cx="39786" cy="18059"/>
          </a:xfrm>
          <a:custGeom xmlns:a="http://schemas.openxmlformats.org/drawingml/2006/main">
            <a:pathLst>
              <a:path w="39786" h="18059">
                <a:moveTo>
                  <a:pt x="0" y="0"/>
                </a:moveTo>
                <a:lnTo>
                  <a:pt x="39786" y="18059"/>
                </a:lnTo>
              </a:path>
            </a:pathLst>
          </a:custGeom>
          <a:noFill xmlns:a="http://schemas.openxmlformats.org/drawingml/2006/main"/>
          <a:ln xmlns:a="http://schemas.openxmlformats.org/drawingml/2006/main" w="12560">
            <a:solidFill>
              <a:srgbClr val="101722"/>
            </a:solidFill>
            <a:prstDash val="solid"/>
          </a:ln>
        </p:spPr>
      </p:sp>
      <p:sp>
        <p:nvSpPr>
          <p:cNvPr id="1621" name="noise-stroke-299">
            <a:extLst xmlns:a="http://schemas.openxmlformats.org/drawingml/2006/main">
              <a:ext uri="{FF2B5EF4-FFF2-40B4-BE49-F238E27FC236}">
                <a16:creationId xmlns:a16="http://schemas.microsoft.com/office/drawing/2014/main" id="{9CE889E3-07EF-4B04-8C99-39ED9FE9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887" y="3035503"/>
            <a:ext cx="23527" cy="33338"/>
          </a:xfrm>
          <a:custGeom xmlns:a="http://schemas.openxmlformats.org/drawingml/2006/main">
            <a:pathLst>
              <a:path w="23527" h="33338">
                <a:moveTo>
                  <a:pt x="23527" y="333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79">
            <a:solidFill>
              <a:srgbClr val="6B7685"/>
            </a:solidFill>
            <a:prstDash val="solid"/>
          </a:ln>
        </p:spPr>
      </p:sp>
      <p:sp>
        <p:nvSpPr>
          <p:cNvPr id="1622" name="noise-stroke-300">
            <a:extLst xmlns:a="http://schemas.openxmlformats.org/drawingml/2006/main">
              <a:ext uri="{FF2B5EF4-FFF2-40B4-BE49-F238E27FC236}">
                <a16:creationId xmlns:a16="http://schemas.microsoft.com/office/drawing/2014/main" id="{CEF30371-822C-4B68-95F6-A1D2EF2C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875" y="2750487"/>
            <a:ext cx="23193" cy="22041"/>
          </a:xfrm>
          <a:custGeom xmlns:a="http://schemas.openxmlformats.org/drawingml/2006/main">
            <a:pathLst>
              <a:path w="23193" h="22041">
                <a:moveTo>
                  <a:pt x="0" y="0"/>
                </a:moveTo>
                <a:lnTo>
                  <a:pt x="23193" y="22041"/>
                </a:lnTo>
              </a:path>
            </a:pathLst>
          </a:custGeom>
          <a:noFill xmlns:a="http://schemas.openxmlformats.org/drawingml/2006/main"/>
          <a:ln xmlns:a="http://schemas.openxmlformats.org/drawingml/2006/main" w="12070">
            <a:solidFill>
              <a:srgbClr val="101722"/>
            </a:solidFill>
            <a:prstDash val="solid"/>
          </a:ln>
        </p:spPr>
      </p:sp>
      <p:sp>
        <p:nvSpPr>
          <p:cNvPr id="1623" name="noise-stroke-301">
            <a:extLst xmlns:a="http://schemas.openxmlformats.org/drawingml/2006/main">
              <a:ext uri="{FF2B5EF4-FFF2-40B4-BE49-F238E27FC236}">
                <a16:creationId xmlns:a16="http://schemas.microsoft.com/office/drawing/2014/main" id="{590EA40F-EEC8-4C4F-83D8-A00407A1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7" y="2394947"/>
            <a:ext cx="33890" cy="47720"/>
          </a:xfrm>
          <a:custGeom xmlns:a="http://schemas.openxmlformats.org/drawingml/2006/main">
            <a:pathLst>
              <a:path w="33890" h="47720">
                <a:moveTo>
                  <a:pt x="0" y="0"/>
                </a:moveTo>
                <a:lnTo>
                  <a:pt x="33890" y="47720"/>
                </a:lnTo>
              </a:path>
            </a:pathLst>
          </a:custGeom>
          <a:noFill xmlns:a="http://schemas.openxmlformats.org/drawingml/2006/main"/>
          <a:ln xmlns:a="http://schemas.openxmlformats.org/drawingml/2006/main" w="10902">
            <a:solidFill>
              <a:srgbClr val="101722"/>
            </a:solidFill>
            <a:prstDash val="solid"/>
          </a:ln>
        </p:spPr>
      </p:sp>
      <p:sp>
        <p:nvSpPr>
          <p:cNvPr id="1624" name="noise-stroke-302">
            <a:extLst xmlns:a="http://schemas.openxmlformats.org/drawingml/2006/main">
              <a:ext uri="{FF2B5EF4-FFF2-40B4-BE49-F238E27FC236}">
                <a16:creationId xmlns:a16="http://schemas.microsoft.com/office/drawing/2014/main" id="{255D4475-E4A3-452C-98B0-126EA48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28" y="2814742"/>
            <a:ext cx="56807" cy="10516"/>
          </a:xfrm>
          <a:custGeom xmlns:a="http://schemas.openxmlformats.org/drawingml/2006/main">
            <a:pathLst>
              <a:path w="56807" h="10516">
                <a:moveTo>
                  <a:pt x="0" y="10516"/>
                </a:moveTo>
                <a:lnTo>
                  <a:pt x="56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53">
            <a:solidFill>
              <a:srgbClr val="101722"/>
            </a:solidFill>
            <a:prstDash val="solid"/>
          </a:ln>
        </p:spPr>
      </p:sp>
      <p:sp>
        <p:nvSpPr>
          <p:cNvPr id="1625" name="noise-stroke-303">
            <a:extLst xmlns:a="http://schemas.openxmlformats.org/drawingml/2006/main">
              <a:ext uri="{FF2B5EF4-FFF2-40B4-BE49-F238E27FC236}">
                <a16:creationId xmlns:a16="http://schemas.microsoft.com/office/drawing/2014/main" id="{BF6FCB33-13C6-4F93-827C-B71F0F06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29" y="2344064"/>
            <a:ext cx="45825" cy="9525"/>
          </a:xfrm>
          <a:custGeom xmlns:a="http://schemas.openxmlformats.org/drawingml/2006/main">
            <a:pathLst>
              <a:path w="45825" h="9525">
                <a:moveTo>
                  <a:pt x="45825" y="34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84">
            <a:solidFill>
              <a:srgbClr val="101722"/>
            </a:solidFill>
            <a:prstDash val="solid"/>
          </a:ln>
        </p:spPr>
      </p:sp>
      <p:sp>
        <p:nvSpPr>
          <p:cNvPr id="1626" name="noise-stroke-304">
            <a:extLst xmlns:a="http://schemas.openxmlformats.org/drawingml/2006/main">
              <a:ext uri="{FF2B5EF4-FFF2-40B4-BE49-F238E27FC236}">
                <a16:creationId xmlns:a16="http://schemas.microsoft.com/office/drawing/2014/main" id="{32AA4725-2BDC-438A-A6D0-B5550907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926" y="2986669"/>
            <a:ext cx="34947" cy="35557"/>
          </a:xfrm>
          <a:custGeom xmlns:a="http://schemas.openxmlformats.org/drawingml/2006/main">
            <a:pathLst>
              <a:path w="34947" h="35557">
                <a:moveTo>
                  <a:pt x="0" y="35557"/>
                </a:moveTo>
                <a:lnTo>
                  <a:pt x="34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9">
            <a:solidFill>
              <a:srgbClr val="243143"/>
            </a:solidFill>
            <a:prstDash val="solid"/>
          </a:ln>
        </p:spPr>
      </p:sp>
      <p:sp>
        <p:nvSpPr>
          <p:cNvPr id="1627" name="noise-stroke-305">
            <a:extLst xmlns:a="http://schemas.openxmlformats.org/drawingml/2006/main">
              <a:ext uri="{FF2B5EF4-FFF2-40B4-BE49-F238E27FC236}">
                <a16:creationId xmlns:a16="http://schemas.microsoft.com/office/drawing/2014/main" id="{6947CDC9-4F15-4939-96F4-B3AC5EB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616" y="3473710"/>
            <a:ext cx="28937" cy="58064"/>
          </a:xfrm>
          <a:custGeom xmlns:a="http://schemas.openxmlformats.org/drawingml/2006/main">
            <a:pathLst>
              <a:path w="28937" h="58064">
                <a:moveTo>
                  <a:pt x="28937" y="580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3">
            <a:solidFill>
              <a:srgbClr val="6B7685"/>
            </a:solidFill>
            <a:prstDash val="solid"/>
          </a:ln>
        </p:spPr>
      </p:sp>
      <p:sp>
        <p:nvSpPr>
          <p:cNvPr id="1628" name="noise-stroke-306">
            <a:extLst xmlns:a="http://schemas.openxmlformats.org/drawingml/2006/main">
              <a:ext uri="{FF2B5EF4-FFF2-40B4-BE49-F238E27FC236}">
                <a16:creationId xmlns:a16="http://schemas.microsoft.com/office/drawing/2014/main" id="{29B9CA21-5F48-49DC-BB8C-5F821D58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236" y="2459307"/>
            <a:ext cx="14840" cy="25413"/>
          </a:xfrm>
          <a:custGeom xmlns:a="http://schemas.openxmlformats.org/drawingml/2006/main">
            <a:pathLst>
              <a:path w="14840" h="25413">
                <a:moveTo>
                  <a:pt x="14840" y="0"/>
                </a:moveTo>
                <a:lnTo>
                  <a:pt x="0" y="25413"/>
                </a:lnTo>
              </a:path>
            </a:pathLst>
          </a:custGeom>
          <a:noFill xmlns:a="http://schemas.openxmlformats.org/drawingml/2006/main"/>
          <a:ln xmlns:a="http://schemas.openxmlformats.org/drawingml/2006/main" w="7769">
            <a:solidFill>
              <a:srgbClr val="101722"/>
            </a:solidFill>
            <a:prstDash val="solid"/>
          </a:ln>
        </p:spPr>
      </p:sp>
      <p:sp>
        <p:nvSpPr>
          <p:cNvPr id="1629" name="noise-stroke-307">
            <a:extLst xmlns:a="http://schemas.openxmlformats.org/drawingml/2006/main">
              <a:ext uri="{FF2B5EF4-FFF2-40B4-BE49-F238E27FC236}">
                <a16:creationId xmlns:a16="http://schemas.microsoft.com/office/drawing/2014/main" id="{6D81CAE8-6939-4DC2-A19D-D7F5F5DB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86" y="2542099"/>
            <a:ext cx="13659" cy="31728"/>
          </a:xfrm>
          <a:custGeom xmlns:a="http://schemas.openxmlformats.org/drawingml/2006/main">
            <a:pathLst>
              <a:path w="13659" h="31728">
                <a:moveTo>
                  <a:pt x="13659" y="0"/>
                </a:moveTo>
                <a:lnTo>
                  <a:pt x="0" y="31728"/>
                </a:lnTo>
              </a:path>
            </a:pathLst>
          </a:custGeom>
          <a:noFill xmlns:a="http://schemas.openxmlformats.org/drawingml/2006/main"/>
          <a:ln xmlns:a="http://schemas.openxmlformats.org/drawingml/2006/main" w="9075">
            <a:solidFill>
              <a:srgbClr val="101722"/>
            </a:solidFill>
            <a:prstDash val="solid"/>
          </a:ln>
        </p:spPr>
      </p:sp>
      <p:sp>
        <p:nvSpPr>
          <p:cNvPr id="1630" name="noise-stroke-308">
            <a:extLst xmlns:a="http://schemas.openxmlformats.org/drawingml/2006/main">
              <a:ext uri="{FF2B5EF4-FFF2-40B4-BE49-F238E27FC236}">
                <a16:creationId xmlns:a16="http://schemas.microsoft.com/office/drawing/2014/main" id="{07F0E5B3-8685-4CC2-BB30-450ED50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81" y="2376630"/>
            <a:ext cx="15821" cy="64132"/>
          </a:xfrm>
          <a:custGeom xmlns:a="http://schemas.openxmlformats.org/drawingml/2006/main">
            <a:pathLst>
              <a:path w="15821" h="64132">
                <a:moveTo>
                  <a:pt x="15821" y="0"/>
                </a:moveTo>
                <a:lnTo>
                  <a:pt x="0" y="64132"/>
                </a:lnTo>
              </a:path>
            </a:pathLst>
          </a:custGeom>
          <a:noFill xmlns:a="http://schemas.openxmlformats.org/drawingml/2006/main"/>
          <a:ln xmlns:a="http://schemas.openxmlformats.org/drawingml/2006/main" w="9522">
            <a:solidFill>
              <a:srgbClr val="101722"/>
            </a:solidFill>
            <a:prstDash val="solid"/>
          </a:ln>
        </p:spPr>
      </p:sp>
      <p:sp>
        <p:nvSpPr>
          <p:cNvPr id="1631" name="noise-stroke-309">
            <a:extLst xmlns:a="http://schemas.openxmlformats.org/drawingml/2006/main">
              <a:ext uri="{FF2B5EF4-FFF2-40B4-BE49-F238E27FC236}">
                <a16:creationId xmlns:a16="http://schemas.microsoft.com/office/drawing/2014/main" id="{FA17C307-288A-4411-9C04-8D04283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40" y="2200551"/>
            <a:ext cx="44225" cy="32118"/>
          </a:xfrm>
          <a:custGeom xmlns:a="http://schemas.openxmlformats.org/drawingml/2006/main">
            <a:pathLst>
              <a:path w="44225" h="32118">
                <a:moveTo>
                  <a:pt x="0" y="32118"/>
                </a:moveTo>
                <a:lnTo>
                  <a:pt x="44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44">
            <a:solidFill>
              <a:srgbClr val="243143"/>
            </a:solidFill>
            <a:prstDash val="solid"/>
          </a:ln>
        </p:spPr>
      </p:sp>
      <p:sp>
        <p:nvSpPr>
          <p:cNvPr id="1632" name="noise-stroke-310">
            <a:extLst xmlns:a="http://schemas.openxmlformats.org/drawingml/2006/main">
              <a:ext uri="{FF2B5EF4-FFF2-40B4-BE49-F238E27FC236}">
                <a16:creationId xmlns:a16="http://schemas.microsoft.com/office/drawing/2014/main" id="{5E9215DF-7592-4BF5-A927-DA0C0481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19" y="2674058"/>
            <a:ext cx="44139" cy="33833"/>
          </a:xfrm>
          <a:custGeom xmlns:a="http://schemas.openxmlformats.org/drawingml/2006/main">
            <a:pathLst>
              <a:path w="44139" h="33833">
                <a:moveTo>
                  <a:pt x="0" y="0"/>
                </a:moveTo>
                <a:lnTo>
                  <a:pt x="44139" y="33833"/>
                </a:lnTo>
              </a:path>
            </a:pathLst>
          </a:custGeom>
          <a:noFill xmlns:a="http://schemas.openxmlformats.org/drawingml/2006/main"/>
          <a:ln xmlns:a="http://schemas.openxmlformats.org/drawingml/2006/main" w="11219">
            <a:solidFill>
              <a:srgbClr val="243143"/>
            </a:solidFill>
            <a:prstDash val="solid"/>
          </a:ln>
        </p:spPr>
      </p:sp>
      <p:sp>
        <p:nvSpPr>
          <p:cNvPr id="1633" name="noise-stroke-311">
            <a:extLst xmlns:a="http://schemas.openxmlformats.org/drawingml/2006/main">
              <a:ext uri="{FF2B5EF4-FFF2-40B4-BE49-F238E27FC236}">
                <a16:creationId xmlns:a16="http://schemas.microsoft.com/office/drawing/2014/main" id="{F78AFA96-3C8E-4015-B657-EA1E80CC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642" y="3102312"/>
            <a:ext cx="34700" cy="39148"/>
          </a:xfrm>
          <a:custGeom xmlns:a="http://schemas.openxmlformats.org/drawingml/2006/main">
            <a:pathLst>
              <a:path w="34700" h="39148">
                <a:moveTo>
                  <a:pt x="0" y="0"/>
                </a:moveTo>
                <a:lnTo>
                  <a:pt x="34700" y="39148"/>
                </a:lnTo>
              </a:path>
            </a:pathLst>
          </a:custGeom>
          <a:noFill xmlns:a="http://schemas.openxmlformats.org/drawingml/2006/main"/>
          <a:ln xmlns:a="http://schemas.openxmlformats.org/drawingml/2006/main" w="10739">
            <a:solidFill>
              <a:srgbClr val="101722"/>
            </a:solidFill>
            <a:prstDash val="solid"/>
          </a:ln>
        </p:spPr>
      </p:sp>
      <p:sp>
        <p:nvSpPr>
          <p:cNvPr id="1634" name="noise-stroke-312">
            <a:extLst xmlns:a="http://schemas.openxmlformats.org/drawingml/2006/main">
              <a:ext uri="{FF2B5EF4-FFF2-40B4-BE49-F238E27FC236}">
                <a16:creationId xmlns:a16="http://schemas.microsoft.com/office/drawing/2014/main" id="{EB7F26B7-E121-438E-A48C-AA440E6B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525" y="2308936"/>
            <a:ext cx="22279" cy="40291"/>
          </a:xfrm>
          <a:custGeom xmlns:a="http://schemas.openxmlformats.org/drawingml/2006/main">
            <a:pathLst>
              <a:path w="22279" h="40291">
                <a:moveTo>
                  <a:pt x="22279" y="0"/>
                </a:moveTo>
                <a:lnTo>
                  <a:pt x="0" y="40291"/>
                </a:lnTo>
              </a:path>
            </a:pathLst>
          </a:custGeom>
          <a:noFill xmlns:a="http://schemas.openxmlformats.org/drawingml/2006/main"/>
          <a:ln xmlns:a="http://schemas.openxmlformats.org/drawingml/2006/main" w="10529">
            <a:solidFill>
              <a:srgbClr val="243143"/>
            </a:solidFill>
            <a:prstDash val="solid"/>
          </a:ln>
        </p:spPr>
      </p:sp>
      <p:sp>
        <p:nvSpPr>
          <p:cNvPr id="1635" name="noise-stroke-313">
            <a:extLst xmlns:a="http://schemas.openxmlformats.org/drawingml/2006/main">
              <a:ext uri="{FF2B5EF4-FFF2-40B4-BE49-F238E27FC236}">
                <a16:creationId xmlns:a16="http://schemas.microsoft.com/office/drawing/2014/main" id="{9FDA510F-B2E8-40A1-853F-D19B797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96" y="3155099"/>
            <a:ext cx="29289" cy="16478"/>
          </a:xfrm>
          <a:custGeom xmlns:a="http://schemas.openxmlformats.org/drawingml/2006/main">
            <a:pathLst>
              <a:path w="29289" h="16478">
                <a:moveTo>
                  <a:pt x="29289" y="0"/>
                </a:moveTo>
                <a:lnTo>
                  <a:pt x="0" y="16478"/>
                </a:lnTo>
              </a:path>
            </a:pathLst>
          </a:custGeom>
          <a:noFill xmlns:a="http://schemas.openxmlformats.org/drawingml/2006/main"/>
          <a:ln xmlns:a="http://schemas.openxmlformats.org/drawingml/2006/main" w="12809">
            <a:solidFill>
              <a:srgbClr val="243143"/>
            </a:solidFill>
            <a:prstDash val="solid"/>
          </a:ln>
        </p:spPr>
      </p:sp>
      <p:sp>
        <p:nvSpPr>
          <p:cNvPr id="1636" name="noise-stroke-314">
            <a:extLst xmlns:a="http://schemas.openxmlformats.org/drawingml/2006/main">
              <a:ext uri="{FF2B5EF4-FFF2-40B4-BE49-F238E27FC236}">
                <a16:creationId xmlns:a16="http://schemas.microsoft.com/office/drawing/2014/main" id="{5D9EF5A9-A1F7-4AD2-A3E2-6E520C3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882" y="3961371"/>
            <a:ext cx="50806" cy="39157"/>
          </a:xfrm>
          <a:custGeom xmlns:a="http://schemas.openxmlformats.org/drawingml/2006/main">
            <a:pathLst>
              <a:path w="50806" h="39157">
                <a:moveTo>
                  <a:pt x="50806" y="391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03">
            <a:solidFill>
              <a:srgbClr val="243143"/>
            </a:solidFill>
            <a:prstDash val="solid"/>
          </a:ln>
        </p:spPr>
      </p:sp>
      <p:sp>
        <p:nvSpPr>
          <p:cNvPr id="1637" name="noise-stroke-315">
            <a:extLst xmlns:a="http://schemas.openxmlformats.org/drawingml/2006/main">
              <a:ext uri="{FF2B5EF4-FFF2-40B4-BE49-F238E27FC236}">
                <a16:creationId xmlns:a16="http://schemas.microsoft.com/office/drawing/2014/main" id="{5CA9F82D-B33E-4869-9FD2-F406357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86" y="2443182"/>
            <a:ext cx="38586" cy="36833"/>
          </a:xfrm>
          <a:custGeom xmlns:a="http://schemas.openxmlformats.org/drawingml/2006/main">
            <a:pathLst>
              <a:path w="38586" h="36833">
                <a:moveTo>
                  <a:pt x="38586" y="36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88">
            <a:solidFill>
              <a:srgbClr val="435064"/>
            </a:solidFill>
            <a:prstDash val="solid"/>
          </a:ln>
        </p:spPr>
      </p:sp>
      <p:sp>
        <p:nvSpPr>
          <p:cNvPr id="1638" name="noise-stroke-316">
            <a:extLst xmlns:a="http://schemas.openxmlformats.org/drawingml/2006/main">
              <a:ext uri="{FF2B5EF4-FFF2-40B4-BE49-F238E27FC236}">
                <a16:creationId xmlns:a16="http://schemas.microsoft.com/office/drawing/2014/main" id="{22D4BDF5-4903-4AF6-B554-5CF4A231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96" y="2861167"/>
            <a:ext cx="32271" cy="25384"/>
          </a:xfrm>
          <a:custGeom xmlns:a="http://schemas.openxmlformats.org/drawingml/2006/main">
            <a:pathLst>
              <a:path w="32271" h="25384">
                <a:moveTo>
                  <a:pt x="32271" y="0"/>
                </a:moveTo>
                <a:lnTo>
                  <a:pt x="0" y="25384"/>
                </a:lnTo>
              </a:path>
            </a:pathLst>
          </a:custGeom>
          <a:noFill xmlns:a="http://schemas.openxmlformats.org/drawingml/2006/main"/>
          <a:ln xmlns:a="http://schemas.openxmlformats.org/drawingml/2006/main" w="8174">
            <a:solidFill>
              <a:srgbClr val="101722"/>
            </a:solidFill>
            <a:prstDash val="solid"/>
          </a:ln>
        </p:spPr>
      </p:sp>
      <p:sp>
        <p:nvSpPr>
          <p:cNvPr id="1639" name="noise-stroke-317">
            <a:extLst xmlns:a="http://schemas.openxmlformats.org/drawingml/2006/main">
              <a:ext uri="{FF2B5EF4-FFF2-40B4-BE49-F238E27FC236}">
                <a16:creationId xmlns:a16="http://schemas.microsoft.com/office/drawing/2014/main" id="{064AFE6D-ED27-448B-B434-9F5BE5C5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64" y="3932825"/>
            <a:ext cx="19221" cy="29651"/>
          </a:xfrm>
          <a:custGeom xmlns:a="http://schemas.openxmlformats.org/drawingml/2006/main">
            <a:pathLst>
              <a:path w="19221" h="29651">
                <a:moveTo>
                  <a:pt x="0" y="0"/>
                </a:moveTo>
                <a:lnTo>
                  <a:pt x="19221" y="29651"/>
                </a:lnTo>
              </a:path>
            </a:pathLst>
          </a:custGeom>
          <a:noFill xmlns:a="http://schemas.openxmlformats.org/drawingml/2006/main"/>
          <a:ln xmlns:a="http://schemas.openxmlformats.org/drawingml/2006/main" w="12345">
            <a:solidFill>
              <a:srgbClr val="243143"/>
            </a:solidFill>
            <a:prstDash val="solid"/>
          </a:ln>
        </p:spPr>
      </p:sp>
      <p:sp>
        <p:nvSpPr>
          <p:cNvPr id="1640" name="noise-stroke-318">
            <a:extLst xmlns:a="http://schemas.openxmlformats.org/drawingml/2006/main">
              <a:ext uri="{FF2B5EF4-FFF2-40B4-BE49-F238E27FC236}">
                <a16:creationId xmlns:a16="http://schemas.microsoft.com/office/drawing/2014/main" id="{3D19037D-EF9D-4229-B61B-E506F0D8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43" y="3279724"/>
            <a:ext cx="9525" cy="59274"/>
          </a:xfrm>
          <a:custGeom xmlns:a="http://schemas.openxmlformats.org/drawingml/2006/main">
            <a:pathLst>
              <a:path w="9525" h="59274">
                <a:moveTo>
                  <a:pt x="1829" y="592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7">
            <a:solidFill>
              <a:srgbClr val="101722"/>
            </a:solidFill>
            <a:prstDash val="solid"/>
          </a:ln>
        </p:spPr>
      </p:sp>
      <p:sp>
        <p:nvSpPr>
          <p:cNvPr id="1641" name="noise-stroke-319">
            <a:extLst xmlns:a="http://schemas.openxmlformats.org/drawingml/2006/main">
              <a:ext uri="{FF2B5EF4-FFF2-40B4-BE49-F238E27FC236}">
                <a16:creationId xmlns:a16="http://schemas.microsoft.com/office/drawing/2014/main" id="{83AE6EBC-3EFD-44FF-8A61-286B3837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12" y="3735648"/>
            <a:ext cx="11373" cy="52902"/>
          </a:xfrm>
          <a:custGeom xmlns:a="http://schemas.openxmlformats.org/drawingml/2006/main">
            <a:pathLst>
              <a:path w="11373" h="52902">
                <a:moveTo>
                  <a:pt x="0" y="0"/>
                </a:moveTo>
                <a:lnTo>
                  <a:pt x="11373" y="52902"/>
                </a:lnTo>
              </a:path>
            </a:pathLst>
          </a:custGeom>
          <a:noFill xmlns:a="http://schemas.openxmlformats.org/drawingml/2006/main"/>
          <a:ln xmlns:a="http://schemas.openxmlformats.org/drawingml/2006/main" w="8037">
            <a:solidFill>
              <a:srgbClr val="243143"/>
            </a:solidFill>
            <a:prstDash val="solid"/>
          </a:ln>
        </p:spPr>
      </p:sp>
      <p:sp>
        <p:nvSpPr>
          <p:cNvPr id="1642" name="noise-stroke-320">
            <a:extLst xmlns:a="http://schemas.openxmlformats.org/drawingml/2006/main">
              <a:ext uri="{FF2B5EF4-FFF2-40B4-BE49-F238E27FC236}">
                <a16:creationId xmlns:a16="http://schemas.microsoft.com/office/drawing/2014/main" id="{200894A3-EB9E-4475-93A5-5EFDE815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111" y="3855063"/>
            <a:ext cx="36462" cy="15850"/>
          </a:xfrm>
          <a:custGeom xmlns:a="http://schemas.openxmlformats.org/drawingml/2006/main">
            <a:pathLst>
              <a:path w="36462" h="15850">
                <a:moveTo>
                  <a:pt x="0" y="15850"/>
                </a:moveTo>
                <a:lnTo>
                  <a:pt x="364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11">
            <a:solidFill>
              <a:srgbClr val="101722"/>
            </a:solidFill>
            <a:prstDash val="solid"/>
          </a:ln>
        </p:spPr>
      </p:sp>
      <p:sp>
        <p:nvSpPr>
          <p:cNvPr id="1643" name="noise-stroke-321">
            <a:extLst xmlns:a="http://schemas.openxmlformats.org/drawingml/2006/main">
              <a:ext uri="{FF2B5EF4-FFF2-40B4-BE49-F238E27FC236}">
                <a16:creationId xmlns:a16="http://schemas.microsoft.com/office/drawing/2014/main" id="{9671BC84-7F5F-4892-8927-46B6CCE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461" y="3719732"/>
            <a:ext cx="13144" cy="39348"/>
          </a:xfrm>
          <a:custGeom xmlns:a="http://schemas.openxmlformats.org/drawingml/2006/main">
            <a:pathLst>
              <a:path w="13144" h="39348">
                <a:moveTo>
                  <a:pt x="0" y="0"/>
                </a:moveTo>
                <a:lnTo>
                  <a:pt x="13144" y="39348"/>
                </a:lnTo>
              </a:path>
            </a:pathLst>
          </a:custGeom>
          <a:noFill xmlns:a="http://schemas.openxmlformats.org/drawingml/2006/main"/>
          <a:ln xmlns:a="http://schemas.openxmlformats.org/drawingml/2006/main" w="8431">
            <a:solidFill>
              <a:srgbClr val="435064"/>
            </a:solidFill>
            <a:prstDash val="solid"/>
          </a:ln>
        </p:spPr>
      </p:sp>
      <p:sp>
        <p:nvSpPr>
          <p:cNvPr id="1644" name="noise-stroke-322">
            <a:extLst xmlns:a="http://schemas.openxmlformats.org/drawingml/2006/main">
              <a:ext uri="{FF2B5EF4-FFF2-40B4-BE49-F238E27FC236}">
                <a16:creationId xmlns:a16="http://schemas.microsoft.com/office/drawing/2014/main" id="{1607C1FB-2EA1-44C7-8A2B-48FD194A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18" y="3482569"/>
            <a:ext cx="23641" cy="22117"/>
          </a:xfrm>
          <a:custGeom xmlns:a="http://schemas.openxmlformats.org/drawingml/2006/main">
            <a:pathLst>
              <a:path w="23641" h="22117">
                <a:moveTo>
                  <a:pt x="0" y="0"/>
                </a:moveTo>
                <a:lnTo>
                  <a:pt x="23641" y="22117"/>
                </a:lnTo>
              </a:path>
            </a:pathLst>
          </a:custGeom>
          <a:noFill xmlns:a="http://schemas.openxmlformats.org/drawingml/2006/main"/>
          <a:ln xmlns:a="http://schemas.openxmlformats.org/drawingml/2006/main" w="11551">
            <a:solidFill>
              <a:srgbClr val="6B7685"/>
            </a:solidFill>
            <a:prstDash val="solid"/>
          </a:ln>
        </p:spPr>
      </p:sp>
      <p:sp>
        <p:nvSpPr>
          <p:cNvPr id="1645" name="noise-stroke-323">
            <a:extLst xmlns:a="http://schemas.openxmlformats.org/drawingml/2006/main">
              <a:ext uri="{FF2B5EF4-FFF2-40B4-BE49-F238E27FC236}">
                <a16:creationId xmlns:a16="http://schemas.microsoft.com/office/drawing/2014/main" id="{B11C008D-ECBC-4157-A5AC-7CC84E41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58" y="2444010"/>
            <a:ext cx="22879" cy="47034"/>
          </a:xfrm>
          <a:custGeom xmlns:a="http://schemas.openxmlformats.org/drawingml/2006/main">
            <a:pathLst>
              <a:path w="22879" h="47034">
                <a:moveTo>
                  <a:pt x="0" y="47034"/>
                </a:moveTo>
                <a:lnTo>
                  <a:pt x="228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26">
            <a:solidFill>
              <a:srgbClr val="243143"/>
            </a:solidFill>
            <a:prstDash val="solid"/>
          </a:ln>
        </p:spPr>
      </p:sp>
      <p:sp>
        <p:nvSpPr>
          <p:cNvPr id="1646" name="noise-stroke-324">
            <a:extLst xmlns:a="http://schemas.openxmlformats.org/drawingml/2006/main">
              <a:ext uri="{FF2B5EF4-FFF2-40B4-BE49-F238E27FC236}">
                <a16:creationId xmlns:a16="http://schemas.microsoft.com/office/drawing/2014/main" id="{61B79A4A-859A-48F5-8C42-8C800C0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53" y="4083358"/>
            <a:ext cx="28442" cy="23451"/>
          </a:xfrm>
          <a:custGeom xmlns:a="http://schemas.openxmlformats.org/drawingml/2006/main">
            <a:pathLst>
              <a:path w="28442" h="23451">
                <a:moveTo>
                  <a:pt x="28442" y="234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57">
            <a:solidFill>
              <a:srgbClr val="243143"/>
            </a:solidFill>
            <a:prstDash val="solid"/>
          </a:ln>
        </p:spPr>
      </p:sp>
      <p:sp>
        <p:nvSpPr>
          <p:cNvPr id="1647" name="noise-stroke-325">
            <a:extLst xmlns:a="http://schemas.openxmlformats.org/drawingml/2006/main">
              <a:ext uri="{FF2B5EF4-FFF2-40B4-BE49-F238E27FC236}">
                <a16:creationId xmlns:a16="http://schemas.microsoft.com/office/drawing/2014/main" id="{D1C0AC8B-0A15-42B0-BEED-E46A8E4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65" y="3650380"/>
            <a:ext cx="9944" cy="55702"/>
          </a:xfrm>
          <a:custGeom xmlns:a="http://schemas.openxmlformats.org/drawingml/2006/main">
            <a:pathLst>
              <a:path w="9944" h="55702">
                <a:moveTo>
                  <a:pt x="0" y="55702"/>
                </a:moveTo>
                <a:lnTo>
                  <a:pt x="99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25">
            <a:solidFill>
              <a:srgbClr val="101722"/>
            </a:solidFill>
            <a:prstDash val="solid"/>
          </a:ln>
        </p:spPr>
      </p:sp>
      <p:sp>
        <p:nvSpPr>
          <p:cNvPr id="1648" name="noise-stroke-326">
            <a:extLst xmlns:a="http://schemas.openxmlformats.org/drawingml/2006/main">
              <a:ext uri="{FF2B5EF4-FFF2-40B4-BE49-F238E27FC236}">
                <a16:creationId xmlns:a16="http://schemas.microsoft.com/office/drawing/2014/main" id="{48CCDEA7-D79C-4171-AA12-CBB37FE8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73" y="3735962"/>
            <a:ext cx="9525" cy="37243"/>
          </a:xfrm>
          <a:custGeom xmlns:a="http://schemas.openxmlformats.org/drawingml/2006/main">
            <a:pathLst>
              <a:path w="9525" h="37243">
                <a:moveTo>
                  <a:pt x="0" y="0"/>
                </a:moveTo>
                <a:lnTo>
                  <a:pt x="5820" y="37243"/>
                </a:lnTo>
              </a:path>
            </a:pathLst>
          </a:custGeom>
          <a:noFill xmlns:a="http://schemas.openxmlformats.org/drawingml/2006/main"/>
          <a:ln xmlns:a="http://schemas.openxmlformats.org/drawingml/2006/main" w="8500">
            <a:solidFill>
              <a:srgbClr val="243143"/>
            </a:solidFill>
            <a:prstDash val="solid"/>
          </a:ln>
        </p:spPr>
      </p:sp>
      <p:sp>
        <p:nvSpPr>
          <p:cNvPr id="1649" name="noise-stroke-327">
            <a:extLst xmlns:a="http://schemas.openxmlformats.org/drawingml/2006/main">
              <a:ext uri="{FF2B5EF4-FFF2-40B4-BE49-F238E27FC236}">
                <a16:creationId xmlns:a16="http://schemas.microsoft.com/office/drawing/2014/main" id="{5D8B7920-4FF0-4BF8-A4D4-058E4101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862" y="2640225"/>
            <a:ext cx="24708" cy="31671"/>
          </a:xfrm>
          <a:custGeom xmlns:a="http://schemas.openxmlformats.org/drawingml/2006/main">
            <a:pathLst>
              <a:path w="24708" h="31671">
                <a:moveTo>
                  <a:pt x="0" y="0"/>
                </a:moveTo>
                <a:lnTo>
                  <a:pt x="24708" y="31671"/>
                </a:lnTo>
              </a:path>
            </a:pathLst>
          </a:custGeom>
          <a:noFill xmlns:a="http://schemas.openxmlformats.org/drawingml/2006/main"/>
          <a:ln xmlns:a="http://schemas.openxmlformats.org/drawingml/2006/main" w="9930">
            <a:solidFill>
              <a:srgbClr val="6B7685"/>
            </a:solidFill>
            <a:prstDash val="solid"/>
          </a:ln>
        </p:spPr>
      </p:sp>
      <p:sp>
        <p:nvSpPr>
          <p:cNvPr id="1650" name="noise-stroke-328">
            <a:extLst xmlns:a="http://schemas.openxmlformats.org/drawingml/2006/main">
              <a:ext uri="{FF2B5EF4-FFF2-40B4-BE49-F238E27FC236}">
                <a16:creationId xmlns:a16="http://schemas.microsoft.com/office/drawing/2014/main" id="{A533E999-6AF1-4CAF-9B40-9CA38B4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76" y="2477710"/>
            <a:ext cx="31852" cy="51816"/>
          </a:xfrm>
          <a:custGeom xmlns:a="http://schemas.openxmlformats.org/drawingml/2006/main">
            <a:pathLst>
              <a:path w="31852" h="51816">
                <a:moveTo>
                  <a:pt x="0" y="0"/>
                </a:moveTo>
                <a:lnTo>
                  <a:pt x="31852" y="51816"/>
                </a:lnTo>
              </a:path>
            </a:pathLst>
          </a:custGeom>
          <a:noFill xmlns:a="http://schemas.openxmlformats.org/drawingml/2006/main"/>
          <a:ln xmlns:a="http://schemas.openxmlformats.org/drawingml/2006/main" w="11128">
            <a:solidFill>
              <a:srgbClr val="243143"/>
            </a:solidFill>
            <a:prstDash val="solid"/>
          </a:ln>
        </p:spPr>
      </p:sp>
      <p:sp>
        <p:nvSpPr>
          <p:cNvPr id="1651" name="noise-stroke-329">
            <a:extLst xmlns:a="http://schemas.openxmlformats.org/drawingml/2006/main">
              <a:ext uri="{FF2B5EF4-FFF2-40B4-BE49-F238E27FC236}">
                <a16:creationId xmlns:a16="http://schemas.microsoft.com/office/drawing/2014/main" id="{43FA6EED-FC47-4ACB-BA79-48010B80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761" y="2347141"/>
            <a:ext cx="37138" cy="9525"/>
          </a:xfrm>
          <a:custGeom xmlns:a="http://schemas.openxmlformats.org/drawingml/2006/main">
            <a:pathLst>
              <a:path w="37138" h="9525">
                <a:moveTo>
                  <a:pt x="0" y="0"/>
                </a:moveTo>
                <a:lnTo>
                  <a:pt x="37138" y="5353"/>
                </a:lnTo>
              </a:path>
            </a:pathLst>
          </a:custGeom>
          <a:noFill xmlns:a="http://schemas.openxmlformats.org/drawingml/2006/main"/>
          <a:ln xmlns:a="http://schemas.openxmlformats.org/drawingml/2006/main" w="9738">
            <a:solidFill>
              <a:srgbClr val="101722"/>
            </a:solidFill>
            <a:prstDash val="solid"/>
          </a:ln>
        </p:spPr>
      </p:sp>
      <p:sp>
        <p:nvSpPr>
          <p:cNvPr id="1652" name="noise-stroke-330">
            <a:extLst xmlns:a="http://schemas.openxmlformats.org/drawingml/2006/main">
              <a:ext uri="{FF2B5EF4-FFF2-40B4-BE49-F238E27FC236}">
                <a16:creationId xmlns:a16="http://schemas.microsoft.com/office/drawing/2014/main" id="{5C200578-042F-45E4-A6AE-C54873F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623" y="3505667"/>
            <a:ext cx="10801" cy="38262"/>
          </a:xfrm>
          <a:custGeom xmlns:a="http://schemas.openxmlformats.org/drawingml/2006/main">
            <a:pathLst>
              <a:path w="10801" h="38262">
                <a:moveTo>
                  <a:pt x="0" y="38262"/>
                </a:moveTo>
                <a:lnTo>
                  <a:pt x="108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71">
            <a:solidFill>
              <a:srgbClr val="6B7685"/>
            </a:solidFill>
            <a:prstDash val="solid"/>
          </a:ln>
        </p:spPr>
      </p:sp>
      <p:sp>
        <p:nvSpPr>
          <p:cNvPr id="1653" name="noise-stroke-331">
            <a:extLst xmlns:a="http://schemas.openxmlformats.org/drawingml/2006/main">
              <a:ext uri="{FF2B5EF4-FFF2-40B4-BE49-F238E27FC236}">
                <a16:creationId xmlns:a16="http://schemas.microsoft.com/office/drawing/2014/main" id="{D4E52918-7A21-413C-B04C-DC403FC4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76" y="3343656"/>
            <a:ext cx="27975" cy="26689"/>
          </a:xfrm>
          <a:custGeom xmlns:a="http://schemas.openxmlformats.org/drawingml/2006/main">
            <a:pathLst>
              <a:path w="27975" h="26689">
                <a:moveTo>
                  <a:pt x="0" y="0"/>
                </a:moveTo>
                <a:lnTo>
                  <a:pt x="27975" y="26689"/>
                </a:lnTo>
              </a:path>
            </a:pathLst>
          </a:custGeom>
          <a:noFill xmlns:a="http://schemas.openxmlformats.org/drawingml/2006/main"/>
          <a:ln xmlns:a="http://schemas.openxmlformats.org/drawingml/2006/main" w="8142">
            <a:solidFill>
              <a:srgbClr val="435064"/>
            </a:solidFill>
            <a:prstDash val="solid"/>
          </a:ln>
        </p:spPr>
      </p:sp>
      <p:sp>
        <p:nvSpPr>
          <p:cNvPr id="1654" name="noise-stroke-332">
            <a:extLst xmlns:a="http://schemas.openxmlformats.org/drawingml/2006/main">
              <a:ext uri="{FF2B5EF4-FFF2-40B4-BE49-F238E27FC236}">
                <a16:creationId xmlns:a16="http://schemas.microsoft.com/office/drawing/2014/main" id="{D6257F92-0EFD-4AF9-A6FA-A74D778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14" y="2840774"/>
            <a:ext cx="57731" cy="17374"/>
          </a:xfrm>
          <a:custGeom xmlns:a="http://schemas.openxmlformats.org/drawingml/2006/main">
            <a:pathLst>
              <a:path w="57731" h="17374">
                <a:moveTo>
                  <a:pt x="0" y="17374"/>
                </a:moveTo>
                <a:lnTo>
                  <a:pt x="577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09">
            <a:solidFill>
              <a:srgbClr val="101722"/>
            </a:solidFill>
            <a:prstDash val="solid"/>
          </a:ln>
        </p:spPr>
      </p:sp>
      <p:sp>
        <p:nvSpPr>
          <p:cNvPr id="1655" name="noise-stroke-333">
            <a:extLst xmlns:a="http://schemas.openxmlformats.org/drawingml/2006/main">
              <a:ext uri="{FF2B5EF4-FFF2-40B4-BE49-F238E27FC236}">
                <a16:creationId xmlns:a16="http://schemas.microsoft.com/office/drawing/2014/main" id="{7ECFF595-2A6C-4178-B544-B27DDD8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70" y="2720207"/>
            <a:ext cx="14907" cy="42043"/>
          </a:xfrm>
          <a:custGeom xmlns:a="http://schemas.openxmlformats.org/drawingml/2006/main">
            <a:pathLst>
              <a:path w="14907" h="42043">
                <a:moveTo>
                  <a:pt x="0" y="42043"/>
                </a:moveTo>
                <a:lnTo>
                  <a:pt x="149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30">
            <a:solidFill>
              <a:srgbClr val="243143"/>
            </a:solidFill>
            <a:prstDash val="solid"/>
          </a:ln>
        </p:spPr>
      </p:sp>
      <p:sp>
        <p:nvSpPr>
          <p:cNvPr id="1656" name="noise-stroke-334">
            <a:extLst xmlns:a="http://schemas.openxmlformats.org/drawingml/2006/main">
              <a:ext uri="{FF2B5EF4-FFF2-40B4-BE49-F238E27FC236}">
                <a16:creationId xmlns:a16="http://schemas.microsoft.com/office/drawing/2014/main" id="{532C2171-D1B0-4250-92B5-799B1B6E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82" y="3186570"/>
            <a:ext cx="9525" cy="59017"/>
          </a:xfrm>
          <a:custGeom xmlns:a="http://schemas.openxmlformats.org/drawingml/2006/main">
            <a:pathLst>
              <a:path w="9525" h="59017">
                <a:moveTo>
                  <a:pt x="8296" y="0"/>
                </a:moveTo>
                <a:lnTo>
                  <a:pt x="0" y="59017"/>
                </a:lnTo>
              </a:path>
            </a:pathLst>
          </a:custGeom>
          <a:noFill xmlns:a="http://schemas.openxmlformats.org/drawingml/2006/main"/>
          <a:ln xmlns:a="http://schemas.openxmlformats.org/drawingml/2006/main" w="9623">
            <a:solidFill>
              <a:srgbClr val="101722"/>
            </a:solidFill>
            <a:prstDash val="solid"/>
          </a:ln>
        </p:spPr>
      </p:sp>
      <p:sp>
        <p:nvSpPr>
          <p:cNvPr id="1657" name="noise-stroke-335">
            <a:extLst xmlns:a="http://schemas.openxmlformats.org/drawingml/2006/main">
              <a:ext uri="{FF2B5EF4-FFF2-40B4-BE49-F238E27FC236}">
                <a16:creationId xmlns:a16="http://schemas.microsoft.com/office/drawing/2014/main" id="{58204365-2016-4896-A5CF-97B272A6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553" y="2832868"/>
            <a:ext cx="15040" cy="43148"/>
          </a:xfrm>
          <a:custGeom xmlns:a="http://schemas.openxmlformats.org/drawingml/2006/main">
            <a:pathLst>
              <a:path w="15040" h="43148">
                <a:moveTo>
                  <a:pt x="15040" y="0"/>
                </a:moveTo>
                <a:lnTo>
                  <a:pt x="0" y="43148"/>
                </a:lnTo>
              </a:path>
            </a:pathLst>
          </a:custGeom>
          <a:noFill xmlns:a="http://schemas.openxmlformats.org/drawingml/2006/main"/>
          <a:ln xmlns:a="http://schemas.openxmlformats.org/drawingml/2006/main" w="8545">
            <a:solidFill>
              <a:srgbClr val="101722"/>
            </a:solidFill>
            <a:prstDash val="solid"/>
          </a:ln>
        </p:spPr>
      </p:sp>
      <p:sp>
        <p:nvSpPr>
          <p:cNvPr id="1658" name="noise-stroke-336">
            <a:extLst xmlns:a="http://schemas.openxmlformats.org/drawingml/2006/main">
              <a:ext uri="{FF2B5EF4-FFF2-40B4-BE49-F238E27FC236}">
                <a16:creationId xmlns:a16="http://schemas.microsoft.com/office/drawing/2014/main" id="{976FD418-28CC-4480-BD30-A72D8D00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18" y="2644273"/>
            <a:ext cx="11440" cy="26222"/>
          </a:xfrm>
          <a:custGeom xmlns:a="http://schemas.openxmlformats.org/drawingml/2006/main">
            <a:pathLst>
              <a:path w="11440" h="26222">
                <a:moveTo>
                  <a:pt x="0" y="0"/>
                </a:moveTo>
                <a:lnTo>
                  <a:pt x="11440" y="26222"/>
                </a:lnTo>
              </a:path>
            </a:pathLst>
          </a:custGeom>
          <a:noFill xmlns:a="http://schemas.openxmlformats.org/drawingml/2006/main"/>
          <a:ln xmlns:a="http://schemas.openxmlformats.org/drawingml/2006/main" w="9112">
            <a:solidFill>
              <a:srgbClr val="101722"/>
            </a:solidFill>
            <a:prstDash val="solid"/>
          </a:ln>
        </p:spPr>
      </p:sp>
      <p:sp>
        <p:nvSpPr>
          <p:cNvPr id="1659" name="noise-stroke-337">
            <a:extLst xmlns:a="http://schemas.openxmlformats.org/drawingml/2006/main">
              <a:ext uri="{FF2B5EF4-FFF2-40B4-BE49-F238E27FC236}">
                <a16:creationId xmlns:a16="http://schemas.microsoft.com/office/drawing/2014/main" id="{84597EC3-CB94-4B9B-ACC1-F241A6C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864" y="3349733"/>
            <a:ext cx="38776" cy="39005"/>
          </a:xfrm>
          <a:custGeom xmlns:a="http://schemas.openxmlformats.org/drawingml/2006/main">
            <a:pathLst>
              <a:path w="38776" h="39005">
                <a:moveTo>
                  <a:pt x="0" y="39005"/>
                </a:moveTo>
                <a:lnTo>
                  <a:pt x="387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21">
            <a:solidFill>
              <a:srgbClr val="101722"/>
            </a:solidFill>
            <a:prstDash val="solid"/>
          </a:ln>
        </p:spPr>
      </p:sp>
      <p:sp>
        <p:nvSpPr>
          <p:cNvPr id="1660" name="noise-stroke-338">
            <a:extLst xmlns:a="http://schemas.openxmlformats.org/drawingml/2006/main">
              <a:ext uri="{FF2B5EF4-FFF2-40B4-BE49-F238E27FC236}">
                <a16:creationId xmlns:a16="http://schemas.microsoft.com/office/drawing/2014/main" id="{D7FD6D83-CCF2-45A0-9623-C3E5B363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710" y="3579714"/>
            <a:ext cx="34519" cy="43377"/>
          </a:xfrm>
          <a:custGeom xmlns:a="http://schemas.openxmlformats.org/drawingml/2006/main">
            <a:pathLst>
              <a:path w="34519" h="43377">
                <a:moveTo>
                  <a:pt x="34519" y="433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81">
            <a:solidFill>
              <a:srgbClr val="101722"/>
            </a:solidFill>
            <a:prstDash val="solid"/>
          </a:ln>
        </p:spPr>
      </p:sp>
      <p:sp>
        <p:nvSpPr>
          <p:cNvPr id="1661" name="noise-stroke-339">
            <a:extLst xmlns:a="http://schemas.openxmlformats.org/drawingml/2006/main">
              <a:ext uri="{FF2B5EF4-FFF2-40B4-BE49-F238E27FC236}">
                <a16:creationId xmlns:a16="http://schemas.microsoft.com/office/drawing/2014/main" id="{EA5DF30F-2D41-4531-A55E-5DC55407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48" y="3670773"/>
            <a:ext cx="47577" cy="9525"/>
          </a:xfrm>
          <a:custGeom xmlns:a="http://schemas.openxmlformats.org/drawingml/2006/main">
            <a:pathLst>
              <a:path w="47577" h="9525">
                <a:moveTo>
                  <a:pt x="47577" y="34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98">
            <a:solidFill>
              <a:srgbClr val="101722"/>
            </a:solidFill>
            <a:prstDash val="solid"/>
          </a:ln>
        </p:spPr>
      </p:sp>
      <p:sp>
        <p:nvSpPr>
          <p:cNvPr id="1662" name="noise-stroke-340">
            <a:extLst xmlns:a="http://schemas.openxmlformats.org/drawingml/2006/main">
              <a:ext uri="{FF2B5EF4-FFF2-40B4-BE49-F238E27FC236}">
                <a16:creationId xmlns:a16="http://schemas.microsoft.com/office/drawing/2014/main" id="{67283080-6619-4649-B49F-CC6BAC6C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26" y="3048210"/>
            <a:ext cx="11811" cy="39757"/>
          </a:xfrm>
          <a:custGeom xmlns:a="http://schemas.openxmlformats.org/drawingml/2006/main">
            <a:pathLst>
              <a:path w="11811" h="39757">
                <a:moveTo>
                  <a:pt x="0" y="39757"/>
                </a:moveTo>
                <a:lnTo>
                  <a:pt x="11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10">
            <a:solidFill>
              <a:srgbClr val="435064"/>
            </a:solidFill>
            <a:prstDash val="solid"/>
          </a:ln>
        </p:spPr>
      </p:sp>
      <p:sp>
        <p:nvSpPr>
          <p:cNvPr id="1663" name="noise-stroke-341">
            <a:extLst xmlns:a="http://schemas.openxmlformats.org/drawingml/2006/main">
              <a:ext uri="{FF2B5EF4-FFF2-40B4-BE49-F238E27FC236}">
                <a16:creationId xmlns:a16="http://schemas.microsoft.com/office/drawing/2014/main" id="{FDEB62D6-8366-4361-88A6-24543A95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67" y="3429438"/>
            <a:ext cx="10735" cy="42158"/>
          </a:xfrm>
          <a:custGeom xmlns:a="http://schemas.openxmlformats.org/drawingml/2006/main">
            <a:pathLst>
              <a:path w="10735" h="42158">
                <a:moveTo>
                  <a:pt x="0" y="0"/>
                </a:moveTo>
                <a:lnTo>
                  <a:pt x="10735" y="42158"/>
                </a:lnTo>
              </a:path>
            </a:pathLst>
          </a:custGeom>
          <a:noFill xmlns:a="http://schemas.openxmlformats.org/drawingml/2006/main"/>
          <a:ln xmlns:a="http://schemas.openxmlformats.org/drawingml/2006/main" w="9210">
            <a:solidFill>
              <a:srgbClr val="6B7685"/>
            </a:solidFill>
            <a:prstDash val="solid"/>
          </a:ln>
        </p:spPr>
      </p:sp>
      <p:sp>
        <p:nvSpPr>
          <p:cNvPr id="1664" name="noise-stroke-342">
            <a:extLst xmlns:a="http://schemas.openxmlformats.org/drawingml/2006/main">
              <a:ext uri="{FF2B5EF4-FFF2-40B4-BE49-F238E27FC236}">
                <a16:creationId xmlns:a16="http://schemas.microsoft.com/office/drawing/2014/main" id="{9735A3FF-3D22-4699-A262-8C151D2D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55" y="2617356"/>
            <a:ext cx="11011" cy="47835"/>
          </a:xfrm>
          <a:custGeom xmlns:a="http://schemas.openxmlformats.org/drawingml/2006/main">
            <a:pathLst>
              <a:path w="11011" h="47835">
                <a:moveTo>
                  <a:pt x="11011" y="478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41">
            <a:solidFill>
              <a:srgbClr val="243143"/>
            </a:solidFill>
            <a:prstDash val="solid"/>
          </a:ln>
        </p:spPr>
      </p:sp>
      <p:sp>
        <p:nvSpPr>
          <p:cNvPr id="1665" name="noise-stroke-343">
            <a:extLst xmlns:a="http://schemas.openxmlformats.org/drawingml/2006/main">
              <a:ext uri="{FF2B5EF4-FFF2-40B4-BE49-F238E27FC236}">
                <a16:creationId xmlns:a16="http://schemas.microsoft.com/office/drawing/2014/main" id="{7922EF94-32CE-4EA6-9945-B5BE0073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86" y="3849043"/>
            <a:ext cx="41834" cy="34604"/>
          </a:xfrm>
          <a:custGeom xmlns:a="http://schemas.openxmlformats.org/drawingml/2006/main">
            <a:pathLst>
              <a:path w="41834" h="34604">
                <a:moveTo>
                  <a:pt x="41834" y="0"/>
                </a:moveTo>
                <a:lnTo>
                  <a:pt x="0" y="34604"/>
                </a:lnTo>
              </a:path>
            </a:pathLst>
          </a:custGeom>
          <a:noFill xmlns:a="http://schemas.openxmlformats.org/drawingml/2006/main"/>
          <a:ln xmlns:a="http://schemas.openxmlformats.org/drawingml/2006/main" w="9926">
            <a:solidFill>
              <a:srgbClr val="101722"/>
            </a:solidFill>
            <a:prstDash val="solid"/>
          </a:ln>
        </p:spPr>
      </p:sp>
      <p:sp>
        <p:nvSpPr>
          <p:cNvPr id="1666" name="noise-stroke-344">
            <a:extLst xmlns:a="http://schemas.openxmlformats.org/drawingml/2006/main">
              <a:ext uri="{FF2B5EF4-FFF2-40B4-BE49-F238E27FC236}">
                <a16:creationId xmlns:a16="http://schemas.microsoft.com/office/drawing/2014/main" id="{4E4C8DD7-FE64-4EE1-8AA8-CABF6BD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115" y="2271932"/>
            <a:ext cx="50702" cy="26508"/>
          </a:xfrm>
          <a:custGeom xmlns:a="http://schemas.openxmlformats.org/drawingml/2006/main">
            <a:pathLst>
              <a:path w="50702" h="26508">
                <a:moveTo>
                  <a:pt x="50702" y="0"/>
                </a:moveTo>
                <a:lnTo>
                  <a:pt x="0" y="26508"/>
                </a:lnTo>
              </a:path>
            </a:pathLst>
          </a:custGeom>
          <a:noFill xmlns:a="http://schemas.openxmlformats.org/drawingml/2006/main"/>
          <a:ln xmlns:a="http://schemas.openxmlformats.org/drawingml/2006/main" w="10141">
            <a:solidFill>
              <a:srgbClr val="6B7685"/>
            </a:solidFill>
            <a:prstDash val="solid"/>
          </a:ln>
        </p:spPr>
      </p:sp>
      <p:sp>
        <p:nvSpPr>
          <p:cNvPr id="1667" name="noise-stroke-345">
            <a:extLst xmlns:a="http://schemas.openxmlformats.org/drawingml/2006/main">
              <a:ext uri="{FF2B5EF4-FFF2-40B4-BE49-F238E27FC236}">
                <a16:creationId xmlns:a16="http://schemas.microsoft.com/office/drawing/2014/main" id="{5077CED2-2138-4B10-BEDF-37400F98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11" y="3954456"/>
            <a:ext cx="47092" cy="38233"/>
          </a:xfrm>
          <a:custGeom xmlns:a="http://schemas.openxmlformats.org/drawingml/2006/main">
            <a:pathLst>
              <a:path w="47092" h="38233">
                <a:moveTo>
                  <a:pt x="0" y="0"/>
                </a:moveTo>
                <a:lnTo>
                  <a:pt x="47092" y="38233"/>
                </a:lnTo>
              </a:path>
            </a:pathLst>
          </a:custGeom>
          <a:noFill xmlns:a="http://schemas.openxmlformats.org/drawingml/2006/main"/>
          <a:ln xmlns:a="http://schemas.openxmlformats.org/drawingml/2006/main" w="9049">
            <a:solidFill>
              <a:srgbClr val="435064"/>
            </a:solidFill>
            <a:prstDash val="solid"/>
          </a:ln>
        </p:spPr>
      </p:sp>
      <p:sp>
        <p:nvSpPr>
          <p:cNvPr id="1668" name="noise-stroke-346">
            <a:extLst xmlns:a="http://schemas.openxmlformats.org/drawingml/2006/main">
              <a:ext uri="{FF2B5EF4-FFF2-40B4-BE49-F238E27FC236}">
                <a16:creationId xmlns:a16="http://schemas.microsoft.com/office/drawing/2014/main" id="{496C3EB0-7DFA-4731-B08E-E5878B5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4" y="2378612"/>
            <a:ext cx="21384" cy="29185"/>
          </a:xfrm>
          <a:custGeom xmlns:a="http://schemas.openxmlformats.org/drawingml/2006/main">
            <a:pathLst>
              <a:path w="21384" h="29185">
                <a:moveTo>
                  <a:pt x="21384" y="291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42">
            <a:solidFill>
              <a:srgbClr val="243143"/>
            </a:solidFill>
            <a:prstDash val="solid"/>
          </a:ln>
        </p:spPr>
      </p:sp>
      <p:sp>
        <p:nvSpPr>
          <p:cNvPr id="1669" name="noise-stroke-347">
            <a:extLst xmlns:a="http://schemas.openxmlformats.org/drawingml/2006/main">
              <a:ext uri="{FF2B5EF4-FFF2-40B4-BE49-F238E27FC236}">
                <a16:creationId xmlns:a16="http://schemas.microsoft.com/office/drawing/2014/main" id="{3C9D6BDF-28A4-4C42-924A-FF88A688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54" y="3791321"/>
            <a:ext cx="40967" cy="9525"/>
          </a:xfrm>
          <a:custGeom xmlns:a="http://schemas.openxmlformats.org/drawingml/2006/main">
            <a:pathLst>
              <a:path w="40967" h="9525">
                <a:moveTo>
                  <a:pt x="40967" y="0"/>
                </a:moveTo>
                <a:lnTo>
                  <a:pt x="0" y="1419"/>
                </a:lnTo>
              </a:path>
            </a:pathLst>
          </a:custGeom>
          <a:noFill xmlns:a="http://schemas.openxmlformats.org/drawingml/2006/main"/>
          <a:ln xmlns:a="http://schemas.openxmlformats.org/drawingml/2006/main" w="8389">
            <a:solidFill>
              <a:srgbClr val="101722"/>
            </a:solidFill>
            <a:prstDash val="solid"/>
          </a:ln>
        </p:spPr>
      </p:sp>
      <p:sp>
        <p:nvSpPr>
          <p:cNvPr id="1670" name="noise-stroke-348">
            <a:extLst xmlns:a="http://schemas.openxmlformats.org/drawingml/2006/main">
              <a:ext uri="{FF2B5EF4-FFF2-40B4-BE49-F238E27FC236}">
                <a16:creationId xmlns:a16="http://schemas.microsoft.com/office/drawing/2014/main" id="{F8963AD9-B361-45E6-B441-480EF1F0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03" y="3303927"/>
            <a:ext cx="18421" cy="24032"/>
          </a:xfrm>
          <a:custGeom xmlns:a="http://schemas.openxmlformats.org/drawingml/2006/main">
            <a:pathLst>
              <a:path w="18421" h="24032">
                <a:moveTo>
                  <a:pt x="18421" y="240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77">
            <a:solidFill>
              <a:srgbClr val="101722"/>
            </a:solidFill>
            <a:prstDash val="solid"/>
          </a:ln>
        </p:spPr>
      </p:sp>
      <p:sp>
        <p:nvSpPr>
          <p:cNvPr id="1671" name="noise-stroke-349">
            <a:extLst xmlns:a="http://schemas.openxmlformats.org/drawingml/2006/main">
              <a:ext uri="{FF2B5EF4-FFF2-40B4-BE49-F238E27FC236}">
                <a16:creationId xmlns:a16="http://schemas.microsoft.com/office/drawing/2014/main" id="{05FA9B41-A7B1-43DD-85CF-599977C3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00" y="2620947"/>
            <a:ext cx="41777" cy="26346"/>
          </a:xfrm>
          <a:custGeom xmlns:a="http://schemas.openxmlformats.org/drawingml/2006/main">
            <a:pathLst>
              <a:path w="41777" h="26346">
                <a:moveTo>
                  <a:pt x="0" y="0"/>
                </a:moveTo>
                <a:lnTo>
                  <a:pt x="41777" y="26346"/>
                </a:lnTo>
              </a:path>
            </a:pathLst>
          </a:custGeom>
          <a:noFill xmlns:a="http://schemas.openxmlformats.org/drawingml/2006/main"/>
          <a:ln xmlns:a="http://schemas.openxmlformats.org/drawingml/2006/main" w="11767">
            <a:solidFill>
              <a:srgbClr val="435064"/>
            </a:solidFill>
            <a:prstDash val="solid"/>
          </a:ln>
        </p:spPr>
      </p:sp>
      <p:sp>
        <p:nvSpPr>
          <p:cNvPr id="1672" name="noise-stroke-350">
            <a:extLst xmlns:a="http://schemas.openxmlformats.org/drawingml/2006/main">
              <a:ext uri="{FF2B5EF4-FFF2-40B4-BE49-F238E27FC236}">
                <a16:creationId xmlns:a16="http://schemas.microsoft.com/office/drawing/2014/main" id="{C4A2345A-7E1E-4865-B335-FE9AE7A3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585" y="3058839"/>
            <a:ext cx="59569" cy="13602"/>
          </a:xfrm>
          <a:custGeom xmlns:a="http://schemas.openxmlformats.org/drawingml/2006/main">
            <a:pathLst>
              <a:path w="59569" h="13602">
                <a:moveTo>
                  <a:pt x="0" y="0"/>
                </a:moveTo>
                <a:lnTo>
                  <a:pt x="59569" y="13602"/>
                </a:lnTo>
              </a:path>
            </a:pathLst>
          </a:custGeom>
          <a:noFill xmlns:a="http://schemas.openxmlformats.org/drawingml/2006/main"/>
          <a:ln xmlns:a="http://schemas.openxmlformats.org/drawingml/2006/main" w="11338">
            <a:solidFill>
              <a:srgbClr val="101722"/>
            </a:solidFill>
            <a:prstDash val="solid"/>
          </a:ln>
        </p:spPr>
      </p:sp>
      <p:sp>
        <p:nvSpPr>
          <p:cNvPr id="1673" name="noise-stroke-351">
            <a:extLst xmlns:a="http://schemas.openxmlformats.org/drawingml/2006/main">
              <a:ext uri="{FF2B5EF4-FFF2-40B4-BE49-F238E27FC236}">
                <a16:creationId xmlns:a16="http://schemas.microsoft.com/office/drawing/2014/main" id="{B65F4047-310C-4B26-9836-A6FEB4A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23" y="2485292"/>
            <a:ext cx="47816" cy="27927"/>
          </a:xfrm>
          <a:custGeom xmlns:a="http://schemas.openxmlformats.org/drawingml/2006/main">
            <a:pathLst>
              <a:path w="47816" h="27927">
                <a:moveTo>
                  <a:pt x="0" y="0"/>
                </a:moveTo>
                <a:lnTo>
                  <a:pt x="47816" y="27927"/>
                </a:lnTo>
              </a:path>
            </a:pathLst>
          </a:custGeom>
          <a:noFill xmlns:a="http://schemas.openxmlformats.org/drawingml/2006/main"/>
          <a:ln xmlns:a="http://schemas.openxmlformats.org/drawingml/2006/main" w="11660">
            <a:solidFill>
              <a:srgbClr val="101722"/>
            </a:solidFill>
            <a:prstDash val="solid"/>
          </a:ln>
        </p:spPr>
      </p:sp>
      <p:sp>
        <p:nvSpPr>
          <p:cNvPr id="1674" name="noise-stroke-352">
            <a:extLst xmlns:a="http://schemas.openxmlformats.org/drawingml/2006/main">
              <a:ext uri="{FF2B5EF4-FFF2-40B4-BE49-F238E27FC236}">
                <a16:creationId xmlns:a16="http://schemas.microsoft.com/office/drawing/2014/main" id="{57DBCB07-6D5C-4FED-A9A0-EF67896C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55" y="3686032"/>
            <a:ext cx="16821" cy="40234"/>
          </a:xfrm>
          <a:custGeom xmlns:a="http://schemas.openxmlformats.org/drawingml/2006/main">
            <a:pathLst>
              <a:path w="16821" h="40234">
                <a:moveTo>
                  <a:pt x="0" y="0"/>
                </a:moveTo>
                <a:lnTo>
                  <a:pt x="16821" y="40234"/>
                </a:lnTo>
              </a:path>
            </a:pathLst>
          </a:custGeom>
          <a:noFill xmlns:a="http://schemas.openxmlformats.org/drawingml/2006/main"/>
          <a:ln xmlns:a="http://schemas.openxmlformats.org/drawingml/2006/main" w="9963">
            <a:solidFill>
              <a:srgbClr val="101722"/>
            </a:solidFill>
            <a:prstDash val="solid"/>
          </a:ln>
        </p:spPr>
      </p:sp>
      <p:sp>
        <p:nvSpPr>
          <p:cNvPr id="1675" name="noise-stroke-353">
            <a:extLst xmlns:a="http://schemas.openxmlformats.org/drawingml/2006/main">
              <a:ext uri="{FF2B5EF4-FFF2-40B4-BE49-F238E27FC236}">
                <a16:creationId xmlns:a16="http://schemas.microsoft.com/office/drawing/2014/main" id="{94FD2B9B-C0A0-41B3-9FD1-C7A2FAC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12" y="2346474"/>
            <a:ext cx="39052" cy="17945"/>
          </a:xfrm>
          <a:custGeom xmlns:a="http://schemas.openxmlformats.org/drawingml/2006/main">
            <a:pathLst>
              <a:path w="39052" h="17945">
                <a:moveTo>
                  <a:pt x="0" y="0"/>
                </a:moveTo>
                <a:lnTo>
                  <a:pt x="39052" y="17945"/>
                </a:lnTo>
              </a:path>
            </a:pathLst>
          </a:custGeom>
          <a:noFill xmlns:a="http://schemas.openxmlformats.org/drawingml/2006/main"/>
          <a:ln xmlns:a="http://schemas.openxmlformats.org/drawingml/2006/main" w="9739">
            <a:solidFill>
              <a:srgbClr val="101722"/>
            </a:solidFill>
            <a:prstDash val="solid"/>
          </a:ln>
        </p:spPr>
      </p:sp>
      <p:sp>
        <p:nvSpPr>
          <p:cNvPr id="1676" name="noise-stroke-354">
            <a:extLst xmlns:a="http://schemas.openxmlformats.org/drawingml/2006/main">
              <a:ext uri="{FF2B5EF4-FFF2-40B4-BE49-F238E27FC236}">
                <a16:creationId xmlns:a16="http://schemas.microsoft.com/office/drawing/2014/main" id="{F6A76E6E-FDAA-4131-A322-51AB5CFC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80" y="2407758"/>
            <a:ext cx="23393" cy="54254"/>
          </a:xfrm>
          <a:custGeom xmlns:a="http://schemas.openxmlformats.org/drawingml/2006/main">
            <a:pathLst>
              <a:path w="23393" h="54254">
                <a:moveTo>
                  <a:pt x="0" y="0"/>
                </a:moveTo>
                <a:lnTo>
                  <a:pt x="23393" y="54254"/>
                </a:lnTo>
              </a:path>
            </a:pathLst>
          </a:custGeom>
          <a:noFill xmlns:a="http://schemas.openxmlformats.org/drawingml/2006/main"/>
          <a:ln xmlns:a="http://schemas.openxmlformats.org/drawingml/2006/main" w="7658">
            <a:solidFill>
              <a:srgbClr val="101722"/>
            </a:solidFill>
            <a:prstDash val="solid"/>
          </a:ln>
        </p:spPr>
      </p:sp>
      <p:sp>
        <p:nvSpPr>
          <p:cNvPr id="1677" name="noise-stroke-355">
            <a:extLst xmlns:a="http://schemas.openxmlformats.org/drawingml/2006/main">
              <a:ext uri="{FF2B5EF4-FFF2-40B4-BE49-F238E27FC236}">
                <a16:creationId xmlns:a16="http://schemas.microsoft.com/office/drawing/2014/main" id="{1AA86AA0-4116-4DE7-800E-C9C18B62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71" y="4059869"/>
            <a:ext cx="34300" cy="22669"/>
          </a:xfrm>
          <a:custGeom xmlns:a="http://schemas.openxmlformats.org/drawingml/2006/main">
            <a:pathLst>
              <a:path w="34300" h="22669">
                <a:moveTo>
                  <a:pt x="34300" y="0"/>
                </a:moveTo>
                <a:lnTo>
                  <a:pt x="0" y="22669"/>
                </a:lnTo>
              </a:path>
            </a:pathLst>
          </a:custGeom>
          <a:noFill xmlns:a="http://schemas.openxmlformats.org/drawingml/2006/main"/>
          <a:ln xmlns:a="http://schemas.openxmlformats.org/drawingml/2006/main" w="9070">
            <a:solidFill>
              <a:srgbClr val="6B7685"/>
            </a:solidFill>
            <a:prstDash val="solid"/>
          </a:ln>
        </p:spPr>
      </p:sp>
      <p:sp>
        <p:nvSpPr>
          <p:cNvPr id="1678" name="noise-stroke-356">
            <a:extLst xmlns:a="http://schemas.openxmlformats.org/drawingml/2006/main">
              <a:ext uri="{FF2B5EF4-FFF2-40B4-BE49-F238E27FC236}">
                <a16:creationId xmlns:a16="http://schemas.microsoft.com/office/drawing/2014/main" id="{85E79EDD-871D-40D2-9A39-D579C53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2" y="2909983"/>
            <a:ext cx="50854" cy="9525"/>
          </a:xfrm>
          <a:custGeom xmlns:a="http://schemas.openxmlformats.org/drawingml/2006/main">
            <a:pathLst>
              <a:path w="50854" h="9525">
                <a:moveTo>
                  <a:pt x="50854" y="0"/>
                </a:moveTo>
                <a:lnTo>
                  <a:pt x="0" y="8925"/>
                </a:lnTo>
              </a:path>
            </a:pathLst>
          </a:custGeom>
          <a:noFill xmlns:a="http://schemas.openxmlformats.org/drawingml/2006/main"/>
          <a:ln xmlns:a="http://schemas.openxmlformats.org/drawingml/2006/main" w="11023">
            <a:solidFill>
              <a:srgbClr val="243143"/>
            </a:solidFill>
            <a:prstDash val="solid"/>
          </a:ln>
        </p:spPr>
      </p:sp>
      <p:sp>
        <p:nvSpPr>
          <p:cNvPr id="1679" name="noise-stroke-357">
            <a:extLst xmlns:a="http://schemas.openxmlformats.org/drawingml/2006/main">
              <a:ext uri="{FF2B5EF4-FFF2-40B4-BE49-F238E27FC236}">
                <a16:creationId xmlns:a16="http://schemas.microsoft.com/office/drawing/2014/main" id="{4DC16335-BD57-4CA5-8830-117CFF62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20" y="3381346"/>
            <a:ext cx="22479" cy="41015"/>
          </a:xfrm>
          <a:custGeom xmlns:a="http://schemas.openxmlformats.org/drawingml/2006/main">
            <a:pathLst>
              <a:path w="22479" h="41015">
                <a:moveTo>
                  <a:pt x="22479" y="0"/>
                </a:moveTo>
                <a:lnTo>
                  <a:pt x="0" y="41015"/>
                </a:lnTo>
              </a:path>
            </a:pathLst>
          </a:custGeom>
          <a:noFill xmlns:a="http://schemas.openxmlformats.org/drawingml/2006/main"/>
          <a:ln xmlns:a="http://schemas.openxmlformats.org/drawingml/2006/main" w="11761">
            <a:solidFill>
              <a:srgbClr val="435064"/>
            </a:solidFill>
            <a:prstDash val="solid"/>
          </a:ln>
        </p:spPr>
      </p:sp>
      <p:sp>
        <p:nvSpPr>
          <p:cNvPr id="1680" name="noise-stroke-358">
            <a:extLst xmlns:a="http://schemas.openxmlformats.org/drawingml/2006/main">
              <a:ext uri="{FF2B5EF4-FFF2-40B4-BE49-F238E27FC236}">
                <a16:creationId xmlns:a16="http://schemas.microsoft.com/office/drawing/2014/main" id="{23D66454-37A6-4664-A9D1-AEC3F7D6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04" y="3578714"/>
            <a:ext cx="9525" cy="36986"/>
          </a:xfrm>
          <a:custGeom xmlns:a="http://schemas.openxmlformats.org/drawingml/2006/main">
            <a:pathLst>
              <a:path w="9525" h="36986">
                <a:moveTo>
                  <a:pt x="0" y="36986"/>
                </a:moveTo>
                <a:lnTo>
                  <a:pt x="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31">
            <a:solidFill>
              <a:srgbClr val="243143"/>
            </a:solidFill>
            <a:prstDash val="solid"/>
          </a:ln>
        </p:spPr>
      </p:sp>
      <p:sp>
        <p:nvSpPr>
          <p:cNvPr id="1681" name="noise-stroke-359">
            <a:extLst xmlns:a="http://schemas.openxmlformats.org/drawingml/2006/main">
              <a:ext uri="{FF2B5EF4-FFF2-40B4-BE49-F238E27FC236}">
                <a16:creationId xmlns:a16="http://schemas.microsoft.com/office/drawing/2014/main" id="{0BFBA1C6-F9D3-4D44-B342-C47BE69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720" y="2572055"/>
            <a:ext cx="9525" cy="40186"/>
          </a:xfrm>
          <a:custGeom xmlns:a="http://schemas.openxmlformats.org/drawingml/2006/main">
            <a:pathLst>
              <a:path w="9525" h="40186">
                <a:moveTo>
                  <a:pt x="2334" y="401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08">
            <a:solidFill>
              <a:srgbClr val="101722"/>
            </a:solidFill>
            <a:prstDash val="solid"/>
          </a:ln>
        </p:spPr>
      </p:sp>
      <p:sp>
        <p:nvSpPr>
          <p:cNvPr id="1682" name="noise-stroke-360">
            <a:extLst xmlns:a="http://schemas.openxmlformats.org/drawingml/2006/main">
              <a:ext uri="{FF2B5EF4-FFF2-40B4-BE49-F238E27FC236}">
                <a16:creationId xmlns:a16="http://schemas.microsoft.com/office/drawing/2014/main" id="{1DC5C9FB-DDCE-439E-863B-6A2817D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90" y="3049410"/>
            <a:ext cx="11963" cy="43148"/>
          </a:xfrm>
          <a:custGeom xmlns:a="http://schemas.openxmlformats.org/drawingml/2006/main">
            <a:pathLst>
              <a:path w="11963" h="43148">
                <a:moveTo>
                  <a:pt x="11963" y="431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72">
            <a:solidFill>
              <a:srgbClr val="101722"/>
            </a:solidFill>
            <a:prstDash val="solid"/>
          </a:ln>
        </p:spPr>
      </p:sp>
      <p:sp>
        <p:nvSpPr>
          <p:cNvPr id="1683" name="noise-stroke-361">
            <a:extLst xmlns:a="http://schemas.openxmlformats.org/drawingml/2006/main">
              <a:ext uri="{FF2B5EF4-FFF2-40B4-BE49-F238E27FC236}">
                <a16:creationId xmlns:a16="http://schemas.microsoft.com/office/drawing/2014/main" id="{981B1E62-A9AB-478C-83BB-8CC3097C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553" y="3163881"/>
            <a:ext cx="32004" cy="44367"/>
          </a:xfrm>
          <a:custGeom xmlns:a="http://schemas.openxmlformats.org/drawingml/2006/main">
            <a:pathLst>
              <a:path w="32004" h="44367">
                <a:moveTo>
                  <a:pt x="32004" y="0"/>
                </a:moveTo>
                <a:lnTo>
                  <a:pt x="0" y="44367"/>
                </a:lnTo>
              </a:path>
            </a:pathLst>
          </a:custGeom>
          <a:noFill xmlns:a="http://schemas.openxmlformats.org/drawingml/2006/main"/>
          <a:ln xmlns:a="http://schemas.openxmlformats.org/drawingml/2006/main" w="10731">
            <a:solidFill>
              <a:srgbClr val="101722"/>
            </a:solidFill>
            <a:prstDash val="solid"/>
          </a:ln>
        </p:spPr>
      </p:sp>
      <p:sp>
        <p:nvSpPr>
          <p:cNvPr id="1684" name="noise-stroke-362">
            <a:extLst xmlns:a="http://schemas.openxmlformats.org/drawingml/2006/main">
              <a:ext uri="{FF2B5EF4-FFF2-40B4-BE49-F238E27FC236}">
                <a16:creationId xmlns:a16="http://schemas.microsoft.com/office/drawing/2014/main" id="{89298E61-2B87-404A-B197-A75890AB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0" y="2931081"/>
            <a:ext cx="24174" cy="20345"/>
          </a:xfrm>
          <a:custGeom xmlns:a="http://schemas.openxmlformats.org/drawingml/2006/main">
            <a:pathLst>
              <a:path w="24174" h="20345">
                <a:moveTo>
                  <a:pt x="0" y="0"/>
                </a:moveTo>
                <a:lnTo>
                  <a:pt x="24174" y="20345"/>
                </a:lnTo>
              </a:path>
            </a:pathLst>
          </a:custGeom>
          <a:noFill xmlns:a="http://schemas.openxmlformats.org/drawingml/2006/main"/>
          <a:ln xmlns:a="http://schemas.openxmlformats.org/drawingml/2006/main" w="11331">
            <a:solidFill>
              <a:srgbClr val="243143"/>
            </a:solidFill>
            <a:prstDash val="solid"/>
          </a:ln>
        </p:spPr>
      </p:sp>
      <p:sp>
        <p:nvSpPr>
          <p:cNvPr id="1685" name="noise-stroke-363">
            <a:extLst xmlns:a="http://schemas.openxmlformats.org/drawingml/2006/main">
              <a:ext uri="{FF2B5EF4-FFF2-40B4-BE49-F238E27FC236}">
                <a16:creationId xmlns:a16="http://schemas.microsoft.com/office/drawing/2014/main" id="{A7B5751F-0185-4296-BCAA-8E72198E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53" y="2112921"/>
            <a:ext cx="31537" cy="37195"/>
          </a:xfrm>
          <a:custGeom xmlns:a="http://schemas.openxmlformats.org/drawingml/2006/main">
            <a:pathLst>
              <a:path w="31537" h="37195">
                <a:moveTo>
                  <a:pt x="0" y="37195"/>
                </a:moveTo>
                <a:lnTo>
                  <a:pt x="315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99">
            <a:solidFill>
              <a:srgbClr val="101722"/>
            </a:solidFill>
            <a:prstDash val="solid"/>
          </a:ln>
        </p:spPr>
      </p:sp>
      <p:sp>
        <p:nvSpPr>
          <p:cNvPr id="1686" name="noise-stroke-364">
            <a:extLst xmlns:a="http://schemas.openxmlformats.org/drawingml/2006/main">
              <a:ext uri="{FF2B5EF4-FFF2-40B4-BE49-F238E27FC236}">
                <a16:creationId xmlns:a16="http://schemas.microsoft.com/office/drawing/2014/main" id="{16C25E24-ACBC-4D3B-AFA0-3F69C018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514" y="3687661"/>
            <a:ext cx="18936" cy="30585"/>
          </a:xfrm>
          <a:custGeom xmlns:a="http://schemas.openxmlformats.org/drawingml/2006/main">
            <a:pathLst>
              <a:path w="18936" h="30585">
                <a:moveTo>
                  <a:pt x="0" y="0"/>
                </a:moveTo>
                <a:lnTo>
                  <a:pt x="18936" y="30585"/>
                </a:lnTo>
              </a:path>
            </a:pathLst>
          </a:custGeom>
          <a:noFill xmlns:a="http://schemas.openxmlformats.org/drawingml/2006/main"/>
          <a:ln xmlns:a="http://schemas.openxmlformats.org/drawingml/2006/main" w="8873">
            <a:solidFill>
              <a:srgbClr val="243143"/>
            </a:solidFill>
            <a:prstDash val="solid"/>
          </a:ln>
        </p:spPr>
      </p:sp>
      <p:sp>
        <p:nvSpPr>
          <p:cNvPr id="1687" name="noise-stroke-365">
            <a:extLst xmlns:a="http://schemas.openxmlformats.org/drawingml/2006/main">
              <a:ext uri="{FF2B5EF4-FFF2-40B4-BE49-F238E27FC236}">
                <a16:creationId xmlns:a16="http://schemas.microsoft.com/office/drawing/2014/main" id="{06C1AD7D-7B5F-4B84-ACD4-7DCBEA4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72" y="2616317"/>
            <a:ext cx="32756" cy="54445"/>
          </a:xfrm>
          <a:custGeom xmlns:a="http://schemas.openxmlformats.org/drawingml/2006/main">
            <a:pathLst>
              <a:path w="32756" h="54445">
                <a:moveTo>
                  <a:pt x="0" y="0"/>
                </a:moveTo>
                <a:lnTo>
                  <a:pt x="32756" y="54445"/>
                </a:lnTo>
              </a:path>
            </a:pathLst>
          </a:custGeom>
          <a:noFill xmlns:a="http://schemas.openxmlformats.org/drawingml/2006/main"/>
          <a:ln xmlns:a="http://schemas.openxmlformats.org/drawingml/2006/main" w="8189">
            <a:solidFill>
              <a:srgbClr val="101722"/>
            </a:solidFill>
            <a:prstDash val="solid"/>
          </a:ln>
        </p:spPr>
      </p:sp>
      <p:sp>
        <p:nvSpPr>
          <p:cNvPr id="1688" name="noise-stroke-366">
            <a:extLst xmlns:a="http://schemas.openxmlformats.org/drawingml/2006/main">
              <a:ext uri="{FF2B5EF4-FFF2-40B4-BE49-F238E27FC236}">
                <a16:creationId xmlns:a16="http://schemas.microsoft.com/office/drawing/2014/main" id="{DE64BB95-EB4A-4A0D-A7FB-D95AD7E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000" y="2832849"/>
            <a:ext cx="19183" cy="51987"/>
          </a:xfrm>
          <a:custGeom xmlns:a="http://schemas.openxmlformats.org/drawingml/2006/main">
            <a:pathLst>
              <a:path w="19183" h="51987">
                <a:moveTo>
                  <a:pt x="19183" y="519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00">
            <a:solidFill>
              <a:srgbClr val="243143"/>
            </a:solidFill>
            <a:prstDash val="solid"/>
          </a:ln>
        </p:spPr>
      </p:sp>
      <p:sp>
        <p:nvSpPr>
          <p:cNvPr id="1689" name="noise-stroke-367">
            <a:extLst xmlns:a="http://schemas.openxmlformats.org/drawingml/2006/main">
              <a:ext uri="{FF2B5EF4-FFF2-40B4-BE49-F238E27FC236}">
                <a16:creationId xmlns:a16="http://schemas.microsoft.com/office/drawing/2014/main" id="{8EED3724-5891-4D84-9004-5D08C8C7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06710"/>
            <a:ext cx="40148" cy="39262"/>
          </a:xfrm>
          <a:custGeom xmlns:a="http://schemas.openxmlformats.org/drawingml/2006/main">
            <a:pathLst>
              <a:path w="40148" h="39262">
                <a:moveTo>
                  <a:pt x="0" y="39262"/>
                </a:moveTo>
                <a:lnTo>
                  <a:pt x="401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53">
            <a:solidFill>
              <a:srgbClr val="243143"/>
            </a:solidFill>
            <a:prstDash val="solid"/>
          </a:ln>
        </p:spPr>
      </p:sp>
      <p:sp>
        <p:nvSpPr>
          <p:cNvPr id="1690" name="noise-stroke-368">
            <a:extLst xmlns:a="http://schemas.openxmlformats.org/drawingml/2006/main">
              <a:ext uri="{FF2B5EF4-FFF2-40B4-BE49-F238E27FC236}">
                <a16:creationId xmlns:a16="http://schemas.microsoft.com/office/drawing/2014/main" id="{A2F604A1-A598-42E3-ACC1-105DB9CE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2" y="3623158"/>
            <a:ext cx="19117" cy="40396"/>
          </a:xfrm>
          <a:custGeom xmlns:a="http://schemas.openxmlformats.org/drawingml/2006/main">
            <a:pathLst>
              <a:path w="19117" h="40396">
                <a:moveTo>
                  <a:pt x="0" y="0"/>
                </a:moveTo>
                <a:lnTo>
                  <a:pt x="19117" y="40396"/>
                </a:lnTo>
              </a:path>
            </a:pathLst>
          </a:custGeom>
          <a:noFill xmlns:a="http://schemas.openxmlformats.org/drawingml/2006/main"/>
          <a:ln xmlns:a="http://schemas.openxmlformats.org/drawingml/2006/main" w="11592">
            <a:solidFill>
              <a:srgbClr val="243143"/>
            </a:solidFill>
            <a:prstDash val="solid"/>
          </a:ln>
        </p:spPr>
      </p:sp>
      <p:sp>
        <p:nvSpPr>
          <p:cNvPr id="1691" name="noise-stroke-369">
            <a:extLst xmlns:a="http://schemas.openxmlformats.org/drawingml/2006/main">
              <a:ext uri="{FF2B5EF4-FFF2-40B4-BE49-F238E27FC236}">
                <a16:creationId xmlns:a16="http://schemas.microsoft.com/office/drawing/2014/main" id="{81866EFB-1E41-40F8-AD55-076979B3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932" y="3807809"/>
            <a:ext cx="9525" cy="30251"/>
          </a:xfrm>
          <a:custGeom xmlns:a="http://schemas.openxmlformats.org/drawingml/2006/main">
            <a:pathLst>
              <a:path w="9525" h="30251">
                <a:moveTo>
                  <a:pt x="76" y="0"/>
                </a:moveTo>
                <a:lnTo>
                  <a:pt x="0" y="30251"/>
                </a:lnTo>
              </a:path>
            </a:pathLst>
          </a:custGeom>
          <a:noFill xmlns:a="http://schemas.openxmlformats.org/drawingml/2006/main"/>
          <a:ln xmlns:a="http://schemas.openxmlformats.org/drawingml/2006/main" w="8413">
            <a:solidFill>
              <a:srgbClr val="101722"/>
            </a:solidFill>
            <a:prstDash val="solid"/>
          </a:ln>
        </p:spPr>
      </p:sp>
      <p:sp>
        <p:nvSpPr>
          <p:cNvPr id="1692" name="noise-stroke-370">
            <a:extLst xmlns:a="http://schemas.openxmlformats.org/drawingml/2006/main">
              <a:ext uri="{FF2B5EF4-FFF2-40B4-BE49-F238E27FC236}">
                <a16:creationId xmlns:a16="http://schemas.microsoft.com/office/drawing/2014/main" id="{085C0D9D-954E-46A5-97D4-75CFEE14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28" y="3536280"/>
            <a:ext cx="26965" cy="48701"/>
          </a:xfrm>
          <a:custGeom xmlns:a="http://schemas.openxmlformats.org/drawingml/2006/main">
            <a:pathLst>
              <a:path w="26965" h="48701">
                <a:moveTo>
                  <a:pt x="0" y="0"/>
                </a:moveTo>
                <a:lnTo>
                  <a:pt x="26965" y="48701"/>
                </a:lnTo>
              </a:path>
            </a:pathLst>
          </a:custGeom>
          <a:noFill xmlns:a="http://schemas.openxmlformats.org/drawingml/2006/main"/>
          <a:ln xmlns:a="http://schemas.openxmlformats.org/drawingml/2006/main" w="8061">
            <a:solidFill>
              <a:srgbClr val="243143"/>
            </a:solidFill>
            <a:prstDash val="solid"/>
          </a:ln>
        </p:spPr>
      </p:sp>
      <p:sp>
        <p:nvSpPr>
          <p:cNvPr id="1693" name="noise-stroke-371">
            <a:extLst xmlns:a="http://schemas.openxmlformats.org/drawingml/2006/main">
              <a:ext uri="{FF2B5EF4-FFF2-40B4-BE49-F238E27FC236}">
                <a16:creationId xmlns:a16="http://schemas.microsoft.com/office/drawing/2014/main" id="{2280347F-ACA9-4DDB-A1FD-72C85C81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8" y="2555386"/>
            <a:ext cx="27975" cy="56636"/>
          </a:xfrm>
          <a:custGeom xmlns:a="http://schemas.openxmlformats.org/drawingml/2006/main">
            <a:pathLst>
              <a:path w="27975" h="56636">
                <a:moveTo>
                  <a:pt x="27975" y="0"/>
                </a:moveTo>
                <a:lnTo>
                  <a:pt x="0" y="56636"/>
                </a:lnTo>
              </a:path>
            </a:pathLst>
          </a:custGeom>
          <a:noFill xmlns:a="http://schemas.openxmlformats.org/drawingml/2006/main"/>
          <a:ln xmlns:a="http://schemas.openxmlformats.org/drawingml/2006/main" w="9208">
            <a:solidFill>
              <a:srgbClr val="101722"/>
            </a:solidFill>
            <a:prstDash val="solid"/>
          </a:ln>
        </p:spPr>
      </p:sp>
      <p:sp>
        <p:nvSpPr>
          <p:cNvPr id="1694" name="noise-stroke-372">
            <a:extLst xmlns:a="http://schemas.openxmlformats.org/drawingml/2006/main">
              <a:ext uri="{FF2B5EF4-FFF2-40B4-BE49-F238E27FC236}">
                <a16:creationId xmlns:a16="http://schemas.microsoft.com/office/drawing/2014/main" id="{A0B023CA-8985-488B-8419-405B29E0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43" y="4123496"/>
            <a:ext cx="40938" cy="21079"/>
          </a:xfrm>
          <a:custGeom xmlns:a="http://schemas.openxmlformats.org/drawingml/2006/main">
            <a:pathLst>
              <a:path w="40938" h="21079">
                <a:moveTo>
                  <a:pt x="40938" y="0"/>
                </a:moveTo>
                <a:lnTo>
                  <a:pt x="0" y="21079"/>
                </a:lnTo>
              </a:path>
            </a:pathLst>
          </a:custGeom>
          <a:noFill xmlns:a="http://schemas.openxmlformats.org/drawingml/2006/main"/>
          <a:ln xmlns:a="http://schemas.openxmlformats.org/drawingml/2006/main" w="10519">
            <a:solidFill>
              <a:srgbClr val="435064"/>
            </a:solidFill>
            <a:prstDash val="solid"/>
          </a:ln>
        </p:spPr>
      </p:sp>
      <p:sp>
        <p:nvSpPr>
          <p:cNvPr id="1695" name="noise-stroke-373">
            <a:extLst xmlns:a="http://schemas.openxmlformats.org/drawingml/2006/main">
              <a:ext uri="{FF2B5EF4-FFF2-40B4-BE49-F238E27FC236}">
                <a16:creationId xmlns:a16="http://schemas.microsoft.com/office/drawing/2014/main" id="{84D33419-75B2-464B-B953-2B444D9D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02" y="3169729"/>
            <a:ext cx="40472" cy="19260"/>
          </a:xfrm>
          <a:custGeom xmlns:a="http://schemas.openxmlformats.org/drawingml/2006/main">
            <a:pathLst>
              <a:path w="40472" h="19260">
                <a:moveTo>
                  <a:pt x="40472" y="19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56">
            <a:solidFill>
              <a:srgbClr val="243143"/>
            </a:solidFill>
            <a:prstDash val="solid"/>
          </a:ln>
        </p:spPr>
      </p:sp>
      <p:sp>
        <p:nvSpPr>
          <p:cNvPr id="1696" name="noise-stroke-374">
            <a:extLst xmlns:a="http://schemas.openxmlformats.org/drawingml/2006/main">
              <a:ext uri="{FF2B5EF4-FFF2-40B4-BE49-F238E27FC236}">
                <a16:creationId xmlns:a16="http://schemas.microsoft.com/office/drawing/2014/main" id="{453DBCF8-C1A6-4388-AEA0-287F2D2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" y="2983897"/>
            <a:ext cx="42148" cy="43777"/>
          </a:xfrm>
          <a:custGeom xmlns:a="http://schemas.openxmlformats.org/drawingml/2006/main">
            <a:pathLst>
              <a:path w="42148" h="43777">
                <a:moveTo>
                  <a:pt x="42148" y="0"/>
                </a:moveTo>
                <a:lnTo>
                  <a:pt x="0" y="43777"/>
                </a:lnTo>
              </a:path>
            </a:pathLst>
          </a:custGeom>
          <a:noFill xmlns:a="http://schemas.openxmlformats.org/drawingml/2006/main"/>
          <a:ln xmlns:a="http://schemas.openxmlformats.org/drawingml/2006/main" w="11768">
            <a:solidFill>
              <a:srgbClr val="101722"/>
            </a:solidFill>
            <a:prstDash val="solid"/>
          </a:ln>
        </p:spPr>
      </p:sp>
      <p:sp>
        <p:nvSpPr>
          <p:cNvPr id="1697" name="noise-stroke-375">
            <a:extLst xmlns:a="http://schemas.openxmlformats.org/drawingml/2006/main">
              <a:ext uri="{FF2B5EF4-FFF2-40B4-BE49-F238E27FC236}">
                <a16:creationId xmlns:a16="http://schemas.microsoft.com/office/drawing/2014/main" id="{7E630165-0213-4C01-BBF5-A08E93E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376" y="3967153"/>
            <a:ext cx="29928" cy="36728"/>
          </a:xfrm>
          <a:custGeom xmlns:a="http://schemas.openxmlformats.org/drawingml/2006/main">
            <a:pathLst>
              <a:path w="29928" h="36728">
                <a:moveTo>
                  <a:pt x="0" y="36728"/>
                </a:moveTo>
                <a:lnTo>
                  <a:pt x="299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48">
            <a:solidFill>
              <a:srgbClr val="243143"/>
            </a:solidFill>
            <a:prstDash val="solid"/>
          </a:ln>
        </p:spPr>
      </p:sp>
      <p:sp>
        <p:nvSpPr>
          <p:cNvPr id="1698" name="noise-stroke-376">
            <a:extLst xmlns:a="http://schemas.openxmlformats.org/drawingml/2006/main">
              <a:ext uri="{FF2B5EF4-FFF2-40B4-BE49-F238E27FC236}">
                <a16:creationId xmlns:a16="http://schemas.microsoft.com/office/drawing/2014/main" id="{878F5857-943D-45E2-93C0-77A46A4E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757" y="3809181"/>
            <a:ext cx="41939" cy="33280"/>
          </a:xfrm>
          <a:custGeom xmlns:a="http://schemas.openxmlformats.org/drawingml/2006/main">
            <a:pathLst>
              <a:path w="41939" h="33280">
                <a:moveTo>
                  <a:pt x="41939" y="0"/>
                </a:moveTo>
                <a:lnTo>
                  <a:pt x="0" y="33280"/>
                </a:lnTo>
              </a:path>
            </a:pathLst>
          </a:custGeom>
          <a:noFill xmlns:a="http://schemas.openxmlformats.org/drawingml/2006/main"/>
          <a:ln xmlns:a="http://schemas.openxmlformats.org/drawingml/2006/main" w="11702">
            <a:solidFill>
              <a:srgbClr val="101722"/>
            </a:solidFill>
            <a:prstDash val="solid"/>
          </a:ln>
        </p:spPr>
      </p:sp>
      <p:sp>
        <p:nvSpPr>
          <p:cNvPr id="1699" name="noise-stroke-377">
            <a:extLst xmlns:a="http://schemas.openxmlformats.org/drawingml/2006/main">
              <a:ext uri="{FF2B5EF4-FFF2-40B4-BE49-F238E27FC236}">
                <a16:creationId xmlns:a16="http://schemas.microsoft.com/office/drawing/2014/main" id="{9CE4666C-A210-44A2-BD3A-05052C34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34" y="3501295"/>
            <a:ext cx="29080" cy="10077"/>
          </a:xfrm>
          <a:custGeom xmlns:a="http://schemas.openxmlformats.org/drawingml/2006/main">
            <a:pathLst>
              <a:path w="29080" h="10077">
                <a:moveTo>
                  <a:pt x="29080" y="100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73">
            <a:solidFill>
              <a:srgbClr val="6B7685"/>
            </a:solidFill>
            <a:prstDash val="solid"/>
          </a:ln>
        </p:spPr>
      </p:sp>
      <p:sp>
        <p:nvSpPr>
          <p:cNvPr id="1700" name="noise-stroke-378">
            <a:extLst xmlns:a="http://schemas.openxmlformats.org/drawingml/2006/main">
              <a:ext uri="{FF2B5EF4-FFF2-40B4-BE49-F238E27FC236}">
                <a16:creationId xmlns:a16="http://schemas.microsoft.com/office/drawing/2014/main" id="{21AB161D-CB74-4D1E-AB3B-2D58D86D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996" y="2480415"/>
            <a:ext cx="50416" cy="11916"/>
          </a:xfrm>
          <a:custGeom xmlns:a="http://schemas.openxmlformats.org/drawingml/2006/main">
            <a:pathLst>
              <a:path w="50416" h="11916">
                <a:moveTo>
                  <a:pt x="50416" y="119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7">
            <a:solidFill>
              <a:srgbClr val="243143"/>
            </a:solidFill>
            <a:prstDash val="solid"/>
          </a:ln>
        </p:spPr>
      </p:sp>
      <p:sp>
        <p:nvSpPr>
          <p:cNvPr id="1701" name="noise-stroke-379">
            <a:extLst xmlns:a="http://schemas.openxmlformats.org/drawingml/2006/main">
              <a:ext uri="{FF2B5EF4-FFF2-40B4-BE49-F238E27FC236}">
                <a16:creationId xmlns:a16="http://schemas.microsoft.com/office/drawing/2014/main" id="{1B8A5914-AB8C-42C5-B2E9-5600E680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780" y="3656828"/>
            <a:ext cx="9525" cy="61217"/>
          </a:xfrm>
          <a:custGeom xmlns:a="http://schemas.openxmlformats.org/drawingml/2006/main">
            <a:pathLst>
              <a:path w="9525" h="61217">
                <a:moveTo>
                  <a:pt x="5458" y="612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18">
            <a:solidFill>
              <a:srgbClr val="101722"/>
            </a:solidFill>
            <a:prstDash val="solid"/>
          </a:ln>
        </p:spPr>
      </p:sp>
      <p:sp>
        <p:nvSpPr>
          <p:cNvPr id="1702" name="noise-stroke-380">
            <a:extLst xmlns:a="http://schemas.openxmlformats.org/drawingml/2006/main">
              <a:ext uri="{FF2B5EF4-FFF2-40B4-BE49-F238E27FC236}">
                <a16:creationId xmlns:a16="http://schemas.microsoft.com/office/drawing/2014/main" id="{9C4C4CC7-D8F5-47A6-819B-1D94ED25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967" y="2604954"/>
            <a:ext cx="9525" cy="49235"/>
          </a:xfrm>
          <a:custGeom xmlns:a="http://schemas.openxmlformats.org/drawingml/2006/main">
            <a:pathLst>
              <a:path w="9525" h="49235">
                <a:moveTo>
                  <a:pt x="0" y="0"/>
                </a:moveTo>
                <a:lnTo>
                  <a:pt x="2648" y="49235"/>
                </a:lnTo>
              </a:path>
            </a:pathLst>
          </a:custGeom>
          <a:noFill xmlns:a="http://schemas.openxmlformats.org/drawingml/2006/main"/>
          <a:ln xmlns:a="http://schemas.openxmlformats.org/drawingml/2006/main" w="11580">
            <a:solidFill>
              <a:srgbClr val="101722"/>
            </a:solidFill>
            <a:prstDash val="solid"/>
          </a:ln>
        </p:spPr>
      </p:sp>
      <p:sp>
        <p:nvSpPr>
          <p:cNvPr id="1703" name="noise-stroke-381">
            <a:extLst xmlns:a="http://schemas.openxmlformats.org/drawingml/2006/main">
              <a:ext uri="{FF2B5EF4-FFF2-40B4-BE49-F238E27FC236}">
                <a16:creationId xmlns:a16="http://schemas.microsoft.com/office/drawing/2014/main" id="{710E48A9-B52E-4DCE-90AD-C5D3E6ED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86" y="3907879"/>
            <a:ext cx="32976" cy="35338"/>
          </a:xfrm>
          <a:custGeom xmlns:a="http://schemas.openxmlformats.org/drawingml/2006/main">
            <a:pathLst>
              <a:path w="32976" h="35338">
                <a:moveTo>
                  <a:pt x="0" y="0"/>
                </a:moveTo>
                <a:lnTo>
                  <a:pt x="32976" y="35338"/>
                </a:lnTo>
              </a:path>
            </a:pathLst>
          </a:custGeom>
          <a:noFill xmlns:a="http://schemas.openxmlformats.org/drawingml/2006/main"/>
          <a:ln xmlns:a="http://schemas.openxmlformats.org/drawingml/2006/main" w="7695">
            <a:solidFill>
              <a:srgbClr val="435064"/>
            </a:solidFill>
            <a:prstDash val="solid"/>
          </a:ln>
        </p:spPr>
      </p:sp>
      <p:sp>
        <p:nvSpPr>
          <p:cNvPr id="1704" name="noise-stroke-382">
            <a:extLst xmlns:a="http://schemas.openxmlformats.org/drawingml/2006/main">
              <a:ext uri="{FF2B5EF4-FFF2-40B4-BE49-F238E27FC236}">
                <a16:creationId xmlns:a16="http://schemas.microsoft.com/office/drawing/2014/main" id="{E42527E4-519D-4866-91FB-E9D3A50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177" y="3601326"/>
            <a:ext cx="27727" cy="29880"/>
          </a:xfrm>
          <a:custGeom xmlns:a="http://schemas.openxmlformats.org/drawingml/2006/main">
            <a:pathLst>
              <a:path w="27727" h="29880">
                <a:moveTo>
                  <a:pt x="27727" y="29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98">
            <a:solidFill>
              <a:srgbClr val="243143"/>
            </a:solidFill>
            <a:prstDash val="solid"/>
          </a:ln>
        </p:spPr>
      </p:sp>
      <p:sp>
        <p:nvSpPr>
          <p:cNvPr id="1705" name="noise-stroke-383">
            <a:extLst xmlns:a="http://schemas.openxmlformats.org/drawingml/2006/main">
              <a:ext uri="{FF2B5EF4-FFF2-40B4-BE49-F238E27FC236}">
                <a16:creationId xmlns:a16="http://schemas.microsoft.com/office/drawing/2014/main" id="{2ABC9DDC-E232-4229-A6C0-D594D56B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44" y="3001566"/>
            <a:ext cx="9525" cy="35033"/>
          </a:xfrm>
          <a:custGeom xmlns:a="http://schemas.openxmlformats.org/drawingml/2006/main">
            <a:pathLst>
              <a:path w="9525" h="35033">
                <a:moveTo>
                  <a:pt x="0" y="35033"/>
                </a:moveTo>
                <a:lnTo>
                  <a:pt x="70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58">
            <a:solidFill>
              <a:srgbClr val="243143"/>
            </a:solidFill>
            <a:prstDash val="solid"/>
          </a:ln>
        </p:spPr>
      </p:sp>
      <p:sp>
        <p:nvSpPr>
          <p:cNvPr id="1706" name="noise-stroke-384">
            <a:extLst xmlns:a="http://schemas.openxmlformats.org/drawingml/2006/main">
              <a:ext uri="{FF2B5EF4-FFF2-40B4-BE49-F238E27FC236}">
                <a16:creationId xmlns:a16="http://schemas.microsoft.com/office/drawing/2014/main" id="{AB1986D6-68AF-476A-8BEA-00C13F1E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695" y="2308060"/>
            <a:ext cx="26213" cy="43596"/>
          </a:xfrm>
          <a:custGeom xmlns:a="http://schemas.openxmlformats.org/drawingml/2006/main">
            <a:pathLst>
              <a:path w="26213" h="43596">
                <a:moveTo>
                  <a:pt x="0" y="0"/>
                </a:moveTo>
                <a:lnTo>
                  <a:pt x="26213" y="43596"/>
                </a:lnTo>
              </a:path>
            </a:pathLst>
          </a:custGeom>
          <a:noFill xmlns:a="http://schemas.openxmlformats.org/drawingml/2006/main"/>
          <a:ln xmlns:a="http://schemas.openxmlformats.org/drawingml/2006/main" w="8565">
            <a:solidFill>
              <a:srgbClr val="435064"/>
            </a:solidFill>
            <a:prstDash val="solid"/>
          </a:ln>
        </p:spPr>
      </p:sp>
      <p:sp>
        <p:nvSpPr>
          <p:cNvPr id="1707" name="noise-stroke-385">
            <a:extLst xmlns:a="http://schemas.openxmlformats.org/drawingml/2006/main">
              <a:ext uri="{FF2B5EF4-FFF2-40B4-BE49-F238E27FC236}">
                <a16:creationId xmlns:a16="http://schemas.microsoft.com/office/drawing/2014/main" id="{B1315436-DCB1-45FC-9C6A-1955F7A7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78" y="2581342"/>
            <a:ext cx="9525" cy="52207"/>
          </a:xfrm>
          <a:custGeom xmlns:a="http://schemas.openxmlformats.org/drawingml/2006/main">
            <a:pathLst>
              <a:path w="9525" h="52207">
                <a:moveTo>
                  <a:pt x="4143" y="0"/>
                </a:moveTo>
                <a:lnTo>
                  <a:pt x="0" y="52207"/>
                </a:lnTo>
              </a:path>
            </a:pathLst>
          </a:custGeom>
          <a:noFill xmlns:a="http://schemas.openxmlformats.org/drawingml/2006/main"/>
          <a:ln xmlns:a="http://schemas.openxmlformats.org/drawingml/2006/main" w="12679">
            <a:solidFill>
              <a:srgbClr val="6B7685"/>
            </a:solidFill>
            <a:prstDash val="solid"/>
          </a:ln>
        </p:spPr>
      </p:sp>
      <p:sp>
        <p:nvSpPr>
          <p:cNvPr id="1708" name="noise-stroke-386">
            <a:extLst xmlns:a="http://schemas.openxmlformats.org/drawingml/2006/main">
              <a:ext uri="{FF2B5EF4-FFF2-40B4-BE49-F238E27FC236}">
                <a16:creationId xmlns:a16="http://schemas.microsoft.com/office/drawing/2014/main" id="{DF2EFCCA-B54E-4E08-BC98-90D47034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642" y="2154231"/>
            <a:ext cx="31909" cy="37128"/>
          </a:xfrm>
          <a:custGeom xmlns:a="http://schemas.openxmlformats.org/drawingml/2006/main">
            <a:pathLst>
              <a:path w="31909" h="37128">
                <a:moveTo>
                  <a:pt x="0" y="0"/>
                </a:moveTo>
                <a:lnTo>
                  <a:pt x="31909" y="37128"/>
                </a:lnTo>
              </a:path>
            </a:pathLst>
          </a:custGeom>
          <a:noFill xmlns:a="http://schemas.openxmlformats.org/drawingml/2006/main"/>
          <a:ln xmlns:a="http://schemas.openxmlformats.org/drawingml/2006/main" w="8310">
            <a:solidFill>
              <a:srgbClr val="101722"/>
            </a:solidFill>
            <a:prstDash val="solid"/>
          </a:ln>
        </p:spPr>
      </p:sp>
      <p:sp>
        <p:nvSpPr>
          <p:cNvPr id="1709" name="noise-stroke-387">
            <a:extLst xmlns:a="http://schemas.openxmlformats.org/drawingml/2006/main">
              <a:ext uri="{FF2B5EF4-FFF2-40B4-BE49-F238E27FC236}">
                <a16:creationId xmlns:a16="http://schemas.microsoft.com/office/drawing/2014/main" id="{0ECA3881-A361-4FC8-B9F1-906CB340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86" y="2458450"/>
            <a:ext cx="33699" cy="31775"/>
          </a:xfrm>
          <a:custGeom xmlns:a="http://schemas.openxmlformats.org/drawingml/2006/main">
            <a:pathLst>
              <a:path w="33699" h="31775">
                <a:moveTo>
                  <a:pt x="33699" y="0"/>
                </a:moveTo>
                <a:lnTo>
                  <a:pt x="0" y="31775"/>
                </a:lnTo>
              </a:path>
            </a:pathLst>
          </a:custGeom>
          <a:noFill xmlns:a="http://schemas.openxmlformats.org/drawingml/2006/main"/>
          <a:ln xmlns:a="http://schemas.openxmlformats.org/drawingml/2006/main" w="8977">
            <a:solidFill>
              <a:srgbClr val="435064"/>
            </a:solidFill>
            <a:prstDash val="solid"/>
          </a:ln>
        </p:spPr>
      </p:sp>
      <p:sp>
        <p:nvSpPr>
          <p:cNvPr id="1710" name="noise-stroke-388">
            <a:extLst xmlns:a="http://schemas.openxmlformats.org/drawingml/2006/main">
              <a:ext uri="{FF2B5EF4-FFF2-40B4-BE49-F238E27FC236}">
                <a16:creationId xmlns:a16="http://schemas.microsoft.com/office/drawing/2014/main" id="{4ECBE467-D3EA-4E6F-BC13-EF9AAD03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80" y="3460356"/>
            <a:ext cx="42539" cy="14497"/>
          </a:xfrm>
          <a:custGeom xmlns:a="http://schemas.openxmlformats.org/drawingml/2006/main">
            <a:pathLst>
              <a:path w="42539" h="14497">
                <a:moveTo>
                  <a:pt x="0" y="14497"/>
                </a:moveTo>
                <a:lnTo>
                  <a:pt x="425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93">
            <a:solidFill>
              <a:srgbClr val="6B7685"/>
            </a:solidFill>
            <a:prstDash val="solid"/>
          </a:ln>
        </p:spPr>
      </p:sp>
      <p:sp>
        <p:nvSpPr>
          <p:cNvPr id="1711" name="noise-stroke-389">
            <a:extLst xmlns:a="http://schemas.openxmlformats.org/drawingml/2006/main">
              <a:ext uri="{FF2B5EF4-FFF2-40B4-BE49-F238E27FC236}">
                <a16:creationId xmlns:a16="http://schemas.microsoft.com/office/drawing/2014/main" id="{AB1BC351-47A1-40A5-A4CB-7F448CC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550" y="2160327"/>
            <a:ext cx="52997" cy="25851"/>
          </a:xfrm>
          <a:custGeom xmlns:a="http://schemas.openxmlformats.org/drawingml/2006/main">
            <a:pathLst>
              <a:path w="52997" h="25851">
                <a:moveTo>
                  <a:pt x="0" y="25851"/>
                </a:moveTo>
                <a:lnTo>
                  <a:pt x="529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18">
            <a:solidFill>
              <a:srgbClr val="101722"/>
            </a:solidFill>
            <a:prstDash val="solid"/>
          </a:ln>
        </p:spPr>
      </p:sp>
      <p:sp>
        <p:nvSpPr>
          <p:cNvPr id="1712" name="noise-stroke-390">
            <a:extLst xmlns:a="http://schemas.openxmlformats.org/drawingml/2006/main">
              <a:ext uri="{FF2B5EF4-FFF2-40B4-BE49-F238E27FC236}">
                <a16:creationId xmlns:a16="http://schemas.microsoft.com/office/drawing/2014/main" id="{8412E3C4-8CA5-403F-ADE4-033363B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275" y="2349894"/>
            <a:ext cx="21755" cy="43958"/>
          </a:xfrm>
          <a:custGeom xmlns:a="http://schemas.openxmlformats.org/drawingml/2006/main">
            <a:pathLst>
              <a:path w="21755" h="43958">
                <a:moveTo>
                  <a:pt x="21755" y="439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00">
            <a:solidFill>
              <a:srgbClr val="243143"/>
            </a:solidFill>
            <a:prstDash val="solid"/>
          </a:ln>
        </p:spPr>
      </p:sp>
      <p:sp>
        <p:nvSpPr>
          <p:cNvPr id="1713" name="noise-stroke-391">
            <a:extLst xmlns:a="http://schemas.openxmlformats.org/drawingml/2006/main">
              <a:ext uri="{FF2B5EF4-FFF2-40B4-BE49-F238E27FC236}">
                <a16:creationId xmlns:a16="http://schemas.microsoft.com/office/drawing/2014/main" id="{5244F4DA-C92F-4420-B57D-0FC4AAA4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40" y="3638693"/>
            <a:ext cx="27432" cy="27470"/>
          </a:xfrm>
          <a:custGeom xmlns:a="http://schemas.openxmlformats.org/drawingml/2006/main">
            <a:pathLst>
              <a:path w="27432" h="27470">
                <a:moveTo>
                  <a:pt x="27432" y="0"/>
                </a:moveTo>
                <a:lnTo>
                  <a:pt x="0" y="27470"/>
                </a:lnTo>
              </a:path>
            </a:pathLst>
          </a:custGeom>
          <a:noFill xmlns:a="http://schemas.openxmlformats.org/drawingml/2006/main"/>
          <a:ln xmlns:a="http://schemas.openxmlformats.org/drawingml/2006/main" w="8989">
            <a:solidFill>
              <a:srgbClr val="435064"/>
            </a:solidFill>
            <a:prstDash val="solid"/>
          </a:ln>
        </p:spPr>
      </p:sp>
      <p:sp>
        <p:nvSpPr>
          <p:cNvPr id="1714" name="noise-stroke-392">
            <a:extLst xmlns:a="http://schemas.openxmlformats.org/drawingml/2006/main">
              <a:ext uri="{FF2B5EF4-FFF2-40B4-BE49-F238E27FC236}">
                <a16:creationId xmlns:a16="http://schemas.microsoft.com/office/drawing/2014/main" id="{1C6ABCAC-6D0D-4E17-A649-2022803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720" y="2256854"/>
            <a:ext cx="15107" cy="63475"/>
          </a:xfrm>
          <a:custGeom xmlns:a="http://schemas.openxmlformats.org/drawingml/2006/main">
            <a:pathLst>
              <a:path w="15107" h="63475">
                <a:moveTo>
                  <a:pt x="15107" y="0"/>
                </a:moveTo>
                <a:lnTo>
                  <a:pt x="0" y="63475"/>
                </a:lnTo>
              </a:path>
            </a:pathLst>
          </a:custGeom>
          <a:noFill xmlns:a="http://schemas.openxmlformats.org/drawingml/2006/main"/>
          <a:ln xmlns:a="http://schemas.openxmlformats.org/drawingml/2006/main" w="9230">
            <a:solidFill>
              <a:srgbClr val="243143"/>
            </a:solidFill>
            <a:prstDash val="solid"/>
          </a:ln>
        </p:spPr>
      </p:sp>
      <p:sp>
        <p:nvSpPr>
          <p:cNvPr id="1715" name="noise-stroke-393">
            <a:extLst xmlns:a="http://schemas.openxmlformats.org/drawingml/2006/main">
              <a:ext uri="{FF2B5EF4-FFF2-40B4-BE49-F238E27FC236}">
                <a16:creationId xmlns:a16="http://schemas.microsoft.com/office/drawing/2014/main" id="{BD2855C1-A560-415E-88C9-EBC67A15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2" y="2924070"/>
            <a:ext cx="9525" cy="40519"/>
          </a:xfrm>
          <a:custGeom xmlns:a="http://schemas.openxmlformats.org/drawingml/2006/main">
            <a:pathLst>
              <a:path w="9525" h="40519">
                <a:moveTo>
                  <a:pt x="0" y="40519"/>
                </a:moveTo>
                <a:lnTo>
                  <a:pt x="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2">
            <a:solidFill>
              <a:srgbClr val="243143"/>
            </a:solidFill>
            <a:prstDash val="solid"/>
          </a:ln>
        </p:spPr>
      </p:sp>
      <p:sp>
        <p:nvSpPr>
          <p:cNvPr id="1716" name="noise-stroke-394">
            <a:extLst xmlns:a="http://schemas.openxmlformats.org/drawingml/2006/main">
              <a:ext uri="{FF2B5EF4-FFF2-40B4-BE49-F238E27FC236}">
                <a16:creationId xmlns:a16="http://schemas.microsoft.com/office/drawing/2014/main" id="{602296A0-72BA-49CF-8A17-514DB9A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6" y="4116953"/>
            <a:ext cx="25470" cy="43577"/>
          </a:xfrm>
          <a:custGeom xmlns:a="http://schemas.openxmlformats.org/drawingml/2006/main">
            <a:pathLst>
              <a:path w="25470" h="43577">
                <a:moveTo>
                  <a:pt x="0" y="0"/>
                </a:moveTo>
                <a:lnTo>
                  <a:pt x="25470" y="43577"/>
                </a:lnTo>
              </a:path>
            </a:pathLst>
          </a:custGeom>
          <a:noFill xmlns:a="http://schemas.openxmlformats.org/drawingml/2006/main"/>
          <a:ln xmlns:a="http://schemas.openxmlformats.org/drawingml/2006/main" w="11478">
            <a:solidFill>
              <a:srgbClr val="101722"/>
            </a:solidFill>
            <a:prstDash val="solid"/>
          </a:ln>
        </p:spPr>
      </p:sp>
      <p:sp>
        <p:nvSpPr>
          <p:cNvPr id="1717" name="noise-stroke-395">
            <a:extLst xmlns:a="http://schemas.openxmlformats.org/drawingml/2006/main">
              <a:ext uri="{FF2B5EF4-FFF2-40B4-BE49-F238E27FC236}">
                <a16:creationId xmlns:a16="http://schemas.microsoft.com/office/drawing/2014/main" id="{5EE31D55-58B6-4FF6-A995-49226F5B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08" y="2326996"/>
            <a:ext cx="16916" cy="56398"/>
          </a:xfrm>
          <a:custGeom xmlns:a="http://schemas.openxmlformats.org/drawingml/2006/main">
            <a:pathLst>
              <a:path w="16916" h="56398">
                <a:moveTo>
                  <a:pt x="16916" y="563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6">
            <a:solidFill>
              <a:srgbClr val="101722"/>
            </a:solidFill>
            <a:prstDash val="solid"/>
          </a:ln>
        </p:spPr>
      </p:sp>
      <p:sp>
        <p:nvSpPr>
          <p:cNvPr id="1718" name="noise-stroke-396">
            <a:extLst xmlns:a="http://schemas.openxmlformats.org/drawingml/2006/main">
              <a:ext uri="{FF2B5EF4-FFF2-40B4-BE49-F238E27FC236}">
                <a16:creationId xmlns:a16="http://schemas.microsoft.com/office/drawing/2014/main" id="{373BE44D-0324-470C-B394-E3215955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56" y="2811990"/>
            <a:ext cx="15659" cy="38110"/>
          </a:xfrm>
          <a:custGeom xmlns:a="http://schemas.openxmlformats.org/drawingml/2006/main">
            <a:pathLst>
              <a:path w="15659" h="38110">
                <a:moveTo>
                  <a:pt x="15659" y="38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30">
            <a:solidFill>
              <a:srgbClr val="101722"/>
            </a:solidFill>
            <a:prstDash val="solid"/>
          </a:ln>
        </p:spPr>
      </p:sp>
      <p:sp>
        <p:nvSpPr>
          <p:cNvPr id="1719" name="noise-stroke-397">
            <a:extLst xmlns:a="http://schemas.openxmlformats.org/drawingml/2006/main">
              <a:ext uri="{FF2B5EF4-FFF2-40B4-BE49-F238E27FC236}">
                <a16:creationId xmlns:a16="http://schemas.microsoft.com/office/drawing/2014/main" id="{02CDC6DC-780D-41BA-9FF9-4872596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07" y="2192103"/>
            <a:ext cx="54750" cy="23270"/>
          </a:xfrm>
          <a:custGeom xmlns:a="http://schemas.openxmlformats.org/drawingml/2006/main">
            <a:pathLst>
              <a:path w="54750" h="23270">
                <a:moveTo>
                  <a:pt x="54750" y="232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49">
            <a:solidFill>
              <a:srgbClr val="101722"/>
            </a:solidFill>
            <a:prstDash val="solid"/>
          </a:ln>
        </p:spPr>
      </p:sp>
      <p:sp>
        <p:nvSpPr>
          <p:cNvPr id="1720" name="noise-stroke-398">
            <a:extLst xmlns:a="http://schemas.openxmlformats.org/drawingml/2006/main">
              <a:ext uri="{FF2B5EF4-FFF2-40B4-BE49-F238E27FC236}">
                <a16:creationId xmlns:a16="http://schemas.microsoft.com/office/drawing/2014/main" id="{267890D4-0FB2-4111-9AE8-57CE2A01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611" y="3648923"/>
            <a:ext cx="55264" cy="14087"/>
          </a:xfrm>
          <a:custGeom xmlns:a="http://schemas.openxmlformats.org/drawingml/2006/main">
            <a:pathLst>
              <a:path w="55264" h="14087">
                <a:moveTo>
                  <a:pt x="0" y="0"/>
                </a:moveTo>
                <a:lnTo>
                  <a:pt x="55264" y="14087"/>
                </a:lnTo>
              </a:path>
            </a:pathLst>
          </a:custGeom>
          <a:noFill xmlns:a="http://schemas.openxmlformats.org/drawingml/2006/main"/>
          <a:ln xmlns:a="http://schemas.openxmlformats.org/drawingml/2006/main" w="7789">
            <a:solidFill>
              <a:srgbClr val="101722"/>
            </a:solidFill>
            <a:prstDash val="solid"/>
          </a:ln>
        </p:spPr>
      </p:sp>
      <p:sp>
        <p:nvSpPr>
          <p:cNvPr id="1721" name="noise-stroke-399">
            <a:extLst xmlns:a="http://schemas.openxmlformats.org/drawingml/2006/main">
              <a:ext uri="{FF2B5EF4-FFF2-40B4-BE49-F238E27FC236}">
                <a16:creationId xmlns:a16="http://schemas.microsoft.com/office/drawing/2014/main" id="{0C52B19F-3C74-4C84-A33C-54190720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189" y="3064269"/>
            <a:ext cx="34661" cy="9896"/>
          </a:xfrm>
          <a:custGeom xmlns:a="http://schemas.openxmlformats.org/drawingml/2006/main">
            <a:pathLst>
              <a:path w="34661" h="9896">
                <a:moveTo>
                  <a:pt x="0" y="0"/>
                </a:moveTo>
                <a:lnTo>
                  <a:pt x="34661" y="9896"/>
                </a:lnTo>
              </a:path>
            </a:pathLst>
          </a:custGeom>
          <a:noFill xmlns:a="http://schemas.openxmlformats.org/drawingml/2006/main"/>
          <a:ln xmlns:a="http://schemas.openxmlformats.org/drawingml/2006/main" w="8672">
            <a:solidFill>
              <a:srgbClr val="243143"/>
            </a:solidFill>
            <a:prstDash val="solid"/>
          </a:ln>
        </p:spPr>
      </p:sp>
      <p:sp>
        <p:nvSpPr>
          <p:cNvPr id="1722" name="noise-stroke-400">
            <a:extLst xmlns:a="http://schemas.openxmlformats.org/drawingml/2006/main">
              <a:ext uri="{FF2B5EF4-FFF2-40B4-BE49-F238E27FC236}">
                <a16:creationId xmlns:a16="http://schemas.microsoft.com/office/drawing/2014/main" id="{63B47E24-0D52-4F73-917D-98950384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173" y="2561187"/>
            <a:ext cx="13192" cy="27203"/>
          </a:xfrm>
          <a:custGeom xmlns:a="http://schemas.openxmlformats.org/drawingml/2006/main">
            <a:pathLst>
              <a:path w="13192" h="27203">
                <a:moveTo>
                  <a:pt x="0" y="27203"/>
                </a:moveTo>
                <a:lnTo>
                  <a:pt x="131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20">
            <a:solidFill>
              <a:srgbClr val="243143"/>
            </a:solidFill>
            <a:prstDash val="solid"/>
          </a:ln>
        </p:spPr>
      </p:sp>
      <p:sp>
        <p:nvSpPr>
          <p:cNvPr id="1723" name="noise-stroke-401">
            <a:extLst xmlns:a="http://schemas.openxmlformats.org/drawingml/2006/main">
              <a:ext uri="{FF2B5EF4-FFF2-40B4-BE49-F238E27FC236}">
                <a16:creationId xmlns:a16="http://schemas.microsoft.com/office/drawing/2014/main" id="{AFADE2D2-19A8-4506-84D7-B5EE4121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88" y="2801417"/>
            <a:ext cx="47835" cy="36871"/>
          </a:xfrm>
          <a:custGeom xmlns:a="http://schemas.openxmlformats.org/drawingml/2006/main">
            <a:pathLst>
              <a:path w="47835" h="36871">
                <a:moveTo>
                  <a:pt x="0" y="0"/>
                </a:moveTo>
                <a:lnTo>
                  <a:pt x="47835" y="36871"/>
                </a:lnTo>
              </a:path>
            </a:pathLst>
          </a:custGeom>
          <a:noFill xmlns:a="http://schemas.openxmlformats.org/drawingml/2006/main"/>
          <a:ln xmlns:a="http://schemas.openxmlformats.org/drawingml/2006/main" w="8015">
            <a:solidFill>
              <a:srgbClr val="6B7685"/>
            </a:solidFill>
            <a:prstDash val="solid"/>
          </a:ln>
        </p:spPr>
      </p:sp>
      <p:sp>
        <p:nvSpPr>
          <p:cNvPr id="1724" name="noise-stroke-402">
            <a:extLst xmlns:a="http://schemas.openxmlformats.org/drawingml/2006/main">
              <a:ext uri="{FF2B5EF4-FFF2-40B4-BE49-F238E27FC236}">
                <a16:creationId xmlns:a16="http://schemas.microsoft.com/office/drawing/2014/main" id="{2311A462-A9FA-4527-BDAB-60F5282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966" y="2596058"/>
            <a:ext cx="12764" cy="48968"/>
          </a:xfrm>
          <a:custGeom xmlns:a="http://schemas.openxmlformats.org/drawingml/2006/main">
            <a:pathLst>
              <a:path w="12764" h="48968">
                <a:moveTo>
                  <a:pt x="12764" y="489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03">
            <a:solidFill>
              <a:srgbClr val="243143"/>
            </a:solidFill>
            <a:prstDash val="solid"/>
          </a:ln>
        </p:spPr>
      </p:sp>
      <p:sp>
        <p:nvSpPr>
          <p:cNvPr id="1725" name="noise-stroke-403">
            <a:extLst xmlns:a="http://schemas.openxmlformats.org/drawingml/2006/main">
              <a:ext uri="{FF2B5EF4-FFF2-40B4-BE49-F238E27FC236}">
                <a16:creationId xmlns:a16="http://schemas.microsoft.com/office/drawing/2014/main" id="{49125EBF-D9B4-416D-A48F-FA5F05B3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31" y="3857711"/>
            <a:ext cx="49301" cy="32061"/>
          </a:xfrm>
          <a:custGeom xmlns:a="http://schemas.openxmlformats.org/drawingml/2006/main">
            <a:pathLst>
              <a:path w="49301" h="32061">
                <a:moveTo>
                  <a:pt x="49301" y="0"/>
                </a:moveTo>
                <a:lnTo>
                  <a:pt x="0" y="32061"/>
                </a:lnTo>
              </a:path>
            </a:pathLst>
          </a:custGeom>
          <a:noFill xmlns:a="http://schemas.openxmlformats.org/drawingml/2006/main"/>
          <a:ln xmlns:a="http://schemas.openxmlformats.org/drawingml/2006/main" w="8664">
            <a:solidFill>
              <a:srgbClr val="243143"/>
            </a:solidFill>
            <a:prstDash val="solid"/>
          </a:ln>
        </p:spPr>
      </p:sp>
      <p:sp>
        <p:nvSpPr>
          <p:cNvPr id="1726" name="noise-stroke-404">
            <a:extLst xmlns:a="http://schemas.openxmlformats.org/drawingml/2006/main">
              <a:ext uri="{FF2B5EF4-FFF2-40B4-BE49-F238E27FC236}">
                <a16:creationId xmlns:a16="http://schemas.microsoft.com/office/drawing/2014/main" id="{00AACA06-A360-4BB8-AD27-8D0C7F1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39" y="2718778"/>
            <a:ext cx="22317" cy="38119"/>
          </a:xfrm>
          <a:custGeom xmlns:a="http://schemas.openxmlformats.org/drawingml/2006/main">
            <a:pathLst>
              <a:path w="22317" h="38119">
                <a:moveTo>
                  <a:pt x="22317" y="381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9">
            <a:solidFill>
              <a:srgbClr val="101722"/>
            </a:solidFill>
            <a:prstDash val="solid"/>
          </a:ln>
        </p:spPr>
      </p:sp>
      <p:sp>
        <p:nvSpPr>
          <p:cNvPr id="1727" name="noise-stroke-405">
            <a:extLst xmlns:a="http://schemas.openxmlformats.org/drawingml/2006/main">
              <a:ext uri="{FF2B5EF4-FFF2-40B4-BE49-F238E27FC236}">
                <a16:creationId xmlns:a16="http://schemas.microsoft.com/office/drawing/2014/main" id="{14B42A17-B3A1-40DE-AF8A-EB8F8A8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329" y="3698405"/>
            <a:ext cx="58579" cy="10325"/>
          </a:xfrm>
          <a:custGeom xmlns:a="http://schemas.openxmlformats.org/drawingml/2006/main">
            <a:pathLst>
              <a:path w="58579" h="10325">
                <a:moveTo>
                  <a:pt x="58579" y="0"/>
                </a:moveTo>
                <a:lnTo>
                  <a:pt x="0" y="10325"/>
                </a:lnTo>
              </a:path>
            </a:pathLst>
          </a:custGeom>
          <a:noFill xmlns:a="http://schemas.openxmlformats.org/drawingml/2006/main"/>
          <a:ln xmlns:a="http://schemas.openxmlformats.org/drawingml/2006/main" w="11662">
            <a:solidFill>
              <a:srgbClr val="243143"/>
            </a:solidFill>
            <a:prstDash val="solid"/>
          </a:ln>
        </p:spPr>
      </p:sp>
      <p:sp>
        <p:nvSpPr>
          <p:cNvPr id="1728" name="noise-stroke-406">
            <a:extLst xmlns:a="http://schemas.openxmlformats.org/drawingml/2006/main">
              <a:ext uri="{FF2B5EF4-FFF2-40B4-BE49-F238E27FC236}">
                <a16:creationId xmlns:a16="http://schemas.microsoft.com/office/drawing/2014/main" id="{E9DB6D62-E273-4493-A7CA-20F2DBFD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798" y="3864073"/>
            <a:ext cx="9525" cy="37281"/>
          </a:xfrm>
          <a:custGeom xmlns:a="http://schemas.openxmlformats.org/drawingml/2006/main">
            <a:pathLst>
              <a:path w="9525" h="37281">
                <a:moveTo>
                  <a:pt x="9468" y="0"/>
                </a:moveTo>
                <a:lnTo>
                  <a:pt x="0" y="37281"/>
                </a:lnTo>
              </a:path>
            </a:pathLst>
          </a:custGeom>
          <a:noFill xmlns:a="http://schemas.openxmlformats.org/drawingml/2006/main"/>
          <a:ln xmlns:a="http://schemas.openxmlformats.org/drawingml/2006/main" w="8023">
            <a:solidFill>
              <a:srgbClr val="243143"/>
            </a:solidFill>
            <a:prstDash val="solid"/>
          </a:ln>
        </p:spPr>
      </p:sp>
      <p:sp>
        <p:nvSpPr>
          <p:cNvPr id="1729" name="noise-stroke-407">
            <a:extLst xmlns:a="http://schemas.openxmlformats.org/drawingml/2006/main">
              <a:ext uri="{FF2B5EF4-FFF2-40B4-BE49-F238E27FC236}">
                <a16:creationId xmlns:a16="http://schemas.microsoft.com/office/drawing/2014/main" id="{9AA45D61-F623-403E-992C-7C3C47FD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88" y="2446696"/>
            <a:ext cx="43863" cy="10106"/>
          </a:xfrm>
          <a:custGeom xmlns:a="http://schemas.openxmlformats.org/drawingml/2006/main">
            <a:pathLst>
              <a:path w="43863" h="10106">
                <a:moveTo>
                  <a:pt x="43863" y="0"/>
                </a:moveTo>
                <a:lnTo>
                  <a:pt x="0" y="10106"/>
                </a:lnTo>
              </a:path>
            </a:pathLst>
          </a:custGeom>
          <a:noFill xmlns:a="http://schemas.openxmlformats.org/drawingml/2006/main"/>
          <a:ln xmlns:a="http://schemas.openxmlformats.org/drawingml/2006/main" w="8272">
            <a:solidFill>
              <a:srgbClr val="101722"/>
            </a:solidFill>
            <a:prstDash val="solid"/>
          </a:ln>
        </p:spPr>
      </p:sp>
      <p:sp>
        <p:nvSpPr>
          <p:cNvPr id="1730" name="noise-stroke-408">
            <a:extLst xmlns:a="http://schemas.openxmlformats.org/drawingml/2006/main">
              <a:ext uri="{FF2B5EF4-FFF2-40B4-BE49-F238E27FC236}">
                <a16:creationId xmlns:a16="http://schemas.microsoft.com/office/drawing/2014/main" id="{ACBEED81-E2B0-4085-B60A-127EB859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015" y="3118047"/>
            <a:ext cx="41272" cy="9525"/>
          </a:xfrm>
          <a:custGeom xmlns:a="http://schemas.openxmlformats.org/drawingml/2006/main">
            <a:pathLst>
              <a:path w="41272" h="9525">
                <a:moveTo>
                  <a:pt x="41272" y="0"/>
                </a:moveTo>
                <a:lnTo>
                  <a:pt x="0" y="1705"/>
                </a:lnTo>
              </a:path>
            </a:pathLst>
          </a:custGeom>
          <a:noFill xmlns:a="http://schemas.openxmlformats.org/drawingml/2006/main"/>
          <a:ln xmlns:a="http://schemas.openxmlformats.org/drawingml/2006/main" w="12222">
            <a:solidFill>
              <a:srgbClr val="101722"/>
            </a:solidFill>
            <a:prstDash val="solid"/>
          </a:ln>
        </p:spPr>
      </p:sp>
      <p:sp>
        <p:nvSpPr>
          <p:cNvPr id="1731" name="noise-stroke-409">
            <a:extLst xmlns:a="http://schemas.openxmlformats.org/drawingml/2006/main">
              <a:ext uri="{FF2B5EF4-FFF2-40B4-BE49-F238E27FC236}">
                <a16:creationId xmlns:a16="http://schemas.microsoft.com/office/drawing/2014/main" id="{747DDF24-2DF9-469B-A6D6-35BB962B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72" y="3377956"/>
            <a:ext cx="43739" cy="9544"/>
          </a:xfrm>
          <a:custGeom xmlns:a="http://schemas.openxmlformats.org/drawingml/2006/main">
            <a:pathLst>
              <a:path w="43739" h="9544">
                <a:moveTo>
                  <a:pt x="43739" y="95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86">
            <a:solidFill>
              <a:srgbClr val="101722"/>
            </a:solidFill>
            <a:prstDash val="solid"/>
          </a:ln>
        </p:spPr>
      </p:sp>
      <p:sp>
        <p:nvSpPr>
          <p:cNvPr id="1732" name="noise-stroke-410">
            <a:extLst xmlns:a="http://schemas.openxmlformats.org/drawingml/2006/main">
              <a:ext uri="{FF2B5EF4-FFF2-40B4-BE49-F238E27FC236}">
                <a16:creationId xmlns:a16="http://schemas.microsoft.com/office/drawing/2014/main" id="{7DFD4678-3E74-4122-97A4-64C0E94B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61" y="2336340"/>
            <a:ext cx="47435" cy="20679"/>
          </a:xfrm>
          <a:custGeom xmlns:a="http://schemas.openxmlformats.org/drawingml/2006/main">
            <a:pathLst>
              <a:path w="47435" h="20679">
                <a:moveTo>
                  <a:pt x="47435" y="206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13">
            <a:solidFill>
              <a:srgbClr val="101722"/>
            </a:solidFill>
            <a:prstDash val="solid"/>
          </a:ln>
        </p:spPr>
      </p:sp>
      <p:sp>
        <p:nvSpPr>
          <p:cNvPr id="1733" name="noise-stroke-411">
            <a:extLst xmlns:a="http://schemas.openxmlformats.org/drawingml/2006/main">
              <a:ext uri="{FF2B5EF4-FFF2-40B4-BE49-F238E27FC236}">
                <a16:creationId xmlns:a16="http://schemas.microsoft.com/office/drawing/2014/main" id="{32FD47B5-BFFF-432D-A3B3-2C7D1508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218" y="3975221"/>
            <a:ext cx="40081" cy="23584"/>
          </a:xfrm>
          <a:custGeom xmlns:a="http://schemas.openxmlformats.org/drawingml/2006/main">
            <a:pathLst>
              <a:path w="40081" h="23584">
                <a:moveTo>
                  <a:pt x="40081" y="235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93">
            <a:solidFill>
              <a:srgbClr val="101722"/>
            </a:solidFill>
            <a:prstDash val="solid"/>
          </a:ln>
        </p:spPr>
      </p:sp>
      <p:sp>
        <p:nvSpPr>
          <p:cNvPr id="1734" name="noise-stroke-412">
            <a:extLst xmlns:a="http://schemas.openxmlformats.org/drawingml/2006/main">
              <a:ext uri="{FF2B5EF4-FFF2-40B4-BE49-F238E27FC236}">
                <a16:creationId xmlns:a16="http://schemas.microsoft.com/office/drawing/2014/main" id="{0B08DCFB-A976-4BAA-BD9B-F0B2B642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82" y="2411901"/>
            <a:ext cx="9525" cy="39748"/>
          </a:xfrm>
          <a:custGeom xmlns:a="http://schemas.openxmlformats.org/drawingml/2006/main">
            <a:pathLst>
              <a:path w="9525" h="39748">
                <a:moveTo>
                  <a:pt x="1438" y="0"/>
                </a:moveTo>
                <a:lnTo>
                  <a:pt x="0" y="39748"/>
                </a:lnTo>
              </a:path>
            </a:pathLst>
          </a:custGeom>
          <a:noFill xmlns:a="http://schemas.openxmlformats.org/drawingml/2006/main"/>
          <a:ln xmlns:a="http://schemas.openxmlformats.org/drawingml/2006/main" w="11860">
            <a:solidFill>
              <a:srgbClr val="101722"/>
            </a:solidFill>
            <a:prstDash val="solid"/>
          </a:ln>
        </p:spPr>
      </p:sp>
      <p:sp>
        <p:nvSpPr>
          <p:cNvPr id="1735" name="noise-stroke-413">
            <a:extLst xmlns:a="http://schemas.openxmlformats.org/drawingml/2006/main">
              <a:ext uri="{FF2B5EF4-FFF2-40B4-BE49-F238E27FC236}">
                <a16:creationId xmlns:a16="http://schemas.microsoft.com/office/drawing/2014/main" id="{ABF46A16-8EE8-4808-BC23-2E091D97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376" y="3246282"/>
            <a:ext cx="59541" cy="9525"/>
          </a:xfrm>
          <a:custGeom xmlns:a="http://schemas.openxmlformats.org/drawingml/2006/main">
            <a:pathLst>
              <a:path w="59541" h="9525">
                <a:moveTo>
                  <a:pt x="0" y="0"/>
                </a:moveTo>
                <a:lnTo>
                  <a:pt x="59541" y="1962"/>
                </a:lnTo>
              </a:path>
            </a:pathLst>
          </a:custGeom>
          <a:noFill xmlns:a="http://schemas.openxmlformats.org/drawingml/2006/main"/>
          <a:ln xmlns:a="http://schemas.openxmlformats.org/drawingml/2006/main" w="11948">
            <a:solidFill>
              <a:srgbClr val="101722"/>
            </a:solidFill>
            <a:prstDash val="solid"/>
          </a:ln>
        </p:spPr>
      </p:sp>
      <p:sp>
        <p:nvSpPr>
          <p:cNvPr id="1736" name="noise-stroke-414">
            <a:extLst xmlns:a="http://schemas.openxmlformats.org/drawingml/2006/main">
              <a:ext uri="{FF2B5EF4-FFF2-40B4-BE49-F238E27FC236}">
                <a16:creationId xmlns:a16="http://schemas.microsoft.com/office/drawing/2014/main" id="{023DCFD2-2223-425F-83C4-90D30210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556" y="3817525"/>
            <a:ext cx="65218" cy="9696"/>
          </a:xfrm>
          <a:custGeom xmlns:a="http://schemas.openxmlformats.org/drawingml/2006/main">
            <a:pathLst>
              <a:path w="65218" h="9696">
                <a:moveTo>
                  <a:pt x="65218" y="96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84">
            <a:solidFill>
              <a:srgbClr val="243143"/>
            </a:solidFill>
            <a:prstDash val="solid"/>
          </a:ln>
        </p:spPr>
      </p:sp>
      <p:sp>
        <p:nvSpPr>
          <p:cNvPr id="1737" name="noise-stroke-415">
            <a:extLst xmlns:a="http://schemas.openxmlformats.org/drawingml/2006/main">
              <a:ext uri="{FF2B5EF4-FFF2-40B4-BE49-F238E27FC236}">
                <a16:creationId xmlns:a16="http://schemas.microsoft.com/office/drawing/2014/main" id="{111A886C-22A7-44A6-A7B1-4F07DBAC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47" y="4095807"/>
            <a:ext cx="46196" cy="32985"/>
          </a:xfrm>
          <a:custGeom xmlns:a="http://schemas.openxmlformats.org/drawingml/2006/main">
            <a:pathLst>
              <a:path w="46196" h="32985">
                <a:moveTo>
                  <a:pt x="0" y="0"/>
                </a:moveTo>
                <a:lnTo>
                  <a:pt x="46196" y="32985"/>
                </a:lnTo>
              </a:path>
            </a:pathLst>
          </a:custGeom>
          <a:noFill xmlns:a="http://schemas.openxmlformats.org/drawingml/2006/main"/>
          <a:ln xmlns:a="http://schemas.openxmlformats.org/drawingml/2006/main" w="11137">
            <a:solidFill>
              <a:srgbClr val="101722"/>
            </a:solidFill>
            <a:prstDash val="solid"/>
          </a:ln>
        </p:spPr>
      </p:sp>
      <p:sp>
        <p:nvSpPr>
          <p:cNvPr id="1738" name="noise-stroke-416">
            <a:extLst xmlns:a="http://schemas.openxmlformats.org/drawingml/2006/main">
              <a:ext uri="{FF2B5EF4-FFF2-40B4-BE49-F238E27FC236}">
                <a16:creationId xmlns:a16="http://schemas.microsoft.com/office/drawing/2014/main" id="{028D709D-9FC3-497D-8AFD-2C35F761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95" y="2293049"/>
            <a:ext cx="28594" cy="26156"/>
          </a:xfrm>
          <a:custGeom xmlns:a="http://schemas.openxmlformats.org/drawingml/2006/main">
            <a:pathLst>
              <a:path w="28594" h="26156">
                <a:moveTo>
                  <a:pt x="28594" y="0"/>
                </a:moveTo>
                <a:lnTo>
                  <a:pt x="0" y="26156"/>
                </a:lnTo>
              </a:path>
            </a:pathLst>
          </a:custGeom>
          <a:noFill xmlns:a="http://schemas.openxmlformats.org/drawingml/2006/main"/>
          <a:ln xmlns:a="http://schemas.openxmlformats.org/drawingml/2006/main" w="10998">
            <a:solidFill>
              <a:srgbClr val="6B7685"/>
            </a:solidFill>
            <a:prstDash val="solid"/>
          </a:ln>
        </p:spPr>
      </p:sp>
      <p:sp>
        <p:nvSpPr>
          <p:cNvPr id="1739" name="noise-stroke-417">
            <a:extLst xmlns:a="http://schemas.openxmlformats.org/drawingml/2006/main">
              <a:ext uri="{FF2B5EF4-FFF2-40B4-BE49-F238E27FC236}">
                <a16:creationId xmlns:a16="http://schemas.microsoft.com/office/drawing/2014/main" id="{8CB3C5CC-6567-475F-A8DE-D9F7482C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99" y="4132964"/>
            <a:ext cx="20317" cy="21965"/>
          </a:xfrm>
          <a:custGeom xmlns:a="http://schemas.openxmlformats.org/drawingml/2006/main">
            <a:pathLst>
              <a:path w="20317" h="21965">
                <a:moveTo>
                  <a:pt x="0" y="0"/>
                </a:moveTo>
                <a:lnTo>
                  <a:pt x="20317" y="21965"/>
                </a:lnTo>
              </a:path>
            </a:pathLst>
          </a:custGeom>
          <a:noFill xmlns:a="http://schemas.openxmlformats.org/drawingml/2006/main"/>
          <a:ln xmlns:a="http://schemas.openxmlformats.org/drawingml/2006/main" w="9911">
            <a:solidFill>
              <a:srgbClr val="101722"/>
            </a:solidFill>
            <a:prstDash val="solid"/>
          </a:ln>
        </p:spPr>
      </p:sp>
      <p:sp>
        <p:nvSpPr>
          <p:cNvPr id="1740" name="noise-stroke-418">
            <a:extLst xmlns:a="http://schemas.openxmlformats.org/drawingml/2006/main">
              <a:ext uri="{FF2B5EF4-FFF2-40B4-BE49-F238E27FC236}">
                <a16:creationId xmlns:a16="http://schemas.microsoft.com/office/drawing/2014/main" id="{106D62EC-55A3-408B-88D8-3743D385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521" y="2373592"/>
            <a:ext cx="61284" cy="11859"/>
          </a:xfrm>
          <a:custGeom xmlns:a="http://schemas.openxmlformats.org/drawingml/2006/main">
            <a:pathLst>
              <a:path w="61284" h="11859">
                <a:moveTo>
                  <a:pt x="61284" y="0"/>
                </a:moveTo>
                <a:lnTo>
                  <a:pt x="0" y="11859"/>
                </a:lnTo>
              </a:path>
            </a:pathLst>
          </a:custGeom>
          <a:noFill xmlns:a="http://schemas.openxmlformats.org/drawingml/2006/main"/>
          <a:ln xmlns:a="http://schemas.openxmlformats.org/drawingml/2006/main" w="9611">
            <a:solidFill>
              <a:srgbClr val="101722"/>
            </a:solidFill>
            <a:prstDash val="solid"/>
          </a:ln>
        </p:spPr>
      </p:sp>
      <p:sp>
        <p:nvSpPr>
          <p:cNvPr id="1741" name="noise-stroke-419">
            <a:extLst xmlns:a="http://schemas.openxmlformats.org/drawingml/2006/main">
              <a:ext uri="{FF2B5EF4-FFF2-40B4-BE49-F238E27FC236}">
                <a16:creationId xmlns:a16="http://schemas.microsoft.com/office/drawing/2014/main" id="{FBDF265B-106D-41C2-A441-23D48C61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42" y="2885056"/>
            <a:ext cx="61274" cy="14059"/>
          </a:xfrm>
          <a:custGeom xmlns:a="http://schemas.openxmlformats.org/drawingml/2006/main">
            <a:pathLst>
              <a:path w="61274" h="14059">
                <a:moveTo>
                  <a:pt x="61274" y="0"/>
                </a:moveTo>
                <a:lnTo>
                  <a:pt x="0" y="14059"/>
                </a:lnTo>
              </a:path>
            </a:pathLst>
          </a:custGeom>
          <a:noFill xmlns:a="http://schemas.openxmlformats.org/drawingml/2006/main"/>
          <a:ln xmlns:a="http://schemas.openxmlformats.org/drawingml/2006/main" w="11058">
            <a:solidFill>
              <a:srgbClr val="6B7685"/>
            </a:solidFill>
            <a:prstDash val="solid"/>
          </a:ln>
        </p:spPr>
      </p:sp>
      <p:sp>
        <p:nvSpPr>
          <p:cNvPr id="1742" name="noise-stroke-420">
            <a:extLst xmlns:a="http://schemas.openxmlformats.org/drawingml/2006/main">
              <a:ext uri="{FF2B5EF4-FFF2-40B4-BE49-F238E27FC236}">
                <a16:creationId xmlns:a16="http://schemas.microsoft.com/office/drawing/2014/main" id="{DCFAA9C6-9E86-443F-9554-8B4DF3F1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707" y="3467719"/>
            <a:ext cx="9525" cy="49016"/>
          </a:xfrm>
          <a:custGeom xmlns:a="http://schemas.openxmlformats.org/drawingml/2006/main">
            <a:pathLst>
              <a:path w="9525" h="49016">
                <a:moveTo>
                  <a:pt x="0" y="0"/>
                </a:moveTo>
                <a:lnTo>
                  <a:pt x="4620" y="49016"/>
                </a:lnTo>
              </a:path>
            </a:pathLst>
          </a:custGeom>
          <a:noFill xmlns:a="http://schemas.openxmlformats.org/drawingml/2006/main"/>
          <a:ln xmlns:a="http://schemas.openxmlformats.org/drawingml/2006/main" w="12796">
            <a:solidFill>
              <a:srgbClr val="243143"/>
            </a:solidFill>
            <a:prstDash val="solid"/>
          </a:ln>
        </p:spPr>
      </p:sp>
      <p:sp>
        <p:nvSpPr>
          <p:cNvPr id="1743" name="noise-stroke-421">
            <a:extLst xmlns:a="http://schemas.openxmlformats.org/drawingml/2006/main">
              <a:ext uri="{FF2B5EF4-FFF2-40B4-BE49-F238E27FC236}">
                <a16:creationId xmlns:a16="http://schemas.microsoft.com/office/drawing/2014/main" id="{1DB9A64B-31BE-4EF0-B826-9F44431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09" y="2998356"/>
            <a:ext cx="14516" cy="31556"/>
          </a:xfrm>
          <a:custGeom xmlns:a="http://schemas.openxmlformats.org/drawingml/2006/main">
            <a:pathLst>
              <a:path w="14516" h="31556">
                <a:moveTo>
                  <a:pt x="14516" y="315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01">
            <a:solidFill>
              <a:srgbClr val="243143"/>
            </a:solidFill>
            <a:prstDash val="solid"/>
          </a:ln>
        </p:spPr>
      </p:sp>
      <p:sp>
        <p:nvSpPr>
          <p:cNvPr id="1744" name="noise-stroke-422">
            <a:extLst xmlns:a="http://schemas.openxmlformats.org/drawingml/2006/main">
              <a:ext uri="{FF2B5EF4-FFF2-40B4-BE49-F238E27FC236}">
                <a16:creationId xmlns:a16="http://schemas.microsoft.com/office/drawing/2014/main" id="{12F77D1A-CA39-4634-8DCA-A9960C20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69" y="2841012"/>
            <a:ext cx="9696" cy="64360"/>
          </a:xfrm>
          <a:custGeom xmlns:a="http://schemas.openxmlformats.org/drawingml/2006/main">
            <a:pathLst>
              <a:path w="9696" h="64360">
                <a:moveTo>
                  <a:pt x="9696" y="643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49">
            <a:solidFill>
              <a:srgbClr val="435064"/>
            </a:solidFill>
            <a:prstDash val="solid"/>
          </a:ln>
        </p:spPr>
      </p:sp>
      <p:sp>
        <p:nvSpPr>
          <p:cNvPr id="1745" name="noise-stroke-423">
            <a:extLst xmlns:a="http://schemas.openxmlformats.org/drawingml/2006/main">
              <a:ext uri="{FF2B5EF4-FFF2-40B4-BE49-F238E27FC236}">
                <a16:creationId xmlns:a16="http://schemas.microsoft.com/office/drawing/2014/main" id="{B8AFF194-359F-464F-BF69-7DE02AD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88" y="2109407"/>
            <a:ext cx="16221" cy="33842"/>
          </a:xfrm>
          <a:custGeom xmlns:a="http://schemas.openxmlformats.org/drawingml/2006/main">
            <a:pathLst>
              <a:path w="16221" h="33842">
                <a:moveTo>
                  <a:pt x="0" y="33842"/>
                </a:moveTo>
                <a:lnTo>
                  <a:pt x="16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67">
            <a:solidFill>
              <a:srgbClr val="101722"/>
            </a:solidFill>
            <a:prstDash val="solid"/>
          </a:ln>
        </p:spPr>
      </p:sp>
      <p:sp>
        <p:nvSpPr>
          <p:cNvPr id="1746" name="noise-stroke-424">
            <a:extLst xmlns:a="http://schemas.openxmlformats.org/drawingml/2006/main">
              <a:ext uri="{FF2B5EF4-FFF2-40B4-BE49-F238E27FC236}">
                <a16:creationId xmlns:a16="http://schemas.microsoft.com/office/drawing/2014/main" id="{5F066DB8-F546-462C-AC97-C3E9C88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57" y="3179388"/>
            <a:ext cx="65170" cy="9525"/>
          </a:xfrm>
          <a:custGeom xmlns:a="http://schemas.openxmlformats.org/drawingml/2006/main">
            <a:pathLst>
              <a:path w="65170" h="9525">
                <a:moveTo>
                  <a:pt x="0" y="5867"/>
                </a:moveTo>
                <a:lnTo>
                  <a:pt x="651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22">
            <a:solidFill>
              <a:srgbClr val="101722"/>
            </a:solidFill>
            <a:prstDash val="solid"/>
          </a:ln>
        </p:spPr>
      </p:sp>
      <p:sp>
        <p:nvSpPr>
          <p:cNvPr id="1747" name="noise-stroke-425">
            <a:extLst xmlns:a="http://schemas.openxmlformats.org/drawingml/2006/main">
              <a:ext uri="{FF2B5EF4-FFF2-40B4-BE49-F238E27FC236}">
                <a16:creationId xmlns:a16="http://schemas.microsoft.com/office/drawing/2014/main" id="{E5C25412-E8E5-4824-87BE-01AA1EC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53" y="2190331"/>
            <a:ext cx="54397" cy="30537"/>
          </a:xfrm>
          <a:custGeom xmlns:a="http://schemas.openxmlformats.org/drawingml/2006/main">
            <a:pathLst>
              <a:path w="54397" h="30537">
                <a:moveTo>
                  <a:pt x="0" y="0"/>
                </a:moveTo>
                <a:lnTo>
                  <a:pt x="54397" y="30537"/>
                </a:lnTo>
              </a:path>
            </a:pathLst>
          </a:custGeom>
          <a:noFill xmlns:a="http://schemas.openxmlformats.org/drawingml/2006/main"/>
          <a:ln xmlns:a="http://schemas.openxmlformats.org/drawingml/2006/main" w="10804">
            <a:solidFill>
              <a:srgbClr val="435064"/>
            </a:solidFill>
            <a:prstDash val="solid"/>
          </a:ln>
        </p:spPr>
      </p:sp>
      <p:sp>
        <p:nvSpPr>
          <p:cNvPr id="1748" name="noise-stroke-426">
            <a:extLst xmlns:a="http://schemas.openxmlformats.org/drawingml/2006/main">
              <a:ext uri="{FF2B5EF4-FFF2-40B4-BE49-F238E27FC236}">
                <a16:creationId xmlns:a16="http://schemas.microsoft.com/office/drawing/2014/main" id="{3FCB5D62-944D-483D-81F8-0BE29FB6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48" y="2579218"/>
            <a:ext cx="59674" cy="9525"/>
          </a:xfrm>
          <a:custGeom xmlns:a="http://schemas.openxmlformats.org/drawingml/2006/main">
            <a:pathLst>
              <a:path w="59674" h="9525">
                <a:moveTo>
                  <a:pt x="0" y="0"/>
                </a:moveTo>
                <a:lnTo>
                  <a:pt x="59674" y="2410"/>
                </a:lnTo>
              </a:path>
            </a:pathLst>
          </a:custGeom>
          <a:noFill xmlns:a="http://schemas.openxmlformats.org/drawingml/2006/main"/>
          <a:ln xmlns:a="http://schemas.openxmlformats.org/drawingml/2006/main" w="8211">
            <a:solidFill>
              <a:srgbClr val="6B7685"/>
            </a:solidFill>
            <a:prstDash val="solid"/>
          </a:ln>
        </p:spPr>
      </p:sp>
      <p:sp>
        <p:nvSpPr>
          <p:cNvPr id="1749" name="noise-stroke-427">
            <a:extLst xmlns:a="http://schemas.openxmlformats.org/drawingml/2006/main">
              <a:ext uri="{FF2B5EF4-FFF2-40B4-BE49-F238E27FC236}">
                <a16:creationId xmlns:a16="http://schemas.microsoft.com/office/drawing/2014/main" id="{7657865C-E468-4286-9525-33D8EE48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34" y="3597345"/>
            <a:ext cx="61817" cy="10363"/>
          </a:xfrm>
          <a:custGeom xmlns:a="http://schemas.openxmlformats.org/drawingml/2006/main">
            <a:pathLst>
              <a:path w="61817" h="10363">
                <a:moveTo>
                  <a:pt x="0" y="0"/>
                </a:moveTo>
                <a:lnTo>
                  <a:pt x="61817" y="10363"/>
                </a:lnTo>
              </a:path>
            </a:pathLst>
          </a:custGeom>
          <a:noFill xmlns:a="http://schemas.openxmlformats.org/drawingml/2006/main"/>
          <a:ln xmlns:a="http://schemas.openxmlformats.org/drawingml/2006/main" w="10585">
            <a:solidFill>
              <a:srgbClr val="101722"/>
            </a:solidFill>
            <a:prstDash val="solid"/>
          </a:ln>
        </p:spPr>
      </p:sp>
      <p:sp>
        <p:nvSpPr>
          <p:cNvPr id="1750" name="noise-stroke-428">
            <a:extLst xmlns:a="http://schemas.openxmlformats.org/drawingml/2006/main">
              <a:ext uri="{FF2B5EF4-FFF2-40B4-BE49-F238E27FC236}">
                <a16:creationId xmlns:a16="http://schemas.microsoft.com/office/drawing/2014/main" id="{9EEC00A0-024D-4B25-B281-E2045BC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47" y="2263454"/>
            <a:ext cx="26089" cy="22917"/>
          </a:xfrm>
          <a:custGeom xmlns:a="http://schemas.openxmlformats.org/drawingml/2006/main">
            <a:pathLst>
              <a:path w="26089" h="22917">
                <a:moveTo>
                  <a:pt x="0" y="22917"/>
                </a:moveTo>
                <a:lnTo>
                  <a:pt x="26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16">
            <a:solidFill>
              <a:srgbClr val="243143"/>
            </a:solidFill>
            <a:prstDash val="solid"/>
          </a:ln>
        </p:spPr>
      </p:sp>
      <p:sp>
        <p:nvSpPr>
          <p:cNvPr id="1751" name="noise-stroke-429">
            <a:extLst xmlns:a="http://schemas.openxmlformats.org/drawingml/2006/main">
              <a:ext uri="{FF2B5EF4-FFF2-40B4-BE49-F238E27FC236}">
                <a16:creationId xmlns:a16="http://schemas.microsoft.com/office/drawing/2014/main" id="{F6695602-608E-4A59-83D9-E79BCDE6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8" y="3456137"/>
            <a:ext cx="46739" cy="25584"/>
          </a:xfrm>
          <a:custGeom xmlns:a="http://schemas.openxmlformats.org/drawingml/2006/main">
            <a:pathLst>
              <a:path w="46739" h="25584">
                <a:moveTo>
                  <a:pt x="0" y="0"/>
                </a:moveTo>
                <a:lnTo>
                  <a:pt x="46739" y="25584"/>
                </a:lnTo>
              </a:path>
            </a:pathLst>
          </a:custGeom>
          <a:noFill xmlns:a="http://schemas.openxmlformats.org/drawingml/2006/main"/>
          <a:ln xmlns:a="http://schemas.openxmlformats.org/drawingml/2006/main" w="11364">
            <a:solidFill>
              <a:srgbClr val="243143"/>
            </a:solidFill>
            <a:prstDash val="solid"/>
          </a:ln>
        </p:spPr>
      </p:sp>
      <p:sp>
        <p:nvSpPr>
          <p:cNvPr id="1752" name="noise-stroke-430">
            <a:extLst xmlns:a="http://schemas.openxmlformats.org/drawingml/2006/main">
              <a:ext uri="{FF2B5EF4-FFF2-40B4-BE49-F238E27FC236}">
                <a16:creationId xmlns:a16="http://schemas.microsoft.com/office/drawing/2014/main" id="{EA526257-8DE5-4B9B-A175-8A996AF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62" y="3026854"/>
            <a:ext cx="22974" cy="51464"/>
          </a:xfrm>
          <a:custGeom xmlns:a="http://schemas.openxmlformats.org/drawingml/2006/main">
            <a:pathLst>
              <a:path w="22974" h="51464">
                <a:moveTo>
                  <a:pt x="0" y="51464"/>
                </a:moveTo>
                <a:lnTo>
                  <a:pt x="22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65">
            <a:solidFill>
              <a:srgbClr val="101722"/>
            </a:solidFill>
            <a:prstDash val="solid"/>
          </a:ln>
        </p:spPr>
      </p:sp>
      <p:sp>
        <p:nvSpPr>
          <p:cNvPr id="1753" name="noise-stroke-431">
            <a:extLst xmlns:a="http://schemas.openxmlformats.org/drawingml/2006/main">
              <a:ext uri="{FF2B5EF4-FFF2-40B4-BE49-F238E27FC236}">
                <a16:creationId xmlns:a16="http://schemas.microsoft.com/office/drawing/2014/main" id="{4D1880B3-7D0B-4307-8D6D-F176CDD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86" y="3531432"/>
            <a:ext cx="9525" cy="39129"/>
          </a:xfrm>
          <a:custGeom xmlns:a="http://schemas.openxmlformats.org/drawingml/2006/main">
            <a:pathLst>
              <a:path w="9525" h="39129">
                <a:moveTo>
                  <a:pt x="0" y="0"/>
                </a:moveTo>
                <a:lnTo>
                  <a:pt x="9087" y="39129"/>
                </a:lnTo>
              </a:path>
            </a:pathLst>
          </a:custGeom>
          <a:noFill xmlns:a="http://schemas.openxmlformats.org/drawingml/2006/main"/>
          <a:ln xmlns:a="http://schemas.openxmlformats.org/drawingml/2006/main" w="8685">
            <a:solidFill>
              <a:srgbClr val="243143"/>
            </a:solidFill>
            <a:prstDash val="solid"/>
          </a:ln>
        </p:spPr>
      </p:sp>
      <p:sp>
        <p:nvSpPr>
          <p:cNvPr id="1754" name="noise-stroke-432">
            <a:extLst xmlns:a="http://schemas.openxmlformats.org/drawingml/2006/main">
              <a:ext uri="{FF2B5EF4-FFF2-40B4-BE49-F238E27FC236}">
                <a16:creationId xmlns:a16="http://schemas.microsoft.com/office/drawing/2014/main" id="{0362DBE6-33CE-4534-A499-8BD3C7C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149" y="3308385"/>
            <a:ext cx="9525" cy="38576"/>
          </a:xfrm>
          <a:custGeom xmlns:a="http://schemas.openxmlformats.org/drawingml/2006/main">
            <a:pathLst>
              <a:path w="9525" h="38576">
                <a:moveTo>
                  <a:pt x="6734" y="385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00">
            <a:solidFill>
              <a:srgbClr val="243143"/>
            </a:solidFill>
            <a:prstDash val="solid"/>
          </a:ln>
        </p:spPr>
      </p:sp>
      <p:sp>
        <p:nvSpPr>
          <p:cNvPr id="1755" name="noise-stroke-433">
            <a:extLst xmlns:a="http://schemas.openxmlformats.org/drawingml/2006/main">
              <a:ext uri="{FF2B5EF4-FFF2-40B4-BE49-F238E27FC236}">
                <a16:creationId xmlns:a16="http://schemas.microsoft.com/office/drawing/2014/main" id="{C0D8456E-98A6-4798-BA27-E9FD05D3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23" y="3512391"/>
            <a:ext cx="13983" cy="37700"/>
          </a:xfrm>
          <a:custGeom xmlns:a="http://schemas.openxmlformats.org/drawingml/2006/main">
            <a:pathLst>
              <a:path w="13983" h="37700">
                <a:moveTo>
                  <a:pt x="13983" y="0"/>
                </a:moveTo>
                <a:lnTo>
                  <a:pt x="0" y="37700"/>
                </a:lnTo>
              </a:path>
            </a:pathLst>
          </a:custGeom>
          <a:noFill xmlns:a="http://schemas.openxmlformats.org/drawingml/2006/main"/>
          <a:ln xmlns:a="http://schemas.openxmlformats.org/drawingml/2006/main" w="12815">
            <a:solidFill>
              <a:srgbClr val="101722"/>
            </a:solidFill>
            <a:prstDash val="solid"/>
          </a:ln>
        </p:spPr>
      </p:sp>
      <p:sp>
        <p:nvSpPr>
          <p:cNvPr id="1756" name="noise-stroke-434">
            <a:extLst xmlns:a="http://schemas.openxmlformats.org/drawingml/2006/main">
              <a:ext uri="{FF2B5EF4-FFF2-40B4-BE49-F238E27FC236}">
                <a16:creationId xmlns:a16="http://schemas.microsoft.com/office/drawing/2014/main" id="{D803F2B2-677C-423E-ADF8-B1E22E1D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749" y="2987316"/>
            <a:ext cx="9525" cy="37490"/>
          </a:xfrm>
          <a:custGeom xmlns:a="http://schemas.openxmlformats.org/drawingml/2006/main">
            <a:pathLst>
              <a:path w="9525" h="37490">
                <a:moveTo>
                  <a:pt x="0" y="0"/>
                </a:moveTo>
                <a:lnTo>
                  <a:pt x="6372" y="37490"/>
                </a:lnTo>
              </a:path>
            </a:pathLst>
          </a:custGeom>
          <a:noFill xmlns:a="http://schemas.openxmlformats.org/drawingml/2006/main"/>
          <a:ln xmlns:a="http://schemas.openxmlformats.org/drawingml/2006/main" w="9924">
            <a:solidFill>
              <a:srgbClr val="101722"/>
            </a:solidFill>
            <a:prstDash val="solid"/>
          </a:ln>
        </p:spPr>
      </p:sp>
      <p:sp>
        <p:nvSpPr>
          <p:cNvPr id="1757" name="noise-stroke-435">
            <a:extLst xmlns:a="http://schemas.openxmlformats.org/drawingml/2006/main">
              <a:ext uri="{FF2B5EF4-FFF2-40B4-BE49-F238E27FC236}">
                <a16:creationId xmlns:a16="http://schemas.microsoft.com/office/drawing/2014/main" id="{AF1A40E1-E5C8-490C-B45D-3A63094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01" y="2192712"/>
            <a:ext cx="13602" cy="53464"/>
          </a:xfrm>
          <a:custGeom xmlns:a="http://schemas.openxmlformats.org/drawingml/2006/main">
            <a:pathLst>
              <a:path w="13602" h="53464">
                <a:moveTo>
                  <a:pt x="13602" y="534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28">
            <a:solidFill>
              <a:srgbClr val="435064"/>
            </a:solidFill>
            <a:prstDash val="solid"/>
          </a:ln>
        </p:spPr>
      </p:sp>
      <p:sp>
        <p:nvSpPr>
          <p:cNvPr id="1758" name="noise-stroke-436">
            <a:extLst xmlns:a="http://schemas.openxmlformats.org/drawingml/2006/main">
              <a:ext uri="{FF2B5EF4-FFF2-40B4-BE49-F238E27FC236}">
                <a16:creationId xmlns:a16="http://schemas.microsoft.com/office/drawing/2014/main" id="{AFFC1526-509A-4157-A1CD-8993F284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128" y="2747058"/>
            <a:ext cx="22574" cy="19126"/>
          </a:xfrm>
          <a:custGeom xmlns:a="http://schemas.openxmlformats.org/drawingml/2006/main">
            <a:pathLst>
              <a:path w="22574" h="19126">
                <a:moveTo>
                  <a:pt x="0" y="19126"/>
                </a:moveTo>
                <a:lnTo>
                  <a:pt x="225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64">
            <a:solidFill>
              <a:srgbClr val="435064"/>
            </a:solidFill>
            <a:prstDash val="solid"/>
          </a:ln>
        </p:spPr>
      </p:sp>
      <p:sp>
        <p:nvSpPr>
          <p:cNvPr id="1759" name="noise-stroke-437">
            <a:extLst xmlns:a="http://schemas.openxmlformats.org/drawingml/2006/main">
              <a:ext uri="{FF2B5EF4-FFF2-40B4-BE49-F238E27FC236}">
                <a16:creationId xmlns:a16="http://schemas.microsoft.com/office/drawing/2014/main" id="{03CBD35F-216A-4971-996F-05BF93EE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31" y="2742657"/>
            <a:ext cx="52464" cy="19279"/>
          </a:xfrm>
          <a:custGeom xmlns:a="http://schemas.openxmlformats.org/drawingml/2006/main">
            <a:pathLst>
              <a:path w="52464" h="19279">
                <a:moveTo>
                  <a:pt x="52464" y="0"/>
                </a:moveTo>
                <a:lnTo>
                  <a:pt x="0" y="19279"/>
                </a:lnTo>
              </a:path>
            </a:pathLst>
          </a:custGeom>
          <a:noFill xmlns:a="http://schemas.openxmlformats.org/drawingml/2006/main"/>
          <a:ln xmlns:a="http://schemas.openxmlformats.org/drawingml/2006/main" w="8624">
            <a:solidFill>
              <a:srgbClr val="435064"/>
            </a:solidFill>
            <a:prstDash val="solid"/>
          </a:ln>
        </p:spPr>
      </p:sp>
      <p:sp>
        <p:nvSpPr>
          <p:cNvPr id="1760" name="noise-stroke-438">
            <a:extLst xmlns:a="http://schemas.openxmlformats.org/drawingml/2006/main">
              <a:ext uri="{FF2B5EF4-FFF2-40B4-BE49-F238E27FC236}">
                <a16:creationId xmlns:a16="http://schemas.microsoft.com/office/drawing/2014/main" id="{76A94A21-6F95-472D-AA2C-8D07A27E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173" y="2930719"/>
            <a:ext cx="22717" cy="19002"/>
          </a:xfrm>
          <a:custGeom xmlns:a="http://schemas.openxmlformats.org/drawingml/2006/main">
            <a:pathLst>
              <a:path w="22717" h="19002">
                <a:moveTo>
                  <a:pt x="0" y="19002"/>
                </a:moveTo>
                <a:lnTo>
                  <a:pt x="227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23">
            <a:solidFill>
              <a:srgbClr val="243143"/>
            </a:solidFill>
            <a:prstDash val="solid"/>
          </a:ln>
        </p:spPr>
      </p:sp>
      <p:sp>
        <p:nvSpPr>
          <p:cNvPr id="1761" name="noise-stroke-439">
            <a:extLst xmlns:a="http://schemas.openxmlformats.org/drawingml/2006/main">
              <a:ext uri="{FF2B5EF4-FFF2-40B4-BE49-F238E27FC236}">
                <a16:creationId xmlns:a16="http://schemas.microsoft.com/office/drawing/2014/main" id="{484EC3F4-F88C-4AF8-8B0F-64E2133A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409" y="2812828"/>
            <a:ext cx="9525" cy="36747"/>
          </a:xfrm>
          <a:custGeom xmlns:a="http://schemas.openxmlformats.org/drawingml/2006/main">
            <a:pathLst>
              <a:path w="9525" h="36747">
                <a:moveTo>
                  <a:pt x="5829" y="367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8">
            <a:solidFill>
              <a:srgbClr val="243143"/>
            </a:solidFill>
            <a:prstDash val="solid"/>
          </a:ln>
        </p:spPr>
      </p:sp>
      <p:sp>
        <p:nvSpPr>
          <p:cNvPr id="1762" name="noise-stroke-440">
            <a:extLst xmlns:a="http://schemas.openxmlformats.org/drawingml/2006/main">
              <a:ext uri="{FF2B5EF4-FFF2-40B4-BE49-F238E27FC236}">
                <a16:creationId xmlns:a16="http://schemas.microsoft.com/office/drawing/2014/main" id="{C71BA94A-7609-45DB-972D-D695D0C0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463" y="2257187"/>
            <a:ext cx="32966" cy="9525"/>
          </a:xfrm>
          <a:custGeom xmlns:a="http://schemas.openxmlformats.org/drawingml/2006/main">
            <a:pathLst>
              <a:path w="32966" h="9525">
                <a:moveTo>
                  <a:pt x="32966" y="0"/>
                </a:moveTo>
                <a:lnTo>
                  <a:pt x="0" y="7039"/>
                </a:lnTo>
              </a:path>
            </a:pathLst>
          </a:custGeom>
          <a:noFill xmlns:a="http://schemas.openxmlformats.org/drawingml/2006/main"/>
          <a:ln xmlns:a="http://schemas.openxmlformats.org/drawingml/2006/main" w="10149">
            <a:solidFill>
              <a:srgbClr val="101722"/>
            </a:solidFill>
            <a:prstDash val="solid"/>
          </a:ln>
        </p:spPr>
      </p:sp>
      <p:sp>
        <p:nvSpPr>
          <p:cNvPr id="1763" name="noise-stroke-441">
            <a:extLst xmlns:a="http://schemas.openxmlformats.org/drawingml/2006/main">
              <a:ext uri="{FF2B5EF4-FFF2-40B4-BE49-F238E27FC236}">
                <a16:creationId xmlns:a16="http://schemas.microsoft.com/office/drawing/2014/main" id="{F350AD45-6DD2-4AA1-8B68-35101E85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005" y="4011254"/>
            <a:ext cx="17564" cy="23422"/>
          </a:xfrm>
          <a:custGeom xmlns:a="http://schemas.openxmlformats.org/drawingml/2006/main">
            <a:pathLst>
              <a:path w="17564" h="23422">
                <a:moveTo>
                  <a:pt x="17564" y="234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18">
            <a:solidFill>
              <a:srgbClr val="243143"/>
            </a:solidFill>
            <a:prstDash val="solid"/>
          </a:ln>
        </p:spPr>
      </p:sp>
      <p:sp>
        <p:nvSpPr>
          <p:cNvPr id="1764" name="noise-stroke-442">
            <a:extLst xmlns:a="http://schemas.openxmlformats.org/drawingml/2006/main">
              <a:ext uri="{FF2B5EF4-FFF2-40B4-BE49-F238E27FC236}">
                <a16:creationId xmlns:a16="http://schemas.microsoft.com/office/drawing/2014/main" id="{327D1008-FA3C-445C-88F4-1768229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313" y="3312652"/>
            <a:ext cx="21869" cy="30509"/>
          </a:xfrm>
          <a:custGeom xmlns:a="http://schemas.openxmlformats.org/drawingml/2006/main">
            <a:pathLst>
              <a:path w="21869" h="30509">
                <a:moveTo>
                  <a:pt x="0" y="0"/>
                </a:moveTo>
                <a:lnTo>
                  <a:pt x="21869" y="30509"/>
                </a:lnTo>
              </a:path>
            </a:pathLst>
          </a:custGeom>
          <a:noFill xmlns:a="http://schemas.openxmlformats.org/drawingml/2006/main"/>
          <a:ln xmlns:a="http://schemas.openxmlformats.org/drawingml/2006/main" w="10009">
            <a:solidFill>
              <a:srgbClr val="101722"/>
            </a:solidFill>
            <a:prstDash val="solid"/>
          </a:ln>
        </p:spPr>
      </p:sp>
      <p:sp>
        <p:nvSpPr>
          <p:cNvPr id="1765" name="noise-stroke-443">
            <a:extLst xmlns:a="http://schemas.openxmlformats.org/drawingml/2006/main">
              <a:ext uri="{FF2B5EF4-FFF2-40B4-BE49-F238E27FC236}">
                <a16:creationId xmlns:a16="http://schemas.microsoft.com/office/drawing/2014/main" id="{FC2CFEA9-A020-4FD9-8FE9-1FC1BDFD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403" y="3536499"/>
            <a:ext cx="26784" cy="23889"/>
          </a:xfrm>
          <a:custGeom xmlns:a="http://schemas.openxmlformats.org/drawingml/2006/main">
            <a:pathLst>
              <a:path w="26784" h="23889">
                <a:moveTo>
                  <a:pt x="0" y="0"/>
                </a:moveTo>
                <a:lnTo>
                  <a:pt x="26784" y="23889"/>
                </a:lnTo>
              </a:path>
            </a:pathLst>
          </a:custGeom>
          <a:noFill xmlns:a="http://schemas.openxmlformats.org/drawingml/2006/main"/>
          <a:ln xmlns:a="http://schemas.openxmlformats.org/drawingml/2006/main" w="7830">
            <a:solidFill>
              <a:srgbClr val="243143"/>
            </a:solidFill>
            <a:prstDash val="solid"/>
          </a:ln>
        </p:spPr>
      </p:sp>
      <p:sp>
        <p:nvSpPr>
          <p:cNvPr id="1766" name="noise-stroke-444">
            <a:extLst xmlns:a="http://schemas.openxmlformats.org/drawingml/2006/main">
              <a:ext uri="{FF2B5EF4-FFF2-40B4-BE49-F238E27FC236}">
                <a16:creationId xmlns:a16="http://schemas.microsoft.com/office/drawing/2014/main" id="{292E6D03-134A-4109-A626-6C3587D3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377"/>
            <a:ext cx="26260" cy="28337"/>
          </a:xfrm>
          <a:custGeom xmlns:a="http://schemas.openxmlformats.org/drawingml/2006/main">
            <a:pathLst>
              <a:path w="26260" h="28337">
                <a:moveTo>
                  <a:pt x="26260" y="283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68">
            <a:solidFill>
              <a:srgbClr val="243143"/>
            </a:solidFill>
            <a:prstDash val="solid"/>
          </a:ln>
        </p:spPr>
      </p:sp>
      <p:sp>
        <p:nvSpPr>
          <p:cNvPr id="1767" name="noise-stroke-445">
            <a:extLst xmlns:a="http://schemas.openxmlformats.org/drawingml/2006/main">
              <a:ext uri="{FF2B5EF4-FFF2-40B4-BE49-F238E27FC236}">
                <a16:creationId xmlns:a16="http://schemas.microsoft.com/office/drawing/2014/main" id="{BF965A75-152F-4C4D-8D90-60406B8B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91" y="2206990"/>
            <a:ext cx="50225" cy="10525"/>
          </a:xfrm>
          <a:custGeom xmlns:a="http://schemas.openxmlformats.org/drawingml/2006/main">
            <a:pathLst>
              <a:path w="50225" h="10525">
                <a:moveTo>
                  <a:pt x="50225" y="0"/>
                </a:moveTo>
                <a:lnTo>
                  <a:pt x="0" y="10525"/>
                </a:lnTo>
              </a:path>
            </a:pathLst>
          </a:custGeom>
          <a:noFill xmlns:a="http://schemas.openxmlformats.org/drawingml/2006/main"/>
          <a:ln xmlns:a="http://schemas.openxmlformats.org/drawingml/2006/main" w="12132">
            <a:solidFill>
              <a:srgbClr val="435064"/>
            </a:solidFill>
            <a:prstDash val="solid"/>
          </a:ln>
        </p:spPr>
      </p:sp>
      <p:sp>
        <p:nvSpPr>
          <p:cNvPr id="1768" name="noise-stroke-446">
            <a:extLst xmlns:a="http://schemas.openxmlformats.org/drawingml/2006/main">
              <a:ext uri="{FF2B5EF4-FFF2-40B4-BE49-F238E27FC236}">
                <a16:creationId xmlns:a16="http://schemas.microsoft.com/office/drawing/2014/main" id="{92E32B05-DEBE-4DD0-86E4-6F385089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57" y="2281018"/>
            <a:ext cx="32490" cy="9525"/>
          </a:xfrm>
          <a:custGeom xmlns:a="http://schemas.openxmlformats.org/drawingml/2006/main">
            <a:pathLst>
              <a:path w="32490" h="9525">
                <a:moveTo>
                  <a:pt x="0" y="2486"/>
                </a:moveTo>
                <a:lnTo>
                  <a:pt x="32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35">
            <a:solidFill>
              <a:srgbClr val="435064"/>
            </a:solidFill>
            <a:prstDash val="solid"/>
          </a:ln>
        </p:spPr>
      </p:sp>
      <p:sp>
        <p:nvSpPr>
          <p:cNvPr id="1769" name="noise-stroke-447">
            <a:extLst xmlns:a="http://schemas.openxmlformats.org/drawingml/2006/main">
              <a:ext uri="{FF2B5EF4-FFF2-40B4-BE49-F238E27FC236}">
                <a16:creationId xmlns:a16="http://schemas.microsoft.com/office/drawing/2014/main" id="{AA7F83EC-06D5-4F04-B594-B9D886BC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1" y="4029446"/>
            <a:ext cx="23003" cy="18164"/>
          </a:xfrm>
          <a:custGeom xmlns:a="http://schemas.openxmlformats.org/drawingml/2006/main">
            <a:pathLst>
              <a:path w="23003" h="18164">
                <a:moveTo>
                  <a:pt x="0" y="18164"/>
                </a:moveTo>
                <a:lnTo>
                  <a:pt x="23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12">
            <a:solidFill>
              <a:srgbClr val="243143"/>
            </a:solidFill>
            <a:prstDash val="solid"/>
          </a:ln>
        </p:spPr>
      </p:sp>
      <p:sp>
        <p:nvSpPr>
          <p:cNvPr id="1770" name="noise-stroke-448">
            <a:extLst xmlns:a="http://schemas.openxmlformats.org/drawingml/2006/main">
              <a:ext uri="{FF2B5EF4-FFF2-40B4-BE49-F238E27FC236}">
                <a16:creationId xmlns:a16="http://schemas.microsoft.com/office/drawing/2014/main" id="{7D6B36C5-25CF-4945-925A-79F3B277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532" y="2855433"/>
            <a:ext cx="21784" cy="62436"/>
          </a:xfrm>
          <a:custGeom xmlns:a="http://schemas.openxmlformats.org/drawingml/2006/main">
            <a:pathLst>
              <a:path w="21784" h="62436">
                <a:moveTo>
                  <a:pt x="0" y="0"/>
                </a:moveTo>
                <a:lnTo>
                  <a:pt x="21784" y="62436"/>
                </a:lnTo>
              </a:path>
            </a:pathLst>
          </a:custGeom>
          <a:noFill xmlns:a="http://schemas.openxmlformats.org/drawingml/2006/main"/>
          <a:ln xmlns:a="http://schemas.openxmlformats.org/drawingml/2006/main" w="11287">
            <a:solidFill>
              <a:srgbClr val="6B7685"/>
            </a:solidFill>
            <a:prstDash val="solid"/>
          </a:ln>
        </p:spPr>
      </p:sp>
      <p:sp>
        <p:nvSpPr>
          <p:cNvPr id="1771" name="noise-stroke-449">
            <a:extLst xmlns:a="http://schemas.openxmlformats.org/drawingml/2006/main">
              <a:ext uri="{FF2B5EF4-FFF2-40B4-BE49-F238E27FC236}">
                <a16:creationId xmlns:a16="http://schemas.microsoft.com/office/drawing/2014/main" id="{44D1332D-92CC-4B82-AA44-0D41641B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570" y="2911916"/>
            <a:ext cx="20079" cy="30575"/>
          </a:xfrm>
          <a:custGeom xmlns:a="http://schemas.openxmlformats.org/drawingml/2006/main">
            <a:pathLst>
              <a:path w="20079" h="30575">
                <a:moveTo>
                  <a:pt x="20079" y="30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68">
            <a:solidFill>
              <a:srgbClr val="101722"/>
            </a:solidFill>
            <a:prstDash val="solid"/>
          </a:ln>
        </p:spPr>
      </p:sp>
      <p:sp>
        <p:nvSpPr>
          <p:cNvPr id="1772" name="noise-stroke-450">
            <a:extLst xmlns:a="http://schemas.openxmlformats.org/drawingml/2006/main">
              <a:ext uri="{FF2B5EF4-FFF2-40B4-BE49-F238E27FC236}">
                <a16:creationId xmlns:a16="http://schemas.microsoft.com/office/drawing/2014/main" id="{4BA04EF2-C146-403B-8180-F80D4F54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769" y="2296754"/>
            <a:ext cx="53188" cy="34080"/>
          </a:xfrm>
          <a:custGeom xmlns:a="http://schemas.openxmlformats.org/drawingml/2006/main">
            <a:pathLst>
              <a:path w="53188" h="34080">
                <a:moveTo>
                  <a:pt x="0" y="34080"/>
                </a:moveTo>
                <a:lnTo>
                  <a:pt x="53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04">
            <a:solidFill>
              <a:srgbClr val="6B7685"/>
            </a:solidFill>
            <a:prstDash val="solid"/>
          </a:ln>
        </p:spPr>
      </p:sp>
      <p:sp>
        <p:nvSpPr>
          <p:cNvPr id="1773" name="network-layer-01-top">
            <a:extLst xmlns:a="http://schemas.openxmlformats.org/drawingml/2006/main">
              <a:ext uri="{FF2B5EF4-FFF2-40B4-BE49-F238E27FC236}">
                <a16:creationId xmlns:a16="http://schemas.microsoft.com/office/drawing/2014/main" id="{B28EBB6D-A7A5-42A3-A1E0-AFAEAA18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352425" cy="104775"/>
          </a:xfrm>
          <a:custGeom xmlns:a="http://schemas.openxmlformats.org/drawingml/2006/main">
            <a:pathLst>
              <a:path w="352425" h="104775">
                <a:moveTo>
                  <a:pt x="0" y="57150"/>
                </a:moveTo>
                <a:lnTo>
                  <a:pt x="85725" y="0"/>
                </a:lnTo>
                <a:lnTo>
                  <a:pt x="352425" y="47625"/>
                </a:lnTo>
                <a:lnTo>
                  <a:pt x="26670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74" name="network-layer-01-side">
            <a:extLst xmlns:a="http://schemas.openxmlformats.org/drawingml/2006/main">
              <a:ext uri="{FF2B5EF4-FFF2-40B4-BE49-F238E27FC236}">
                <a16:creationId xmlns:a16="http://schemas.microsoft.com/office/drawing/2014/main" id="{4CA892EB-7A74-4B1B-89CF-0BEE39D8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62175"/>
            <a:ext cx="85725" cy="2114550"/>
          </a:xfrm>
          <a:custGeom xmlns:a="http://schemas.openxmlformats.org/drawingml/2006/main">
            <a:pathLst>
              <a:path w="85725" h="2114550">
                <a:moveTo>
                  <a:pt x="0" y="57150"/>
                </a:moveTo>
                <a:lnTo>
                  <a:pt x="85725" y="0"/>
                </a:lnTo>
                <a:lnTo>
                  <a:pt x="85725" y="205740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75" name="network-layer-01-face">
            <a:extLst xmlns:a="http://schemas.openxmlformats.org/drawingml/2006/main">
              <a:ext uri="{FF2B5EF4-FFF2-40B4-BE49-F238E27FC236}">
                <a16:creationId xmlns:a16="http://schemas.microsoft.com/office/drawing/2014/main" id="{12298C80-F633-48A7-B4E5-F4A77964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0"/>
                </a:moveTo>
                <a:lnTo>
                  <a:pt x="266700" y="47625"/>
                </a:lnTo>
                <a:lnTo>
                  <a:pt x="266700" y="2105025"/>
                </a:lnTo>
                <a:lnTo>
                  <a:pt x="0" y="2152650"/>
                </a:lnTo>
                <a:close/>
              </a:path>
            </a:pathLst>
          </a:custGeom>
          <a:solidFill xmlns:a="http://schemas.openxmlformats.org/drawingml/2006/main">
            <a:srgbClr val="575184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76" name="network-layer-02-top">
            <a:extLst xmlns:a="http://schemas.openxmlformats.org/drawingml/2006/main">
              <a:ext uri="{FF2B5EF4-FFF2-40B4-BE49-F238E27FC236}">
                <a16:creationId xmlns:a16="http://schemas.microsoft.com/office/drawing/2014/main" id="{49544BD8-70DE-4560-8C49-E842BD5F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371475" cy="104775"/>
          </a:xfrm>
          <a:custGeom xmlns:a="http://schemas.openxmlformats.org/drawingml/2006/main">
            <a:pathLst>
              <a:path w="371475" h="104775">
                <a:moveTo>
                  <a:pt x="0" y="57150"/>
                </a:moveTo>
                <a:lnTo>
                  <a:pt x="85725" y="0"/>
                </a:lnTo>
                <a:lnTo>
                  <a:pt x="371475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77" name="network-layer-02-side">
            <a:extLst xmlns:a="http://schemas.openxmlformats.org/drawingml/2006/main">
              <a:ext uri="{FF2B5EF4-FFF2-40B4-BE49-F238E27FC236}">
                <a16:creationId xmlns:a16="http://schemas.microsoft.com/office/drawing/2014/main" id="{8E9B21E1-17B1-4A6E-866C-47370EF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14575"/>
            <a:ext cx="85725" cy="1809750"/>
          </a:xfrm>
          <a:custGeom xmlns:a="http://schemas.openxmlformats.org/drawingml/2006/main">
            <a:pathLst>
              <a:path w="85725" h="1809750">
                <a:moveTo>
                  <a:pt x="0" y="57150"/>
                </a:moveTo>
                <a:lnTo>
                  <a:pt x="85725" y="0"/>
                </a:lnTo>
                <a:lnTo>
                  <a:pt x="85725" y="1752600"/>
                </a:lnTo>
                <a:lnTo>
                  <a:pt x="0" y="18097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78" name="network-layer-02-face">
            <a:extLst xmlns:a="http://schemas.openxmlformats.org/drawingml/2006/main">
              <a:ext uri="{FF2B5EF4-FFF2-40B4-BE49-F238E27FC236}">
                <a16:creationId xmlns:a16="http://schemas.microsoft.com/office/drawing/2014/main" id="{5AFDF19B-0ECE-42D0-98AC-EEE066D3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0"/>
                </a:moveTo>
                <a:lnTo>
                  <a:pt x="285750" y="47625"/>
                </a:lnTo>
                <a:lnTo>
                  <a:pt x="285750" y="1800225"/>
                </a:lnTo>
                <a:lnTo>
                  <a:pt x="0" y="1847850"/>
                </a:lnTo>
                <a:close/>
              </a:path>
            </a:pathLst>
          </a:custGeom>
          <a:solidFill xmlns:a="http://schemas.openxmlformats.org/drawingml/2006/main">
            <a:srgbClr val="686297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79" name="network-layer-03-top">
            <a:extLst xmlns:a="http://schemas.openxmlformats.org/drawingml/2006/main">
              <a:ext uri="{FF2B5EF4-FFF2-40B4-BE49-F238E27FC236}">
                <a16:creationId xmlns:a16="http://schemas.microsoft.com/office/drawing/2014/main" id="{F5D032EE-840B-46EB-AC98-B38D2CA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28875"/>
            <a:ext cx="381000" cy="104775"/>
          </a:xfrm>
          <a:custGeom xmlns:a="http://schemas.openxmlformats.org/drawingml/2006/main">
            <a:pathLst>
              <a:path w="381000" h="104775">
                <a:moveTo>
                  <a:pt x="0" y="57150"/>
                </a:moveTo>
                <a:lnTo>
                  <a:pt x="85725" y="0"/>
                </a:lnTo>
                <a:lnTo>
                  <a:pt x="381000" y="47625"/>
                </a:lnTo>
                <a:lnTo>
                  <a:pt x="295275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80" name="network-layer-03-side">
            <a:extLst xmlns:a="http://schemas.openxmlformats.org/drawingml/2006/main">
              <a:ext uri="{FF2B5EF4-FFF2-40B4-BE49-F238E27FC236}">
                <a16:creationId xmlns:a16="http://schemas.microsoft.com/office/drawing/2014/main" id="{A795F18F-3CC6-4C7F-9F31-5B726772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85725" cy="1485900"/>
          </a:xfrm>
          <a:custGeom xmlns:a="http://schemas.openxmlformats.org/drawingml/2006/main">
            <a:pathLst>
              <a:path w="85725" h="1485900">
                <a:moveTo>
                  <a:pt x="0" y="57150"/>
                </a:moveTo>
                <a:lnTo>
                  <a:pt x="85725" y="0"/>
                </a:lnTo>
                <a:lnTo>
                  <a:pt x="85725" y="1428750"/>
                </a:lnTo>
                <a:lnTo>
                  <a:pt x="0" y="14859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81" name="network-layer-03-face">
            <a:extLst xmlns:a="http://schemas.openxmlformats.org/drawingml/2006/main">
              <a:ext uri="{FF2B5EF4-FFF2-40B4-BE49-F238E27FC236}">
                <a16:creationId xmlns:a16="http://schemas.microsoft.com/office/drawing/2014/main" id="{65C40D37-B62D-4B4D-B640-678C5189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0"/>
                </a:moveTo>
                <a:lnTo>
                  <a:pt x="295275" y="47625"/>
                </a:lnTo>
                <a:lnTo>
                  <a:pt x="295275" y="1476375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7A74A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82" name="network-layer-04-top">
            <a:extLst xmlns:a="http://schemas.openxmlformats.org/drawingml/2006/main">
              <a:ext uri="{FF2B5EF4-FFF2-40B4-BE49-F238E27FC236}">
                <a16:creationId xmlns:a16="http://schemas.microsoft.com/office/drawing/2014/main" id="{86DBBB2E-6E29-445C-885C-893F1A7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371475" cy="104775"/>
          </a:xfrm>
          <a:custGeom xmlns:a="http://schemas.openxmlformats.org/drawingml/2006/main">
            <a:pathLst>
              <a:path w="371475" h="104775">
                <a:moveTo>
                  <a:pt x="0" y="57150"/>
                </a:moveTo>
                <a:lnTo>
                  <a:pt x="85725" y="0"/>
                </a:lnTo>
                <a:lnTo>
                  <a:pt x="371475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83" name="network-layer-04-side">
            <a:extLst xmlns:a="http://schemas.openxmlformats.org/drawingml/2006/main">
              <a:ext uri="{FF2B5EF4-FFF2-40B4-BE49-F238E27FC236}">
                <a16:creationId xmlns:a16="http://schemas.microsoft.com/office/drawing/2014/main" id="{F7E4EF9C-B3A3-4B46-8473-14095953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38425"/>
            <a:ext cx="85725" cy="1162050"/>
          </a:xfrm>
          <a:custGeom xmlns:a="http://schemas.openxmlformats.org/drawingml/2006/main">
            <a:pathLst>
              <a:path w="85725" h="1162050">
                <a:moveTo>
                  <a:pt x="0" y="57150"/>
                </a:moveTo>
                <a:lnTo>
                  <a:pt x="85725" y="0"/>
                </a:lnTo>
                <a:lnTo>
                  <a:pt x="85725" y="1104900"/>
                </a:lnTo>
                <a:lnTo>
                  <a:pt x="0" y="11620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84" name="network-layer-04-face">
            <a:extLst xmlns:a="http://schemas.openxmlformats.org/drawingml/2006/main">
              <a:ext uri="{FF2B5EF4-FFF2-40B4-BE49-F238E27FC236}">
                <a16:creationId xmlns:a16="http://schemas.microsoft.com/office/drawing/2014/main" id="{E3C37914-FFC2-4A2F-8231-06713454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0"/>
                </a:moveTo>
                <a:lnTo>
                  <a:pt x="285750" y="47625"/>
                </a:lnTo>
                <a:lnTo>
                  <a:pt x="285750" y="1152525"/>
                </a:lnTo>
                <a:lnTo>
                  <a:pt x="0" y="1200150"/>
                </a:lnTo>
                <a:close/>
              </a:path>
            </a:pathLst>
          </a:custGeom>
          <a:solidFill xmlns:a="http://schemas.openxmlformats.org/drawingml/2006/main">
            <a:srgbClr val="8D88B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85" name="network-layer-05-top">
            <a:extLst xmlns:a="http://schemas.openxmlformats.org/drawingml/2006/main">
              <a:ext uri="{FF2B5EF4-FFF2-40B4-BE49-F238E27FC236}">
                <a16:creationId xmlns:a16="http://schemas.microsoft.com/office/drawing/2014/main" id="{076793B2-7910-44AC-9F51-1CC808AA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62250"/>
            <a:ext cx="314325" cy="104775"/>
          </a:xfrm>
          <a:custGeom xmlns:a="http://schemas.openxmlformats.org/drawingml/2006/main">
            <a:pathLst>
              <a:path w="314325" h="104775">
                <a:moveTo>
                  <a:pt x="0" y="57150"/>
                </a:moveTo>
                <a:lnTo>
                  <a:pt x="85725" y="0"/>
                </a:lnTo>
                <a:lnTo>
                  <a:pt x="314325" y="47625"/>
                </a:lnTo>
                <a:lnTo>
                  <a:pt x="22860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86" name="network-layer-05-side">
            <a:extLst xmlns:a="http://schemas.openxmlformats.org/drawingml/2006/main">
              <a:ext uri="{FF2B5EF4-FFF2-40B4-BE49-F238E27FC236}">
                <a16:creationId xmlns:a16="http://schemas.microsoft.com/office/drawing/2014/main" id="{C7392149-606E-4E88-B1FF-C4588045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9875"/>
            <a:ext cx="85725" cy="819150"/>
          </a:xfrm>
          <a:custGeom xmlns:a="http://schemas.openxmlformats.org/drawingml/2006/main">
            <a:pathLst>
              <a:path w="85725" h="819150">
                <a:moveTo>
                  <a:pt x="0" y="57150"/>
                </a:moveTo>
                <a:lnTo>
                  <a:pt x="85725" y="0"/>
                </a:lnTo>
                <a:lnTo>
                  <a:pt x="85725" y="76200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87" name="network-layer-05-face">
            <a:extLst xmlns:a="http://schemas.openxmlformats.org/drawingml/2006/main">
              <a:ext uri="{FF2B5EF4-FFF2-40B4-BE49-F238E27FC236}">
                <a16:creationId xmlns:a16="http://schemas.microsoft.com/office/drawing/2014/main" id="{65609FA0-8864-496B-AE72-CFDF89E6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0"/>
                </a:moveTo>
                <a:lnTo>
                  <a:pt x="228600" y="47625"/>
                </a:lnTo>
                <a:lnTo>
                  <a:pt x="228600" y="809625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A09BC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88" name="network-layer-06-top">
            <a:extLst xmlns:a="http://schemas.openxmlformats.org/drawingml/2006/main">
              <a:ext uri="{FF2B5EF4-FFF2-40B4-BE49-F238E27FC236}">
                <a16:creationId xmlns:a16="http://schemas.microsoft.com/office/drawing/2014/main" id="{9BD8B022-CC71-4BF4-A848-D480CA7C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33700"/>
            <a:ext cx="257175" cy="104775"/>
          </a:xfrm>
          <a:custGeom xmlns:a="http://schemas.openxmlformats.org/drawingml/2006/main">
            <a:pathLst>
              <a:path w="257175" h="104775">
                <a:moveTo>
                  <a:pt x="0" y="57150"/>
                </a:moveTo>
                <a:lnTo>
                  <a:pt x="85725" y="0"/>
                </a:lnTo>
                <a:lnTo>
                  <a:pt x="257175" y="47625"/>
                </a:lnTo>
                <a:lnTo>
                  <a:pt x="17145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89" name="network-layer-06-side">
            <a:extLst xmlns:a="http://schemas.openxmlformats.org/drawingml/2006/main">
              <a:ext uri="{FF2B5EF4-FFF2-40B4-BE49-F238E27FC236}">
                <a16:creationId xmlns:a16="http://schemas.microsoft.com/office/drawing/2014/main" id="{0A2E6631-8860-4F23-9BA8-09C39E9C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81325"/>
            <a:ext cx="85725" cy="476250"/>
          </a:xfrm>
          <a:custGeom xmlns:a="http://schemas.openxmlformats.org/drawingml/2006/main">
            <a:pathLst>
              <a:path w="85725" h="476250">
                <a:moveTo>
                  <a:pt x="0" y="57150"/>
                </a:moveTo>
                <a:lnTo>
                  <a:pt x="85725" y="0"/>
                </a:lnTo>
                <a:lnTo>
                  <a:pt x="85725" y="419100"/>
                </a:lnTo>
                <a:lnTo>
                  <a:pt x="0" y="4762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90" name="network-layer-06-face">
            <a:extLst xmlns:a="http://schemas.openxmlformats.org/drawingml/2006/main">
              <a:ext uri="{FF2B5EF4-FFF2-40B4-BE49-F238E27FC236}">
                <a16:creationId xmlns:a16="http://schemas.microsoft.com/office/drawing/2014/main" id="{E4F5DED4-DB94-4204-931B-B12D7B33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90850"/>
            <a:ext cx="171450" cy="514350"/>
          </a:xfrm>
          <a:custGeom xmlns:a="http://schemas.openxmlformats.org/drawingml/2006/main">
            <a:pathLst>
              <a:path w="171450" h="514350">
                <a:moveTo>
                  <a:pt x="0" y="0"/>
                </a:moveTo>
                <a:lnTo>
                  <a:pt x="171450" y="47625"/>
                </a:lnTo>
                <a:lnTo>
                  <a:pt x="171450" y="466725"/>
                </a:lnTo>
                <a:lnTo>
                  <a:pt x="0" y="514350"/>
                </a:lnTo>
                <a:close/>
              </a:path>
            </a:pathLst>
          </a:custGeom>
          <a:solidFill xmlns:a="http://schemas.openxmlformats.org/drawingml/2006/main">
            <a:srgbClr val="5E588F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91" name="network-layer-07-top">
            <a:extLst xmlns:a="http://schemas.openxmlformats.org/drawingml/2006/main">
              <a:ext uri="{FF2B5EF4-FFF2-40B4-BE49-F238E27FC236}">
                <a16:creationId xmlns:a16="http://schemas.microsoft.com/office/drawing/2014/main" id="{CF66E088-FD6C-4C4C-997E-2DFE25C7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314325" cy="95250"/>
          </a:xfrm>
          <a:custGeom xmlns:a="http://schemas.openxmlformats.org/drawingml/2006/main">
            <a:pathLst>
              <a:path w="314325" h="95250">
                <a:moveTo>
                  <a:pt x="0" y="47625"/>
                </a:moveTo>
                <a:lnTo>
                  <a:pt x="228600" y="0"/>
                </a:lnTo>
                <a:lnTo>
                  <a:pt x="31432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92" name="network-layer-07-side">
            <a:extLst xmlns:a="http://schemas.openxmlformats.org/drawingml/2006/main">
              <a:ext uri="{FF2B5EF4-FFF2-40B4-BE49-F238E27FC236}">
                <a16:creationId xmlns:a16="http://schemas.microsoft.com/office/drawing/2014/main" id="{15BDE624-F3B0-45FD-B187-E20BDE6F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19400"/>
            <a:ext cx="85725" cy="809625"/>
          </a:xfrm>
          <a:custGeom xmlns:a="http://schemas.openxmlformats.org/drawingml/2006/main">
            <a:pathLst>
              <a:path w="85725" h="809625">
                <a:moveTo>
                  <a:pt x="0" y="0"/>
                </a:moveTo>
                <a:lnTo>
                  <a:pt x="85725" y="47625"/>
                </a:lnTo>
                <a:lnTo>
                  <a:pt x="85725" y="809625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93" name="network-layer-07-face">
            <a:extLst xmlns:a="http://schemas.openxmlformats.org/drawingml/2006/main">
              <a:ext uri="{FF2B5EF4-FFF2-40B4-BE49-F238E27FC236}">
                <a16:creationId xmlns:a16="http://schemas.microsoft.com/office/drawing/2014/main" id="{2E5B4117-49E6-456A-BA89-AB461BB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47625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A09BC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94" name="network-layer-08-top">
            <a:extLst xmlns:a="http://schemas.openxmlformats.org/drawingml/2006/main">
              <a:ext uri="{FF2B5EF4-FFF2-40B4-BE49-F238E27FC236}">
                <a16:creationId xmlns:a16="http://schemas.microsoft.com/office/drawing/2014/main" id="{312B483B-933C-4B28-8241-E240FC9E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0325"/>
            <a:ext cx="371475" cy="95250"/>
          </a:xfrm>
          <a:custGeom xmlns:a="http://schemas.openxmlformats.org/drawingml/2006/main">
            <a:pathLst>
              <a:path w="371475" h="95250">
                <a:moveTo>
                  <a:pt x="0" y="47625"/>
                </a:moveTo>
                <a:lnTo>
                  <a:pt x="285750" y="0"/>
                </a:lnTo>
                <a:lnTo>
                  <a:pt x="37147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95" name="network-layer-08-side">
            <a:extLst xmlns:a="http://schemas.openxmlformats.org/drawingml/2006/main">
              <a:ext uri="{FF2B5EF4-FFF2-40B4-BE49-F238E27FC236}">
                <a16:creationId xmlns:a16="http://schemas.microsoft.com/office/drawing/2014/main" id="{1D824A1C-562F-4C9B-AA55-CB94D1C9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85725" cy="1152525"/>
          </a:xfrm>
          <a:custGeom xmlns:a="http://schemas.openxmlformats.org/drawingml/2006/main">
            <a:pathLst>
              <a:path w="85725" h="1152525">
                <a:moveTo>
                  <a:pt x="0" y="0"/>
                </a:moveTo>
                <a:lnTo>
                  <a:pt x="85725" y="47625"/>
                </a:lnTo>
                <a:lnTo>
                  <a:pt x="85725" y="1152525"/>
                </a:lnTo>
                <a:lnTo>
                  <a:pt x="0" y="11049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96" name="network-layer-08-face">
            <a:extLst xmlns:a="http://schemas.openxmlformats.org/drawingml/2006/main">
              <a:ext uri="{FF2B5EF4-FFF2-40B4-BE49-F238E27FC236}">
                <a16:creationId xmlns:a16="http://schemas.microsoft.com/office/drawing/2014/main" id="{B425BE3C-9B31-49F9-BFDB-9CAD24F3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47625"/>
                </a:moveTo>
                <a:lnTo>
                  <a:pt x="285750" y="0"/>
                </a:lnTo>
                <a:lnTo>
                  <a:pt x="285750" y="1200150"/>
                </a:lnTo>
                <a:lnTo>
                  <a:pt x="0" y="1152525"/>
                </a:lnTo>
                <a:close/>
              </a:path>
            </a:pathLst>
          </a:custGeom>
          <a:solidFill xmlns:a="http://schemas.openxmlformats.org/drawingml/2006/main">
            <a:srgbClr val="8D88B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797" name="network-layer-09-top">
            <a:extLst xmlns:a="http://schemas.openxmlformats.org/drawingml/2006/main">
              <a:ext uri="{FF2B5EF4-FFF2-40B4-BE49-F238E27FC236}">
                <a16:creationId xmlns:a16="http://schemas.microsoft.com/office/drawing/2014/main" id="{6EC9C435-FA1C-4DC7-88F6-7142E4B8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38400"/>
            <a:ext cx="381000" cy="95250"/>
          </a:xfrm>
          <a:custGeom xmlns:a="http://schemas.openxmlformats.org/drawingml/2006/main">
            <a:pathLst>
              <a:path w="381000" h="95250">
                <a:moveTo>
                  <a:pt x="0" y="47625"/>
                </a:moveTo>
                <a:lnTo>
                  <a:pt x="295275" y="0"/>
                </a:lnTo>
                <a:lnTo>
                  <a:pt x="381000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798" name="network-layer-09-side">
            <a:extLst xmlns:a="http://schemas.openxmlformats.org/drawingml/2006/main">
              <a:ext uri="{FF2B5EF4-FFF2-40B4-BE49-F238E27FC236}">
                <a16:creationId xmlns:a16="http://schemas.microsoft.com/office/drawing/2014/main" id="{8B251A10-1A0D-4A4E-AE9D-153EFAA3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86025"/>
            <a:ext cx="85725" cy="1476375"/>
          </a:xfrm>
          <a:custGeom xmlns:a="http://schemas.openxmlformats.org/drawingml/2006/main">
            <a:pathLst>
              <a:path w="85725" h="1476375">
                <a:moveTo>
                  <a:pt x="0" y="0"/>
                </a:moveTo>
                <a:lnTo>
                  <a:pt x="85725" y="47625"/>
                </a:lnTo>
                <a:lnTo>
                  <a:pt x="85725" y="147637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799" name="network-layer-09-face">
            <a:extLst xmlns:a="http://schemas.openxmlformats.org/drawingml/2006/main">
              <a:ext uri="{FF2B5EF4-FFF2-40B4-BE49-F238E27FC236}">
                <a16:creationId xmlns:a16="http://schemas.microsoft.com/office/drawing/2014/main" id="{512A5B9A-5FA6-4FA6-8A13-2B43216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47625"/>
                </a:moveTo>
                <a:lnTo>
                  <a:pt x="295275" y="0"/>
                </a:lnTo>
                <a:lnTo>
                  <a:pt x="295275" y="1524000"/>
                </a:lnTo>
                <a:lnTo>
                  <a:pt x="0" y="1476375"/>
                </a:lnTo>
                <a:close/>
              </a:path>
            </a:pathLst>
          </a:custGeom>
          <a:solidFill xmlns:a="http://schemas.openxmlformats.org/drawingml/2006/main">
            <a:srgbClr val="7A74A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800" name="network-layer-10-top">
            <a:extLst xmlns:a="http://schemas.openxmlformats.org/drawingml/2006/main">
              <a:ext uri="{FF2B5EF4-FFF2-40B4-BE49-F238E27FC236}">
                <a16:creationId xmlns:a16="http://schemas.microsoft.com/office/drawing/2014/main" id="{4180E1E5-163A-4B89-881E-279825A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76475"/>
            <a:ext cx="371475" cy="95250"/>
          </a:xfrm>
          <a:custGeom xmlns:a="http://schemas.openxmlformats.org/drawingml/2006/main">
            <a:pathLst>
              <a:path w="371475" h="95250">
                <a:moveTo>
                  <a:pt x="0" y="47625"/>
                </a:moveTo>
                <a:lnTo>
                  <a:pt x="285750" y="0"/>
                </a:lnTo>
                <a:lnTo>
                  <a:pt x="37147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801" name="network-layer-10-side">
            <a:extLst xmlns:a="http://schemas.openxmlformats.org/drawingml/2006/main">
              <a:ext uri="{FF2B5EF4-FFF2-40B4-BE49-F238E27FC236}">
                <a16:creationId xmlns:a16="http://schemas.microsoft.com/office/drawing/2014/main" id="{FC026FB4-1190-455E-A473-50F77FA8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85725" cy="1800225"/>
          </a:xfrm>
          <a:custGeom xmlns:a="http://schemas.openxmlformats.org/drawingml/2006/main">
            <a:pathLst>
              <a:path w="85725" h="1800225">
                <a:moveTo>
                  <a:pt x="0" y="0"/>
                </a:moveTo>
                <a:lnTo>
                  <a:pt x="85725" y="47625"/>
                </a:lnTo>
                <a:lnTo>
                  <a:pt x="85725" y="1800225"/>
                </a:lnTo>
                <a:lnTo>
                  <a:pt x="0" y="17526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802" name="network-layer-10-face">
            <a:extLst xmlns:a="http://schemas.openxmlformats.org/drawingml/2006/main">
              <a:ext uri="{FF2B5EF4-FFF2-40B4-BE49-F238E27FC236}">
                <a16:creationId xmlns:a16="http://schemas.microsoft.com/office/drawing/2014/main" id="{8D3113CA-FFBB-411C-A0D2-6F3385F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47625"/>
                </a:moveTo>
                <a:lnTo>
                  <a:pt x="285750" y="0"/>
                </a:lnTo>
                <a:lnTo>
                  <a:pt x="285750" y="1847850"/>
                </a:lnTo>
                <a:lnTo>
                  <a:pt x="0" y="1800225"/>
                </a:lnTo>
                <a:close/>
              </a:path>
            </a:pathLst>
          </a:custGeom>
          <a:solidFill xmlns:a="http://schemas.openxmlformats.org/drawingml/2006/main">
            <a:srgbClr val="686297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803" name="network-layer-11-top">
            <a:extLst xmlns:a="http://schemas.openxmlformats.org/drawingml/2006/main">
              <a:ext uri="{FF2B5EF4-FFF2-40B4-BE49-F238E27FC236}">
                <a16:creationId xmlns:a16="http://schemas.microsoft.com/office/drawing/2014/main" id="{4EC367D4-A861-4FC3-800B-9C05700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352425" cy="95250"/>
          </a:xfrm>
          <a:custGeom xmlns:a="http://schemas.openxmlformats.org/drawingml/2006/main">
            <a:pathLst>
              <a:path w="352425" h="95250">
                <a:moveTo>
                  <a:pt x="0" y="47625"/>
                </a:moveTo>
                <a:lnTo>
                  <a:pt x="266700" y="0"/>
                </a:lnTo>
                <a:lnTo>
                  <a:pt x="35242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1804" name="network-layer-11-side">
            <a:extLst xmlns:a="http://schemas.openxmlformats.org/drawingml/2006/main">
              <a:ext uri="{FF2B5EF4-FFF2-40B4-BE49-F238E27FC236}">
                <a16:creationId xmlns:a16="http://schemas.microsoft.com/office/drawing/2014/main" id="{D0F6CC1F-F589-4A23-B6ED-9DC312A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85725" cy="2105025"/>
          </a:xfrm>
          <a:custGeom xmlns:a="http://schemas.openxmlformats.org/drawingml/2006/main">
            <a:pathLst>
              <a:path w="85725" h="2105025">
                <a:moveTo>
                  <a:pt x="0" y="0"/>
                </a:moveTo>
                <a:lnTo>
                  <a:pt x="85725" y="47625"/>
                </a:lnTo>
                <a:lnTo>
                  <a:pt x="85725" y="2105025"/>
                </a:lnTo>
                <a:lnTo>
                  <a:pt x="0" y="20574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1805" name="network-layer-11-face">
            <a:extLst xmlns:a="http://schemas.openxmlformats.org/drawingml/2006/main">
              <a:ext uri="{FF2B5EF4-FFF2-40B4-BE49-F238E27FC236}">
                <a16:creationId xmlns:a16="http://schemas.microsoft.com/office/drawing/2014/main" id="{D645AE11-84FC-4B44-B3F1-E7DB1095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47625"/>
                </a:moveTo>
                <a:lnTo>
                  <a:pt x="266700" y="0"/>
                </a:lnTo>
                <a:lnTo>
                  <a:pt x="266700" y="2152650"/>
                </a:lnTo>
                <a:lnTo>
                  <a:pt x="0" y="2105025"/>
                </a:lnTo>
                <a:close/>
              </a:path>
            </a:pathLst>
          </a:custGeom>
          <a:solidFill xmlns:a="http://schemas.openxmlformats.org/drawingml/2006/main">
            <a:srgbClr val="575184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1806" name="mountain-sky">
            <a:extLst xmlns:a="http://schemas.openxmlformats.org/drawingml/2006/main">
              <a:ext uri="{FF2B5EF4-FFF2-40B4-BE49-F238E27FC236}">
                <a16:creationId xmlns:a16="http://schemas.microsoft.com/office/drawing/2014/main" id="{F945B12F-0CF2-44A1-A15E-6BB7D955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43125"/>
            <a:ext cx="21050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07" name="mountain-cloud-left">
            <a:extLst xmlns:a="http://schemas.openxmlformats.org/drawingml/2006/main">
              <a:ext uri="{FF2B5EF4-FFF2-40B4-BE49-F238E27FC236}">
                <a16:creationId xmlns:a16="http://schemas.microsoft.com/office/drawing/2014/main" id="{6822A583-A30E-408F-BDB6-7B31DB4C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76475"/>
            <a:ext cx="800100" cy="247650"/>
          </a:xfrm>
          <a:custGeom xmlns:a="http://schemas.openxmlformats.org/drawingml/2006/main">
            <a:pathLst>
              <a:path w="800100" h="247650">
                <a:moveTo>
                  <a:pt x="0" y="123825"/>
                </a:moveTo>
                <a:lnTo>
                  <a:pt x="171450" y="28575"/>
                </a:lnTo>
                <a:lnTo>
                  <a:pt x="342900" y="76200"/>
                </a:lnTo>
                <a:lnTo>
                  <a:pt x="495300" y="0"/>
                </a:lnTo>
                <a:lnTo>
                  <a:pt x="676275" y="66675"/>
                </a:lnTo>
                <a:lnTo>
                  <a:pt x="800100" y="200025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EEF0F1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08" name="mountain-cloud-right">
            <a:extLst xmlns:a="http://schemas.openxmlformats.org/drawingml/2006/main">
              <a:ext uri="{FF2B5EF4-FFF2-40B4-BE49-F238E27FC236}">
                <a16:creationId xmlns:a16="http://schemas.microsoft.com/office/drawing/2014/main" id="{B71AF9F1-B48B-4F70-9010-1C0C5E43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47900"/>
            <a:ext cx="990600" cy="333375"/>
          </a:xfrm>
          <a:custGeom xmlns:a="http://schemas.openxmlformats.org/drawingml/2006/main">
            <a:pathLst>
              <a:path w="990600" h="333375">
                <a:moveTo>
                  <a:pt x="28575" y="104775"/>
                </a:moveTo>
                <a:lnTo>
                  <a:pt x="219075" y="19050"/>
                </a:lnTo>
                <a:lnTo>
                  <a:pt x="390525" y="66675"/>
                </a:lnTo>
                <a:lnTo>
                  <a:pt x="542925" y="0"/>
                </a:lnTo>
                <a:lnTo>
                  <a:pt x="742950" y="76200"/>
                </a:lnTo>
                <a:lnTo>
                  <a:pt x="990600" y="228600"/>
                </a:lnTo>
                <a:lnTo>
                  <a:pt x="990600" y="33337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EEF0F1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09" name="mountain-distant-ridge">
            <a:extLst xmlns:a="http://schemas.openxmlformats.org/drawingml/2006/main">
              <a:ext uri="{FF2B5EF4-FFF2-40B4-BE49-F238E27FC236}">
                <a16:creationId xmlns:a16="http://schemas.microsoft.com/office/drawing/2014/main" id="{8610650C-EA4B-4FF7-AFB2-D635ACD3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14625"/>
            <a:ext cx="2105025" cy="1066800"/>
          </a:xfrm>
          <a:custGeom xmlns:a="http://schemas.openxmlformats.org/drawingml/2006/main">
            <a:pathLst>
              <a:path w="2105025" h="1066800">
                <a:moveTo>
                  <a:pt x="0" y="590550"/>
                </a:moveTo>
                <a:lnTo>
                  <a:pt x="190500" y="381000"/>
                </a:lnTo>
                <a:lnTo>
                  <a:pt x="361950" y="457200"/>
                </a:lnTo>
                <a:lnTo>
                  <a:pt x="561975" y="200025"/>
                </a:lnTo>
                <a:lnTo>
                  <a:pt x="733425" y="314325"/>
                </a:lnTo>
                <a:lnTo>
                  <a:pt x="923925" y="66675"/>
                </a:lnTo>
                <a:lnTo>
                  <a:pt x="1095375" y="228600"/>
                </a:lnTo>
                <a:lnTo>
                  <a:pt x="1304925" y="0"/>
                </a:lnTo>
                <a:lnTo>
                  <a:pt x="1552575" y="333375"/>
                </a:lnTo>
                <a:lnTo>
                  <a:pt x="1724025" y="180975"/>
                </a:lnTo>
                <a:lnTo>
                  <a:pt x="1914525" y="438150"/>
                </a:lnTo>
                <a:lnTo>
                  <a:pt x="2105025" y="333375"/>
                </a:lnTo>
                <a:lnTo>
                  <a:pt x="2105025" y="1066800"/>
                </a:ln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9EA6A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0" name="mountain-main-mass">
            <a:extLst xmlns:a="http://schemas.openxmlformats.org/drawingml/2006/main">
              <a:ext uri="{FF2B5EF4-FFF2-40B4-BE49-F238E27FC236}">
                <a16:creationId xmlns:a16="http://schemas.microsoft.com/office/drawing/2014/main" id="{1ABFD713-00E4-49F7-AC20-8290363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943100" cy="1600200"/>
          </a:xfrm>
          <a:custGeom xmlns:a="http://schemas.openxmlformats.org/drawingml/2006/main">
            <a:pathLst>
              <a:path w="1943100" h="1600200">
                <a:moveTo>
                  <a:pt x="0" y="1295400"/>
                </a:moveTo>
                <a:lnTo>
                  <a:pt x="190500" y="1057275"/>
                </a:lnTo>
                <a:lnTo>
                  <a:pt x="390525" y="800100"/>
                </a:lnTo>
                <a:lnTo>
                  <a:pt x="590550" y="647700"/>
                </a:lnTo>
                <a:lnTo>
                  <a:pt x="762000" y="342900"/>
                </a:lnTo>
                <a:lnTo>
                  <a:pt x="962025" y="0"/>
                </a:lnTo>
                <a:lnTo>
                  <a:pt x="1143000" y="276225"/>
                </a:lnTo>
                <a:lnTo>
                  <a:pt x="1304925" y="561975"/>
                </a:lnTo>
                <a:lnTo>
                  <a:pt x="1466850" y="819150"/>
                </a:lnTo>
                <a:lnTo>
                  <a:pt x="1638300" y="1047750"/>
                </a:lnTo>
                <a:lnTo>
                  <a:pt x="1943100" y="1352550"/>
                </a:lnTo>
                <a:lnTo>
                  <a:pt x="19431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6F7781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1" name="mountain-left-shadow">
            <a:extLst xmlns:a="http://schemas.openxmlformats.org/drawingml/2006/main">
              <a:ext uri="{FF2B5EF4-FFF2-40B4-BE49-F238E27FC236}">
                <a16:creationId xmlns:a16="http://schemas.microsoft.com/office/drawing/2014/main" id="{A4EDC748-7BA5-4431-9C4A-37C679D9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962025" cy="1409700"/>
          </a:xfrm>
          <a:custGeom xmlns:a="http://schemas.openxmlformats.org/drawingml/2006/main">
            <a:pathLst>
              <a:path w="962025" h="1409700">
                <a:moveTo>
                  <a:pt x="0" y="1295400"/>
                </a:moveTo>
                <a:lnTo>
                  <a:pt x="590550" y="647700"/>
                </a:lnTo>
                <a:lnTo>
                  <a:pt x="762000" y="342900"/>
                </a:lnTo>
                <a:lnTo>
                  <a:pt x="962025" y="0"/>
                </a:lnTo>
                <a:lnTo>
                  <a:pt x="838200" y="657225"/>
                </a:lnTo>
                <a:lnTo>
                  <a:pt x="647700" y="1019175"/>
                </a:lnTo>
                <a:lnTo>
                  <a:pt x="390525" y="1200150"/>
                </a:lnTo>
                <a:lnTo>
                  <a:pt x="190500" y="1409700"/>
                </a:lnTo>
                <a:close/>
              </a:path>
            </a:pathLst>
          </a:custGeom>
          <a:solidFill xmlns:a="http://schemas.openxmlformats.org/drawingml/2006/main">
            <a:srgbClr val="555E69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2" name="mountain-right-shadow">
            <a:extLst xmlns:a="http://schemas.openxmlformats.org/drawingml/2006/main">
              <a:ext uri="{FF2B5EF4-FFF2-40B4-BE49-F238E27FC236}">
                <a16:creationId xmlns:a16="http://schemas.microsoft.com/office/drawing/2014/main" id="{1BB06A03-8E78-4B33-833E-FEA03F4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81250"/>
            <a:ext cx="752475" cy="1209675"/>
          </a:xfrm>
          <a:custGeom xmlns:a="http://schemas.openxmlformats.org/drawingml/2006/main">
            <a:pathLst>
              <a:path w="752475" h="1209675">
                <a:moveTo>
                  <a:pt x="0" y="0"/>
                </a:moveTo>
                <a:lnTo>
                  <a:pt x="180975" y="276225"/>
                </a:lnTo>
                <a:lnTo>
                  <a:pt x="342900" y="561975"/>
                </a:lnTo>
                <a:lnTo>
                  <a:pt x="752475" y="1209675"/>
                </a:lnTo>
                <a:lnTo>
                  <a:pt x="485775" y="1066800"/>
                </a:lnTo>
                <a:lnTo>
                  <a:pt x="247650" y="762000"/>
                </a:lnTo>
                <a:lnTo>
                  <a:pt x="123825" y="485775"/>
                </a:lnTo>
                <a:close/>
              </a:path>
            </a:pathLst>
          </a:custGeom>
          <a:solidFill xmlns:a="http://schemas.openxmlformats.org/drawingml/2006/main">
            <a:srgbClr val="4B545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3" name="mountain-snow-cap">
            <a:extLst xmlns:a="http://schemas.openxmlformats.org/drawingml/2006/main">
              <a:ext uri="{FF2B5EF4-FFF2-40B4-BE49-F238E27FC236}">
                <a16:creationId xmlns:a16="http://schemas.microsoft.com/office/drawing/2014/main" id="{82A038FB-69B7-461B-B6CE-3BFB7D1F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542925" cy="714375"/>
          </a:xfrm>
          <a:custGeom xmlns:a="http://schemas.openxmlformats.org/drawingml/2006/main">
            <a:pathLst>
              <a:path w="542925" h="714375">
                <a:moveTo>
                  <a:pt x="0" y="714375"/>
                </a:moveTo>
                <a:lnTo>
                  <a:pt x="209550" y="342900"/>
                </a:lnTo>
                <a:lnTo>
                  <a:pt x="409575" y="0"/>
                </a:lnTo>
                <a:lnTo>
                  <a:pt x="542925" y="333375"/>
                </a:lnTo>
                <a:lnTo>
                  <a:pt x="466725" y="314325"/>
                </a:lnTo>
                <a:lnTo>
                  <a:pt x="390525" y="523875"/>
                </a:lnTo>
                <a:lnTo>
                  <a:pt x="276225" y="419100"/>
                </a:lnTo>
                <a:lnTo>
                  <a:pt x="180975" y="685800"/>
                </a:lnTo>
                <a:lnTo>
                  <a:pt x="95250" y="62865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4" name="mountain-snow-left">
            <a:extLst xmlns:a="http://schemas.openxmlformats.org/drawingml/2006/main">
              <a:ext uri="{FF2B5EF4-FFF2-40B4-BE49-F238E27FC236}">
                <a16:creationId xmlns:a16="http://schemas.microsoft.com/office/drawing/2014/main" id="{809D7982-F319-49D5-AB85-A9349A75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09900"/>
            <a:ext cx="285750" cy="314325"/>
          </a:xfrm>
          <a:custGeom xmlns:a="http://schemas.openxmlformats.org/drawingml/2006/main">
            <a:pathLst>
              <a:path w="285750" h="314325">
                <a:moveTo>
                  <a:pt x="0" y="314325"/>
                </a:moveTo>
                <a:lnTo>
                  <a:pt x="142875" y="19050"/>
                </a:lnTo>
                <a:lnTo>
                  <a:pt x="200025" y="0"/>
                </a:lnTo>
                <a:lnTo>
                  <a:pt x="285750" y="57150"/>
                </a:lnTo>
                <a:lnTo>
                  <a:pt x="161925" y="209550"/>
                </a:lnTo>
                <a:lnTo>
                  <a:pt x="76200" y="190500"/>
                </a:lnTo>
                <a:close/>
              </a:path>
            </a:pathLst>
          </a:custGeom>
          <a:solidFill xmlns:a="http://schemas.openxmlformats.org/drawingml/2006/main">
            <a:srgbClr val="DDE0E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5" name="mountain-snow-right">
            <a:extLst xmlns:a="http://schemas.openxmlformats.org/drawingml/2006/main">
              <a:ext uri="{FF2B5EF4-FFF2-40B4-BE49-F238E27FC236}">
                <a16:creationId xmlns:a16="http://schemas.microsoft.com/office/drawing/2014/main" id="{4521FF01-DC58-4037-8692-AFFCE876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95575"/>
            <a:ext cx="200025" cy="447675"/>
          </a:xfrm>
          <a:custGeom xmlns:a="http://schemas.openxmlformats.org/drawingml/2006/main">
            <a:pathLst>
              <a:path w="200025" h="447675">
                <a:moveTo>
                  <a:pt x="0" y="0"/>
                </a:moveTo>
                <a:lnTo>
                  <a:pt x="76200" y="19050"/>
                </a:lnTo>
                <a:lnTo>
                  <a:pt x="190500" y="257175"/>
                </a:lnTo>
                <a:lnTo>
                  <a:pt x="114300" y="228600"/>
                </a:lnTo>
                <a:lnTo>
                  <a:pt x="200025" y="447675"/>
                </a:lnTo>
                <a:lnTo>
                  <a:pt x="66675" y="276225"/>
                </a:lnTo>
                <a:close/>
              </a:path>
            </a:pathLst>
          </a:custGeom>
          <a:solidFill xmlns:a="http://schemas.openxmlformats.org/drawingml/2006/main">
            <a:srgbClr val="D8DCD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6" name="mountain-snow-stripe">
            <a:extLst xmlns:a="http://schemas.openxmlformats.org/drawingml/2006/main">
              <a:ext uri="{FF2B5EF4-FFF2-40B4-BE49-F238E27FC236}">
                <a16:creationId xmlns:a16="http://schemas.microsoft.com/office/drawing/2014/main" id="{ABD3B981-0106-46B8-B10E-3EBDE86B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62275"/>
            <a:ext cx="400050" cy="390525"/>
          </a:xfrm>
          <a:custGeom xmlns:a="http://schemas.openxmlformats.org/drawingml/2006/main">
            <a:pathLst>
              <a:path w="400050" h="390525">
                <a:moveTo>
                  <a:pt x="0" y="219075"/>
                </a:moveTo>
                <a:lnTo>
                  <a:pt x="152400" y="0"/>
                </a:lnTo>
                <a:lnTo>
                  <a:pt x="228600" y="66675"/>
                </a:lnTo>
                <a:lnTo>
                  <a:pt x="114300" y="285750"/>
                </a:lnTo>
                <a:lnTo>
                  <a:pt x="323850" y="200025"/>
                </a:lnTo>
                <a:lnTo>
                  <a:pt x="400050" y="295275"/>
                </a:lnTo>
                <a:lnTo>
                  <a:pt x="142875" y="390525"/>
                </a:lnTo>
                <a:close/>
              </a:path>
            </a:pathLst>
          </a:custGeom>
          <a:solidFill xmlns:a="http://schemas.openxmlformats.org/drawingml/2006/main">
            <a:srgbClr val="C9CED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7" name="mountain-foothills">
            <a:extLst xmlns:a="http://schemas.openxmlformats.org/drawingml/2006/main">
              <a:ext uri="{FF2B5EF4-FFF2-40B4-BE49-F238E27FC236}">
                <a16:creationId xmlns:a16="http://schemas.microsoft.com/office/drawing/2014/main" id="{FB98A6F3-5890-4D60-8EE5-B5F6DBA5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95675"/>
            <a:ext cx="2105025" cy="542925"/>
          </a:xfrm>
          <a:custGeom xmlns:a="http://schemas.openxmlformats.org/drawingml/2006/main">
            <a:pathLst>
              <a:path w="2105025" h="542925">
                <a:moveTo>
                  <a:pt x="0" y="304800"/>
                </a:moveTo>
                <a:lnTo>
                  <a:pt x="228600" y="142875"/>
                </a:lnTo>
                <a:lnTo>
                  <a:pt x="419100" y="228600"/>
                </a:lnTo>
                <a:lnTo>
                  <a:pt x="619125" y="57150"/>
                </a:lnTo>
                <a:lnTo>
                  <a:pt x="790575" y="200025"/>
                </a:lnTo>
                <a:lnTo>
                  <a:pt x="971550" y="0"/>
                </a:lnTo>
                <a:lnTo>
                  <a:pt x="1181100" y="200025"/>
                </a:lnTo>
                <a:lnTo>
                  <a:pt x="1371600" y="28575"/>
                </a:lnTo>
                <a:lnTo>
                  <a:pt x="1590675" y="209550"/>
                </a:lnTo>
                <a:lnTo>
                  <a:pt x="1809750" y="66675"/>
                </a:lnTo>
                <a:lnTo>
                  <a:pt x="2105025" y="238125"/>
                </a:lnTo>
                <a:lnTo>
                  <a:pt x="2105025" y="542925"/>
                </a:lnTo>
                <a:lnTo>
                  <a:pt x="0" y="542925"/>
                </a:lnTo>
                <a:close/>
              </a:path>
            </a:pathLst>
          </a:custGeom>
          <a:solidFill xmlns:a="http://schemas.openxmlformats.org/drawingml/2006/main">
            <a:srgbClr val="39434B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8" name="mountain-forest-base">
            <a:extLst xmlns:a="http://schemas.openxmlformats.org/drawingml/2006/main">
              <a:ext uri="{FF2B5EF4-FFF2-40B4-BE49-F238E27FC236}">
                <a16:creationId xmlns:a16="http://schemas.microsoft.com/office/drawing/2014/main" id="{EDFB317A-74BF-49B2-8BA7-E5A2BEDA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05225"/>
            <a:ext cx="2105025" cy="390525"/>
          </a:xfrm>
          <a:custGeom xmlns:a="http://schemas.openxmlformats.org/drawingml/2006/main">
            <a:pathLst>
              <a:path w="2105025" h="390525">
                <a:moveTo>
                  <a:pt x="0" y="152400"/>
                </a:moveTo>
                <a:lnTo>
                  <a:pt x="209550" y="76200"/>
                </a:lnTo>
                <a:lnTo>
                  <a:pt x="390525" y="180975"/>
                </a:lnTo>
                <a:lnTo>
                  <a:pt x="590550" y="47625"/>
                </a:lnTo>
                <a:lnTo>
                  <a:pt x="800100" y="171450"/>
                </a:lnTo>
                <a:lnTo>
                  <a:pt x="1019175" y="19050"/>
                </a:lnTo>
                <a:lnTo>
                  <a:pt x="1209675" y="152400"/>
                </a:lnTo>
                <a:lnTo>
                  <a:pt x="1438275" y="0"/>
                </a:lnTo>
                <a:lnTo>
                  <a:pt x="1666875" y="152400"/>
                </a:lnTo>
                <a:lnTo>
                  <a:pt x="1885950" y="47625"/>
                </a:lnTo>
                <a:lnTo>
                  <a:pt x="2105025" y="133350"/>
                </a:lnTo>
                <a:lnTo>
                  <a:pt x="2105025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202A31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9" name="mountain-lake">
            <a:extLst xmlns:a="http://schemas.openxmlformats.org/drawingml/2006/main">
              <a:ext uri="{FF2B5EF4-FFF2-40B4-BE49-F238E27FC236}">
                <a16:creationId xmlns:a16="http://schemas.microsoft.com/office/drawing/2014/main" id="{E833B3BA-3466-46C3-BEDB-34955B4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48125"/>
            <a:ext cx="21050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36B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0" name="mountain-lake-reflection">
            <a:extLst xmlns:a="http://schemas.openxmlformats.org/drawingml/2006/main">
              <a:ext uri="{FF2B5EF4-FFF2-40B4-BE49-F238E27FC236}">
                <a16:creationId xmlns:a16="http://schemas.microsoft.com/office/drawing/2014/main" id="{57A9F04C-C10C-4764-B563-2171EEA7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48125"/>
            <a:ext cx="962025" cy="209550"/>
          </a:xfrm>
          <a:custGeom xmlns:a="http://schemas.openxmlformats.org/drawingml/2006/main">
            <a:pathLst>
              <a:path w="962025" h="209550">
                <a:moveTo>
                  <a:pt x="0" y="0"/>
                </a:moveTo>
                <a:lnTo>
                  <a:pt x="295275" y="0"/>
                </a:lnTo>
                <a:lnTo>
                  <a:pt x="533400" y="200025"/>
                </a:lnTo>
                <a:lnTo>
                  <a:pt x="742950" y="0"/>
                </a:lnTo>
                <a:lnTo>
                  <a:pt x="962025" y="0"/>
                </a:lnTo>
                <a:lnTo>
                  <a:pt x="838200" y="209550"/>
                </a:lnTo>
                <a:lnTo>
                  <a:pt x="333375" y="209550"/>
                </a:lnTo>
                <a:close/>
              </a:path>
            </a:pathLst>
          </a:custGeom>
          <a:solidFill xmlns:a="http://schemas.openxmlformats.org/drawingml/2006/main">
            <a:srgbClr val="8E969B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1" name="mountain-waterline-1">
            <a:extLst xmlns:a="http://schemas.openxmlformats.org/drawingml/2006/main">
              <a:ext uri="{FF2B5EF4-FFF2-40B4-BE49-F238E27FC236}">
                <a16:creationId xmlns:a16="http://schemas.microsoft.com/office/drawing/2014/main" id="{CC396773-9DF1-425A-8F85-FE9FA478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114800"/>
            <a:ext cx="2009775" cy="28575"/>
          </a:xfrm>
          <a:custGeom xmlns:a="http://schemas.openxmlformats.org/drawingml/2006/main">
            <a:pathLst>
              <a:path w="2009775" h="28575">
                <a:moveTo>
                  <a:pt x="0" y="19050"/>
                </a:moveTo>
                <a:lnTo>
                  <a:pt x="361950" y="0"/>
                </a:lnTo>
                <a:lnTo>
                  <a:pt x="704850" y="28575"/>
                </a:lnTo>
                <a:lnTo>
                  <a:pt x="1066800" y="0"/>
                </a:lnTo>
                <a:lnTo>
                  <a:pt x="1552575" y="28575"/>
                </a:lnTo>
                <a:lnTo>
                  <a:pt x="2009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0C5C8"/>
            </a:solidFill>
            <a:prstDash val="solid"/>
          </a:ln>
        </p:spPr>
      </p:sp>
      <p:sp>
        <p:nvSpPr>
          <p:cNvPr id="1822" name="mountain-waterline-2">
            <a:extLst xmlns:a="http://schemas.openxmlformats.org/drawingml/2006/main">
              <a:ext uri="{FF2B5EF4-FFF2-40B4-BE49-F238E27FC236}">
                <a16:creationId xmlns:a16="http://schemas.microsoft.com/office/drawing/2014/main" id="{49079BB8-AE57-4E85-BB92-501BCDA2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00525"/>
            <a:ext cx="1962150" cy="28575"/>
          </a:xfrm>
          <a:custGeom xmlns:a="http://schemas.openxmlformats.org/drawingml/2006/main">
            <a:pathLst>
              <a:path w="1962150" h="28575">
                <a:moveTo>
                  <a:pt x="0" y="19050"/>
                </a:moveTo>
                <a:lnTo>
                  <a:pt x="476250" y="0"/>
                </a:lnTo>
                <a:lnTo>
                  <a:pt x="857250" y="28575"/>
                </a:lnTo>
                <a:lnTo>
                  <a:pt x="1285875" y="0"/>
                </a:lnTo>
                <a:lnTo>
                  <a:pt x="1962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AAB1B5"/>
            </a:solidFill>
            <a:prstDash val="solid"/>
          </a:ln>
        </p:spPr>
      </p:sp>
      <p:sp>
        <p:nvSpPr>
          <p:cNvPr id="1823" name="mountain-pine-01">
            <a:extLst xmlns:a="http://schemas.openxmlformats.org/drawingml/2006/main">
              <a:ext uri="{FF2B5EF4-FFF2-40B4-BE49-F238E27FC236}">
                <a16:creationId xmlns:a16="http://schemas.microsoft.com/office/drawing/2014/main" id="{0D260842-E1A5-4D0D-8B2A-A3B4720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55" y="381952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0"/>
                </a:moveTo>
                <a:lnTo>
                  <a:pt x="13335" y="49530"/>
                </a:lnTo>
                <a:lnTo>
                  <a:pt x="30480" y="44767"/>
                </a:lnTo>
                <a:lnTo>
                  <a:pt x="0" y="95250"/>
                </a:lnTo>
                <a:lnTo>
                  <a:pt x="91440" y="95250"/>
                </a:lnTo>
                <a:lnTo>
                  <a:pt x="60960" y="44767"/>
                </a:lnTo>
                <a:lnTo>
                  <a:pt x="78105" y="49530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4" name="mountain-pine-02">
            <a:extLst xmlns:a="http://schemas.openxmlformats.org/drawingml/2006/main">
              <a:ext uri="{FF2B5EF4-FFF2-40B4-BE49-F238E27FC236}">
                <a16:creationId xmlns:a16="http://schemas.microsoft.com/office/drawing/2014/main" id="{A31061ED-8A38-4A76-AA5F-784A4CB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814" y="3781425"/>
            <a:ext cx="118872" cy="123825"/>
          </a:xfrm>
          <a:custGeom xmlns:a="http://schemas.openxmlformats.org/drawingml/2006/main">
            <a:pathLst>
              <a:path w="118872" h="123825">
                <a:moveTo>
                  <a:pt x="59436" y="0"/>
                </a:moveTo>
                <a:lnTo>
                  <a:pt x="17336" y="64389"/>
                </a:lnTo>
                <a:lnTo>
                  <a:pt x="39624" y="58198"/>
                </a:lnTo>
                <a:lnTo>
                  <a:pt x="0" y="123825"/>
                </a:lnTo>
                <a:lnTo>
                  <a:pt x="118872" y="123825"/>
                </a:lnTo>
                <a:lnTo>
                  <a:pt x="79248" y="58198"/>
                </a:lnTo>
                <a:lnTo>
                  <a:pt x="101536" y="64389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5" name="mountain-pine-03">
            <a:extLst xmlns:a="http://schemas.openxmlformats.org/drawingml/2006/main">
              <a:ext uri="{FF2B5EF4-FFF2-40B4-BE49-F238E27FC236}">
                <a16:creationId xmlns:a16="http://schemas.microsoft.com/office/drawing/2014/main" id="{5ACD27D8-4A4A-4954-B800-A932FB8F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402" y="3829050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0"/>
                </a:moveTo>
                <a:lnTo>
                  <a:pt x="12002" y="44577"/>
                </a:lnTo>
                <a:lnTo>
                  <a:pt x="27432" y="40291"/>
                </a:lnTo>
                <a:lnTo>
                  <a:pt x="0" y="85725"/>
                </a:lnTo>
                <a:lnTo>
                  <a:pt x="82296" y="85725"/>
                </a:lnTo>
                <a:lnTo>
                  <a:pt x="54864" y="40291"/>
                </a:lnTo>
                <a:lnTo>
                  <a:pt x="70294" y="44577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6" name="mountain-pine-04">
            <a:extLst xmlns:a="http://schemas.openxmlformats.org/drawingml/2006/main">
              <a:ext uri="{FF2B5EF4-FFF2-40B4-BE49-F238E27FC236}">
                <a16:creationId xmlns:a16="http://schemas.microsoft.com/office/drawing/2014/main" id="{5E660F1F-AEB6-4A07-B011-D5B929CE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223" y="3752850"/>
            <a:ext cx="146304" cy="152400"/>
          </a:xfrm>
          <a:custGeom xmlns:a="http://schemas.openxmlformats.org/drawingml/2006/main">
            <a:pathLst>
              <a:path w="146304" h="152400">
                <a:moveTo>
                  <a:pt x="73152" y="0"/>
                </a:moveTo>
                <a:lnTo>
                  <a:pt x="21336" y="79248"/>
                </a:lnTo>
                <a:lnTo>
                  <a:pt x="48768" y="71628"/>
                </a:lnTo>
                <a:lnTo>
                  <a:pt x="0" y="152400"/>
                </a:lnTo>
                <a:lnTo>
                  <a:pt x="146304" y="152400"/>
                </a:lnTo>
                <a:lnTo>
                  <a:pt x="97536" y="71628"/>
                </a:lnTo>
                <a:lnTo>
                  <a:pt x="124968" y="79248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7" name="mountain-pine-05">
            <a:extLst xmlns:a="http://schemas.openxmlformats.org/drawingml/2006/main">
              <a:ext uri="{FF2B5EF4-FFF2-40B4-BE49-F238E27FC236}">
                <a16:creationId xmlns:a16="http://schemas.microsoft.com/office/drawing/2014/main" id="{6EB75AC1-5435-4F52-80E9-4E10DCDA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958" y="3810000"/>
            <a:ext cx="100584" cy="104775"/>
          </a:xfrm>
          <a:custGeom xmlns:a="http://schemas.openxmlformats.org/drawingml/2006/main">
            <a:pathLst>
              <a:path w="100584" h="104775">
                <a:moveTo>
                  <a:pt x="50292" y="0"/>
                </a:moveTo>
                <a:lnTo>
                  <a:pt x="14668" y="54483"/>
                </a:lnTo>
                <a:lnTo>
                  <a:pt x="33528" y="49244"/>
                </a:lnTo>
                <a:lnTo>
                  <a:pt x="0" y="104775"/>
                </a:lnTo>
                <a:lnTo>
                  <a:pt x="100584" y="104775"/>
                </a:lnTo>
                <a:lnTo>
                  <a:pt x="67056" y="49244"/>
                </a:lnTo>
                <a:lnTo>
                  <a:pt x="85915" y="54483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8" name="mountain-pine-06">
            <a:extLst xmlns:a="http://schemas.openxmlformats.org/drawingml/2006/main">
              <a:ext uri="{FF2B5EF4-FFF2-40B4-BE49-F238E27FC236}">
                <a16:creationId xmlns:a16="http://schemas.microsoft.com/office/drawing/2014/main" id="{42742ACD-E7EA-4334-86A5-FB739FAA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564" y="3781425"/>
            <a:ext cx="118872" cy="123825"/>
          </a:xfrm>
          <a:custGeom xmlns:a="http://schemas.openxmlformats.org/drawingml/2006/main">
            <a:pathLst>
              <a:path w="118872" h="123825">
                <a:moveTo>
                  <a:pt x="59436" y="0"/>
                </a:moveTo>
                <a:lnTo>
                  <a:pt x="17336" y="64389"/>
                </a:lnTo>
                <a:lnTo>
                  <a:pt x="39624" y="58198"/>
                </a:lnTo>
                <a:lnTo>
                  <a:pt x="0" y="123825"/>
                </a:lnTo>
                <a:lnTo>
                  <a:pt x="118872" y="123825"/>
                </a:lnTo>
                <a:lnTo>
                  <a:pt x="79248" y="58198"/>
                </a:lnTo>
                <a:lnTo>
                  <a:pt x="101536" y="64389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9" name="mountain-pine-07">
            <a:extLst xmlns:a="http://schemas.openxmlformats.org/drawingml/2006/main">
              <a:ext uri="{FF2B5EF4-FFF2-40B4-BE49-F238E27FC236}">
                <a16:creationId xmlns:a16="http://schemas.microsoft.com/office/drawing/2014/main" id="{AD597543-3CD2-4334-9775-D9B9166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054" y="3733800"/>
            <a:ext cx="164592" cy="171450"/>
          </a:xfrm>
          <a:custGeom xmlns:a="http://schemas.openxmlformats.org/drawingml/2006/main">
            <a:pathLst>
              <a:path w="164592" h="171450">
                <a:moveTo>
                  <a:pt x="82296" y="0"/>
                </a:moveTo>
                <a:lnTo>
                  <a:pt x="24003" y="89154"/>
                </a:lnTo>
                <a:lnTo>
                  <a:pt x="54864" y="80581"/>
                </a:lnTo>
                <a:lnTo>
                  <a:pt x="0" y="171450"/>
                </a:lnTo>
                <a:lnTo>
                  <a:pt x="164592" y="171450"/>
                </a:lnTo>
                <a:lnTo>
                  <a:pt x="109728" y="80581"/>
                </a:lnTo>
                <a:lnTo>
                  <a:pt x="140589" y="89154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30" name="mountain-pine-08">
            <a:extLst xmlns:a="http://schemas.openxmlformats.org/drawingml/2006/main">
              <a:ext uri="{FF2B5EF4-FFF2-40B4-BE49-F238E27FC236}">
                <a16:creationId xmlns:a16="http://schemas.microsoft.com/office/drawing/2014/main" id="{4A6D36A9-DF88-43C2-9FEE-DB6DFB2B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361" y="3800475"/>
            <a:ext cx="109728" cy="114300"/>
          </a:xfrm>
          <a:custGeom xmlns:a="http://schemas.openxmlformats.org/drawingml/2006/main">
            <a:pathLst>
              <a:path w="109728" h="114300">
                <a:moveTo>
                  <a:pt x="54864" y="0"/>
                </a:moveTo>
                <a:lnTo>
                  <a:pt x="16002" y="59436"/>
                </a:lnTo>
                <a:lnTo>
                  <a:pt x="36576" y="53721"/>
                </a:lnTo>
                <a:lnTo>
                  <a:pt x="0" y="114300"/>
                </a:lnTo>
                <a:lnTo>
                  <a:pt x="109728" y="114300"/>
                </a:lnTo>
                <a:lnTo>
                  <a:pt x="73152" y="53721"/>
                </a:lnTo>
                <a:lnTo>
                  <a:pt x="93726" y="59436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31" name="mountain-pine-09">
            <a:extLst xmlns:a="http://schemas.openxmlformats.org/drawingml/2006/main">
              <a:ext uri="{FF2B5EF4-FFF2-40B4-BE49-F238E27FC236}">
                <a16:creationId xmlns:a16="http://schemas.microsoft.com/office/drawing/2014/main" id="{39D19AC3-8848-4E0C-A269-44144548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373" y="3752850"/>
            <a:ext cx="146304" cy="152400"/>
          </a:xfrm>
          <a:custGeom xmlns:a="http://schemas.openxmlformats.org/drawingml/2006/main">
            <a:pathLst>
              <a:path w="146304" h="152400">
                <a:moveTo>
                  <a:pt x="73152" y="0"/>
                </a:moveTo>
                <a:lnTo>
                  <a:pt x="21336" y="79248"/>
                </a:lnTo>
                <a:lnTo>
                  <a:pt x="48768" y="71628"/>
                </a:lnTo>
                <a:lnTo>
                  <a:pt x="0" y="152400"/>
                </a:lnTo>
                <a:lnTo>
                  <a:pt x="146304" y="152400"/>
                </a:lnTo>
                <a:lnTo>
                  <a:pt x="97536" y="71628"/>
                </a:lnTo>
                <a:lnTo>
                  <a:pt x="124968" y="79248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32" name="mountain-pine-10">
            <a:extLst xmlns:a="http://schemas.openxmlformats.org/drawingml/2006/main">
              <a:ext uri="{FF2B5EF4-FFF2-40B4-BE49-F238E27FC236}">
                <a16:creationId xmlns:a16="http://schemas.microsoft.com/office/drawing/2014/main" id="{7D247EF3-AC21-4547-A10B-FCF27462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30" y="381952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0"/>
                </a:moveTo>
                <a:lnTo>
                  <a:pt x="13335" y="49530"/>
                </a:lnTo>
                <a:lnTo>
                  <a:pt x="30480" y="44767"/>
                </a:lnTo>
                <a:lnTo>
                  <a:pt x="0" y="95250"/>
                </a:lnTo>
                <a:lnTo>
                  <a:pt x="91440" y="95250"/>
                </a:lnTo>
                <a:lnTo>
                  <a:pt x="60960" y="44767"/>
                </a:lnTo>
                <a:lnTo>
                  <a:pt x="78105" y="49530"/>
                </a:lnTo>
                <a:close/>
              </a:path>
            </a:pathLst>
          </a:custGeom>
          <a:solidFill xmlns:a="http://schemas.openxmlformats.org/drawingml/2006/main">
            <a:srgbClr val="151D23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33" name="predicted-plot-grid-v-1">
            <a:extLst xmlns:a="http://schemas.openxmlformats.org/drawingml/2006/main">
              <a:ext uri="{FF2B5EF4-FFF2-40B4-BE49-F238E27FC236}">
                <a16:creationId xmlns:a16="http://schemas.microsoft.com/office/drawing/2014/main" id="{9BAF0FB4-FEF4-477C-881E-C2092AE9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31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34" name="predicted-plot-grid-v-2">
            <a:extLst xmlns:a="http://schemas.openxmlformats.org/drawingml/2006/main">
              <a:ext uri="{FF2B5EF4-FFF2-40B4-BE49-F238E27FC236}">
                <a16:creationId xmlns:a16="http://schemas.microsoft.com/office/drawing/2014/main" id="{67735767-0C7C-42F2-B965-ACE5A8C4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438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35" name="predicted-plot-grid-v-3">
            <a:extLst xmlns:a="http://schemas.openxmlformats.org/drawingml/2006/main">
              <a:ext uri="{FF2B5EF4-FFF2-40B4-BE49-F238E27FC236}">
                <a16:creationId xmlns:a16="http://schemas.microsoft.com/office/drawing/2014/main" id="{7B333206-1B5B-4901-AB6A-06F72F28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844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36" name="predicted-plot-grid-h-1">
            <a:extLst xmlns:a="http://schemas.openxmlformats.org/drawingml/2006/main">
              <a:ext uri="{FF2B5EF4-FFF2-40B4-BE49-F238E27FC236}">
                <a16:creationId xmlns:a16="http://schemas.microsoft.com/office/drawing/2014/main" id="{B1ADC1FF-44C6-452C-8490-37511911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154555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37" name="predicted-plot-grid-h-2">
            <a:extLst xmlns:a="http://schemas.openxmlformats.org/drawingml/2006/main">
              <a:ext uri="{FF2B5EF4-FFF2-40B4-BE49-F238E27FC236}">
                <a16:creationId xmlns:a16="http://schemas.microsoft.com/office/drawing/2014/main" id="{CA5CC8AB-23C6-4543-9123-86A86881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563178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38" name="predicted-plot-curve">
            <a:extLst xmlns:a="http://schemas.openxmlformats.org/drawingml/2006/main">
              <a:ext uri="{FF2B5EF4-FFF2-40B4-BE49-F238E27FC236}">
                <a16:creationId xmlns:a16="http://schemas.microsoft.com/office/drawing/2014/main" id="{0495C55B-3781-4EC2-93BD-13091B16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986020"/>
            <a:ext cx="2085975" cy="621840"/>
          </a:xfrm>
          <a:custGeom xmlns:a="http://schemas.openxmlformats.org/drawingml/2006/main">
            <a:pathLst>
              <a:path w="2085975" h="621840">
                <a:moveTo>
                  <a:pt x="0" y="532124"/>
                </a:moveTo>
                <a:lnTo>
                  <a:pt x="23441" y="496091"/>
                </a:lnTo>
                <a:lnTo>
                  <a:pt x="46873" y="468840"/>
                </a:lnTo>
                <a:lnTo>
                  <a:pt x="70314" y="454476"/>
                </a:lnTo>
                <a:lnTo>
                  <a:pt x="93755" y="454114"/>
                </a:lnTo>
                <a:lnTo>
                  <a:pt x="117186" y="465820"/>
                </a:lnTo>
                <a:lnTo>
                  <a:pt x="140627" y="485308"/>
                </a:lnTo>
                <a:lnTo>
                  <a:pt x="164068" y="507168"/>
                </a:lnTo>
                <a:lnTo>
                  <a:pt x="187500" y="526380"/>
                </a:lnTo>
                <a:lnTo>
                  <a:pt x="210941" y="539601"/>
                </a:lnTo>
                <a:lnTo>
                  <a:pt x="234382" y="545916"/>
                </a:lnTo>
                <a:lnTo>
                  <a:pt x="257813" y="546887"/>
                </a:lnTo>
                <a:lnTo>
                  <a:pt x="281254" y="545868"/>
                </a:lnTo>
                <a:lnTo>
                  <a:pt x="304695" y="546735"/>
                </a:lnTo>
                <a:lnTo>
                  <a:pt x="328127" y="552602"/>
                </a:lnTo>
                <a:lnTo>
                  <a:pt x="351568" y="564585"/>
                </a:lnTo>
                <a:lnTo>
                  <a:pt x="375009" y="581320"/>
                </a:lnTo>
                <a:lnTo>
                  <a:pt x="398440" y="599046"/>
                </a:lnTo>
                <a:lnTo>
                  <a:pt x="421881" y="612524"/>
                </a:lnTo>
                <a:lnTo>
                  <a:pt x="445322" y="616344"/>
                </a:lnTo>
                <a:lnTo>
                  <a:pt x="468754" y="606362"/>
                </a:lnTo>
                <a:lnTo>
                  <a:pt x="492195" y="580854"/>
                </a:lnTo>
                <a:lnTo>
                  <a:pt x="515636" y="541020"/>
                </a:lnTo>
                <a:lnTo>
                  <a:pt x="539077" y="490785"/>
                </a:lnTo>
                <a:lnTo>
                  <a:pt x="562508" y="435797"/>
                </a:lnTo>
                <a:lnTo>
                  <a:pt x="585949" y="382038"/>
                </a:lnTo>
                <a:lnTo>
                  <a:pt x="609390" y="334347"/>
                </a:lnTo>
                <a:lnTo>
                  <a:pt x="632822" y="295294"/>
                </a:lnTo>
                <a:lnTo>
                  <a:pt x="656263" y="264671"/>
                </a:lnTo>
                <a:lnTo>
                  <a:pt x="679704" y="239792"/>
                </a:lnTo>
                <a:lnTo>
                  <a:pt x="703135" y="216494"/>
                </a:lnTo>
                <a:lnTo>
                  <a:pt x="726577" y="190605"/>
                </a:lnTo>
                <a:lnTo>
                  <a:pt x="750018" y="159353"/>
                </a:lnTo>
                <a:lnTo>
                  <a:pt x="773449" y="122482"/>
                </a:lnTo>
                <a:lnTo>
                  <a:pt x="796890" y="82610"/>
                </a:lnTo>
                <a:lnTo>
                  <a:pt x="820331" y="44767"/>
                </a:lnTo>
                <a:lnTo>
                  <a:pt x="843763" y="15240"/>
                </a:lnTo>
                <a:lnTo>
                  <a:pt x="867204" y="0"/>
                </a:lnTo>
                <a:lnTo>
                  <a:pt x="890645" y="3058"/>
                </a:lnTo>
                <a:lnTo>
                  <a:pt x="914076" y="25394"/>
                </a:lnTo>
                <a:lnTo>
                  <a:pt x="937517" y="64484"/>
                </a:lnTo>
                <a:lnTo>
                  <a:pt x="960958" y="114833"/>
                </a:lnTo>
                <a:lnTo>
                  <a:pt x="984390" y="169164"/>
                </a:lnTo>
                <a:lnTo>
                  <a:pt x="1007831" y="220142"/>
                </a:lnTo>
                <a:lnTo>
                  <a:pt x="1031272" y="262023"/>
                </a:lnTo>
                <a:lnTo>
                  <a:pt x="1054703" y="291932"/>
                </a:lnTo>
                <a:lnTo>
                  <a:pt x="1078144" y="310410"/>
                </a:lnTo>
                <a:lnTo>
                  <a:pt x="1101585" y="320992"/>
                </a:lnTo>
                <a:lnTo>
                  <a:pt x="1125017" y="329155"/>
                </a:lnTo>
                <a:lnTo>
                  <a:pt x="1148458" y="340709"/>
                </a:lnTo>
                <a:lnTo>
                  <a:pt x="1171899" y="360159"/>
                </a:lnTo>
                <a:lnTo>
                  <a:pt x="1195330" y="389534"/>
                </a:lnTo>
                <a:lnTo>
                  <a:pt x="1218771" y="427834"/>
                </a:lnTo>
                <a:lnTo>
                  <a:pt x="1242212" y="471345"/>
                </a:lnTo>
                <a:lnTo>
                  <a:pt x="1265644" y="514645"/>
                </a:lnTo>
                <a:lnTo>
                  <a:pt x="1289085" y="552107"/>
                </a:lnTo>
                <a:lnTo>
                  <a:pt x="1312526" y="579311"/>
                </a:lnTo>
                <a:lnTo>
                  <a:pt x="1335957" y="594179"/>
                </a:lnTo>
                <a:lnTo>
                  <a:pt x="1359398" y="597398"/>
                </a:lnTo>
                <a:lnTo>
                  <a:pt x="1382840" y="592074"/>
                </a:lnTo>
                <a:lnTo>
                  <a:pt x="1406271" y="582730"/>
                </a:lnTo>
                <a:lnTo>
                  <a:pt x="1429712" y="573957"/>
                </a:lnTo>
                <a:lnTo>
                  <a:pt x="1453153" y="569090"/>
                </a:lnTo>
                <a:lnTo>
                  <a:pt x="1476585" y="569262"/>
                </a:lnTo>
                <a:lnTo>
                  <a:pt x="1500026" y="573157"/>
                </a:lnTo>
                <a:lnTo>
                  <a:pt x="1523467" y="577520"/>
                </a:lnTo>
                <a:lnTo>
                  <a:pt x="1546898" y="578215"/>
                </a:lnTo>
                <a:lnTo>
                  <a:pt x="1570339" y="571586"/>
                </a:lnTo>
                <a:lnTo>
                  <a:pt x="1593780" y="555793"/>
                </a:lnTo>
                <a:lnTo>
                  <a:pt x="1617221" y="531543"/>
                </a:lnTo>
                <a:lnTo>
                  <a:pt x="1640653" y="502234"/>
                </a:lnTo>
                <a:lnTo>
                  <a:pt x="1664094" y="473269"/>
                </a:lnTo>
                <a:lnTo>
                  <a:pt x="1687535" y="450761"/>
                </a:lnTo>
                <a:lnTo>
                  <a:pt x="1710966" y="440045"/>
                </a:lnTo>
                <a:lnTo>
                  <a:pt x="1734407" y="444246"/>
                </a:lnTo>
                <a:lnTo>
                  <a:pt x="1757848" y="463429"/>
                </a:lnTo>
                <a:lnTo>
                  <a:pt x="1781280" y="494481"/>
                </a:lnTo>
                <a:lnTo>
                  <a:pt x="1804721" y="531781"/>
                </a:lnTo>
                <a:lnTo>
                  <a:pt x="1828162" y="568538"/>
                </a:lnTo>
                <a:lnTo>
                  <a:pt x="1851593" y="598351"/>
                </a:lnTo>
                <a:lnTo>
                  <a:pt x="1875034" y="616696"/>
                </a:lnTo>
                <a:lnTo>
                  <a:pt x="1898475" y="621840"/>
                </a:lnTo>
                <a:lnTo>
                  <a:pt x="1921907" y="615115"/>
                </a:lnTo>
                <a:lnTo>
                  <a:pt x="1945348" y="600275"/>
                </a:lnTo>
                <a:lnTo>
                  <a:pt x="1968789" y="582339"/>
                </a:lnTo>
                <a:lnTo>
                  <a:pt x="1992220" y="566176"/>
                </a:lnTo>
                <a:lnTo>
                  <a:pt x="2015661" y="555107"/>
                </a:lnTo>
                <a:lnTo>
                  <a:pt x="2039102" y="550135"/>
                </a:lnTo>
                <a:lnTo>
                  <a:pt x="2062534" y="549812"/>
                </a:lnTo>
                <a:lnTo>
                  <a:pt x="2085975" y="550869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1839" name="observed-plot-grid-v-1">
            <a:extLst xmlns:a="http://schemas.openxmlformats.org/drawingml/2006/main">
              <a:ext uri="{FF2B5EF4-FFF2-40B4-BE49-F238E27FC236}">
                <a16:creationId xmlns:a16="http://schemas.microsoft.com/office/drawing/2014/main" id="{F6C535EF-60D1-4552-88E8-09AF802B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31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40" name="observed-plot-grid-v-2">
            <a:extLst xmlns:a="http://schemas.openxmlformats.org/drawingml/2006/main">
              <a:ext uri="{FF2B5EF4-FFF2-40B4-BE49-F238E27FC236}">
                <a16:creationId xmlns:a16="http://schemas.microsoft.com/office/drawing/2014/main" id="{C96E6803-5A52-4B20-8443-C040F54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438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41" name="observed-plot-grid-v-3">
            <a:extLst xmlns:a="http://schemas.openxmlformats.org/drawingml/2006/main">
              <a:ext uri="{FF2B5EF4-FFF2-40B4-BE49-F238E27FC236}">
                <a16:creationId xmlns:a16="http://schemas.microsoft.com/office/drawing/2014/main" id="{27BF93B6-5B98-48A2-A438-88BC3EA3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844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42" name="observed-plot-grid-h-1">
            <a:extLst xmlns:a="http://schemas.openxmlformats.org/drawingml/2006/main">
              <a:ext uri="{FF2B5EF4-FFF2-40B4-BE49-F238E27FC236}">
                <a16:creationId xmlns:a16="http://schemas.microsoft.com/office/drawing/2014/main" id="{907E1A0C-CFA4-4C4C-BAFB-6073A1E9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348478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43" name="observed-plot-grid-h-2">
            <a:extLst xmlns:a="http://schemas.openxmlformats.org/drawingml/2006/main">
              <a:ext uri="{FF2B5EF4-FFF2-40B4-BE49-F238E27FC236}">
                <a16:creationId xmlns:a16="http://schemas.microsoft.com/office/drawing/2014/main" id="{065702BD-AFA5-463A-89D0-07E6B53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750814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44" name="observed-plot-curve">
            <a:extLst xmlns:a="http://schemas.openxmlformats.org/drawingml/2006/main">
              <a:ext uri="{FF2B5EF4-FFF2-40B4-BE49-F238E27FC236}">
                <a16:creationId xmlns:a16="http://schemas.microsoft.com/office/drawing/2014/main" id="{BADCA887-FD56-42DA-93C3-04960A7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5175475"/>
            <a:ext cx="2085975" cy="640032"/>
          </a:xfrm>
          <a:custGeom xmlns:a="http://schemas.openxmlformats.org/drawingml/2006/main">
            <a:pathLst>
              <a:path w="2085975" h="640032">
                <a:moveTo>
                  <a:pt x="0" y="505987"/>
                </a:moveTo>
                <a:lnTo>
                  <a:pt x="23441" y="474688"/>
                </a:lnTo>
                <a:lnTo>
                  <a:pt x="46873" y="455486"/>
                </a:lnTo>
                <a:lnTo>
                  <a:pt x="70314" y="450694"/>
                </a:lnTo>
                <a:lnTo>
                  <a:pt x="93755" y="459524"/>
                </a:lnTo>
                <a:lnTo>
                  <a:pt x="117186" y="478393"/>
                </a:lnTo>
                <a:lnTo>
                  <a:pt x="140627" y="502063"/>
                </a:lnTo>
                <a:lnTo>
                  <a:pt x="164068" y="525056"/>
                </a:lnTo>
                <a:lnTo>
                  <a:pt x="187500" y="543068"/>
                </a:lnTo>
                <a:lnTo>
                  <a:pt x="210941" y="554003"/>
                </a:lnTo>
                <a:lnTo>
                  <a:pt x="234382" y="558232"/>
                </a:lnTo>
                <a:lnTo>
                  <a:pt x="257813" y="558222"/>
                </a:lnTo>
                <a:lnTo>
                  <a:pt x="281254" y="557555"/>
                </a:lnTo>
                <a:lnTo>
                  <a:pt x="304695" y="559565"/>
                </a:lnTo>
                <a:lnTo>
                  <a:pt x="328127" y="566185"/>
                </a:lnTo>
                <a:lnTo>
                  <a:pt x="351568" y="577129"/>
                </a:lnTo>
                <a:lnTo>
                  <a:pt x="375009" y="589845"/>
                </a:lnTo>
                <a:lnTo>
                  <a:pt x="398440" y="600094"/>
                </a:lnTo>
                <a:lnTo>
                  <a:pt x="421881" y="603133"/>
                </a:lnTo>
                <a:lnTo>
                  <a:pt x="445322" y="595055"/>
                </a:lnTo>
                <a:lnTo>
                  <a:pt x="468754" y="574015"/>
                </a:lnTo>
                <a:lnTo>
                  <a:pt x="492195" y="540906"/>
                </a:lnTo>
                <a:lnTo>
                  <a:pt x="515636" y="499262"/>
                </a:lnTo>
                <a:lnTo>
                  <a:pt x="539077" y="454523"/>
                </a:lnTo>
                <a:lnTo>
                  <a:pt x="562508" y="412604"/>
                </a:lnTo>
                <a:lnTo>
                  <a:pt x="585949" y="378447"/>
                </a:lnTo>
                <a:lnTo>
                  <a:pt x="609390" y="354644"/>
                </a:lnTo>
                <a:lnTo>
                  <a:pt x="632822" y="340757"/>
                </a:lnTo>
                <a:lnTo>
                  <a:pt x="656263" y="333394"/>
                </a:lnTo>
                <a:lnTo>
                  <a:pt x="679704" y="327069"/>
                </a:lnTo>
                <a:lnTo>
                  <a:pt x="703135" y="315668"/>
                </a:lnTo>
                <a:lnTo>
                  <a:pt x="726577" y="294151"/>
                </a:lnTo>
                <a:lnTo>
                  <a:pt x="750018" y="259947"/>
                </a:lnTo>
                <a:lnTo>
                  <a:pt x="773449" y="213789"/>
                </a:lnTo>
                <a:lnTo>
                  <a:pt x="796890" y="159763"/>
                </a:lnTo>
                <a:lnTo>
                  <a:pt x="820331" y="104365"/>
                </a:lnTo>
                <a:lnTo>
                  <a:pt x="843763" y="55112"/>
                </a:lnTo>
                <a:lnTo>
                  <a:pt x="867204" y="18812"/>
                </a:lnTo>
                <a:lnTo>
                  <a:pt x="890645" y="0"/>
                </a:lnTo>
                <a:lnTo>
                  <a:pt x="914076" y="86"/>
                </a:lnTo>
                <a:lnTo>
                  <a:pt x="937517" y="17183"/>
                </a:lnTo>
                <a:lnTo>
                  <a:pt x="960958" y="46806"/>
                </a:lnTo>
                <a:lnTo>
                  <a:pt x="984390" y="83249"/>
                </a:lnTo>
                <a:lnTo>
                  <a:pt x="1007831" y="121082"/>
                </a:lnTo>
                <a:lnTo>
                  <a:pt x="1031272" y="156553"/>
                </a:lnTo>
                <a:lnTo>
                  <a:pt x="1054703" y="188395"/>
                </a:lnTo>
                <a:lnTo>
                  <a:pt x="1078144" y="217865"/>
                </a:lnTo>
                <a:lnTo>
                  <a:pt x="1101585" y="248098"/>
                </a:lnTo>
                <a:lnTo>
                  <a:pt x="1125017" y="282759"/>
                </a:lnTo>
                <a:lnTo>
                  <a:pt x="1148458" y="324726"/>
                </a:lnTo>
                <a:lnTo>
                  <a:pt x="1171899" y="374790"/>
                </a:lnTo>
                <a:lnTo>
                  <a:pt x="1195330" y="431130"/>
                </a:lnTo>
                <a:lnTo>
                  <a:pt x="1218771" y="489404"/>
                </a:lnTo>
                <a:lnTo>
                  <a:pt x="1242212" y="543658"/>
                </a:lnTo>
                <a:lnTo>
                  <a:pt x="1265644" y="587664"/>
                </a:lnTo>
                <a:lnTo>
                  <a:pt x="1289085" y="616506"/>
                </a:lnTo>
                <a:lnTo>
                  <a:pt x="1312526" y="627726"/>
                </a:lnTo>
                <a:lnTo>
                  <a:pt x="1335957" y="622002"/>
                </a:lnTo>
                <a:lnTo>
                  <a:pt x="1359398" y="602952"/>
                </a:lnTo>
                <a:lnTo>
                  <a:pt x="1382840" y="576272"/>
                </a:lnTo>
                <a:lnTo>
                  <a:pt x="1406271" y="548364"/>
                </a:lnTo>
                <a:lnTo>
                  <a:pt x="1429712" y="524808"/>
                </a:lnTo>
                <a:lnTo>
                  <a:pt x="1453153" y="509159"/>
                </a:lnTo>
                <a:lnTo>
                  <a:pt x="1476585" y="502310"/>
                </a:lnTo>
                <a:lnTo>
                  <a:pt x="1500026" y="502625"/>
                </a:lnTo>
                <a:lnTo>
                  <a:pt x="1523467" y="506720"/>
                </a:lnTo>
                <a:lnTo>
                  <a:pt x="1546898" y="510721"/>
                </a:lnTo>
                <a:lnTo>
                  <a:pt x="1570339" y="511597"/>
                </a:lnTo>
                <a:lnTo>
                  <a:pt x="1593780" y="508149"/>
                </a:lnTo>
                <a:lnTo>
                  <a:pt x="1617221" y="501434"/>
                </a:lnTo>
                <a:lnTo>
                  <a:pt x="1640653" y="494509"/>
                </a:lnTo>
                <a:lnTo>
                  <a:pt x="1664094" y="491414"/>
                </a:lnTo>
                <a:lnTo>
                  <a:pt x="1687535" y="495948"/>
                </a:lnTo>
                <a:lnTo>
                  <a:pt x="1710966" y="510321"/>
                </a:lnTo>
                <a:lnTo>
                  <a:pt x="1734407" y="534248"/>
                </a:lnTo>
                <a:lnTo>
                  <a:pt x="1757848" y="564709"/>
                </a:lnTo>
                <a:lnTo>
                  <a:pt x="1781280" y="596456"/>
                </a:lnTo>
                <a:lnTo>
                  <a:pt x="1804721" y="623183"/>
                </a:lnTo>
                <a:lnTo>
                  <a:pt x="1828162" y="639023"/>
                </a:lnTo>
                <a:lnTo>
                  <a:pt x="1851593" y="640032"/>
                </a:lnTo>
                <a:lnTo>
                  <a:pt x="1875034" y="625240"/>
                </a:lnTo>
                <a:lnTo>
                  <a:pt x="1898475" y="596970"/>
                </a:lnTo>
                <a:lnTo>
                  <a:pt x="1921907" y="560375"/>
                </a:lnTo>
                <a:lnTo>
                  <a:pt x="1945348" y="522208"/>
                </a:lnTo>
                <a:lnTo>
                  <a:pt x="1968789" y="489347"/>
                </a:lnTo>
                <a:lnTo>
                  <a:pt x="1992220" y="467144"/>
                </a:lnTo>
                <a:lnTo>
                  <a:pt x="2015661" y="458343"/>
                </a:lnTo>
                <a:lnTo>
                  <a:pt x="2039102" y="462610"/>
                </a:lnTo>
                <a:lnTo>
                  <a:pt x="2062534" y="476860"/>
                </a:lnTo>
                <a:lnTo>
                  <a:pt x="2085975" y="496291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1845" name="measurement-panel">
            <a:extLst xmlns:a="http://schemas.openxmlformats.org/drawingml/2006/main">
              <a:ext uri="{FF2B5EF4-FFF2-40B4-BE49-F238E27FC236}">
                <a16:creationId xmlns:a16="http://schemas.microsoft.com/office/drawing/2014/main" id="{617CF508-07B0-432F-9301-92C17FB5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52500"/>
            <a:ext cx="2914650" cy="5943600"/>
          </a:xfrm>
          <a:prstGeom xmlns:a="http://schemas.openxmlformats.org/drawingml/2006/main" prst="roundRect">
            <a:avLst>
              <a:gd name="adj" fmla="val 8497"/>
            </a:avLst>
          </a:prstGeom>
          <a:noFill xmlns:a="http://schemas.openxmlformats.org/drawingml/2006/main"/>
          <a:ln xmlns:a="http://schemas.openxmlformats.org/drawingml/2006/main" w="30480">
            <a:solidFill>
              <a:srgbClr val="5D8FC6"/>
            </a:solidFill>
            <a:prstDash val="dash"/>
          </a:ln>
        </p:spPr>
      </p:sp>
      <p:sp>
        <p:nvSpPr>
          <p:cNvPr id="1846" name="noise-frame">
            <a:extLst xmlns:a="http://schemas.openxmlformats.org/drawingml/2006/main">
              <a:ext uri="{FF2B5EF4-FFF2-40B4-BE49-F238E27FC236}">
                <a16:creationId xmlns:a16="http://schemas.microsoft.com/office/drawing/2014/main" id="{0FEABF36-B2E2-47A0-8454-312F9E1B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171700" cy="2190750"/>
          </a:xfrm>
          <a:prstGeom xmlns:a="http://schemas.openxmlformats.org/drawingml/2006/main" prst="roundRect">
            <a:avLst>
              <a:gd name="adj" fmla="val 6579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847" name="generator-frame">
            <a:extLst xmlns:a="http://schemas.openxmlformats.org/drawingml/2006/main">
              <a:ext uri="{FF2B5EF4-FFF2-40B4-BE49-F238E27FC236}">
                <a16:creationId xmlns:a16="http://schemas.microsoft.com/office/drawing/2014/main" id="{0A569DE6-4279-4437-AFEA-334EEEFF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76650" cy="2819400"/>
          </a:xfrm>
          <a:prstGeom xmlns:a="http://schemas.openxmlformats.org/drawingml/2006/main" prst="roundRect">
            <a:avLst>
              <a:gd name="adj" fmla="val 6757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5A258C"/>
            </a:solidFill>
            <a:prstDash val="solid"/>
          </a:ln>
        </p:spPr>
      </p:sp>
      <p:sp>
        <p:nvSpPr>
          <p:cNvPr id="1848" name="reconstruction-frame">
            <a:extLst xmlns:a="http://schemas.openxmlformats.org/drawingml/2006/main">
              <a:ext uri="{FF2B5EF4-FFF2-40B4-BE49-F238E27FC236}">
                <a16:creationId xmlns:a16="http://schemas.microsoft.com/office/drawing/2014/main" id="{E7703B8E-F915-4040-B1E8-68E257E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2200275" cy="22288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0B6262"/>
            </a:solidFill>
            <a:prstDash val="solid"/>
          </a:ln>
        </p:spPr>
      </p:sp>
      <p:sp>
        <p:nvSpPr>
          <p:cNvPr id="1849" name="operator-frame">
            <a:extLst xmlns:a="http://schemas.openxmlformats.org/drawingml/2006/main">
              <a:ext uri="{FF2B5EF4-FFF2-40B4-BE49-F238E27FC236}">
                <a16:creationId xmlns:a16="http://schemas.microsoft.com/office/drawing/2014/main" id="{05D8340E-C70A-4A05-86BA-EB250D73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57475"/>
            <a:ext cx="1114425" cy="1085850"/>
          </a:xfrm>
          <a:prstGeom xmlns:a="http://schemas.openxmlformats.org/drawingml/2006/main" prst="roundRect">
            <a:avLst>
              <a:gd name="adj" fmla="val 13158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C57300"/>
            </a:solidFill>
            <a:prstDash val="solid"/>
          </a:ln>
        </p:spPr>
      </p:sp>
      <p:sp>
        <p:nvSpPr>
          <p:cNvPr id="1850" name="predicted-frame">
            <a:extLst xmlns:a="http://schemas.openxmlformats.org/drawingml/2006/main">
              <a:ext uri="{FF2B5EF4-FFF2-40B4-BE49-F238E27FC236}">
                <a16:creationId xmlns:a16="http://schemas.microsoft.com/office/drawing/2014/main" id="{96D5D850-D3DA-4A78-99E3-AD044EC6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3355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1851" name="loss-node">
            <a:extLst xmlns:a="http://schemas.openxmlformats.org/drawingml/2006/main">
              <a:ext uri="{FF2B5EF4-FFF2-40B4-BE49-F238E27FC236}">
                <a16:creationId xmlns:a16="http://schemas.microsoft.com/office/drawing/2014/main" id="{CEC86B2C-91B3-4EEF-8E27-74D06DF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57575"/>
            <a:ext cx="1028700" cy="1019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1852" name="observed-frame">
            <a:extLst xmlns:a="http://schemas.openxmlformats.org/drawingml/2006/main">
              <a:ext uri="{FF2B5EF4-FFF2-40B4-BE49-F238E27FC236}">
                <a16:creationId xmlns:a16="http://schemas.microsoft.com/office/drawing/2014/main" id="{36B23D90-3715-4146-9C2A-119CA9BE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33950"/>
            <a:ext cx="2333625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1853" name="feedback-caption">
            <a:extLst xmlns:a="http://schemas.openxmlformats.org/drawingml/2006/main">
              <a:ext uri="{FF2B5EF4-FFF2-40B4-BE49-F238E27FC236}">
                <a16:creationId xmlns:a16="http://schemas.microsoft.com/office/drawing/2014/main" id="{1ABE1170-1C68-458C-AF83-40CC2B7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86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A258C"/>
                </a:solidFill>
              </a:defRPr>
            </a:pPr>
            <a:r>
              <a:rPr sz="1575">
                <a:solidFill>
                  <a:srgbClr val="5A258C"/>
                </a:solidFill>
              </a:rPr>
              <a:t>optimize θ</a:t>
            </a:r>
          </a:p>
        </p:txBody>
      </p:sp>
      <p:pic>
        <p:nvPicPr>
          <p:cNvPr id="3716" name="eq-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e4a045a2b40c7">
            <a:extLst>
              <a:ext uri="{96DAC541-7B7A-43D3-8B79-37D633B846F1}">
                <asvg:svgBlip xmlns:asvg="http://schemas.microsoft.com/office/drawing/2016/SVG/main" r:embed="R25b1f8d63a1440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6361" y="1381125"/>
            <a:ext cx="437178" cy="428625"/>
          </a:xfrm>
          <a:prstGeom xmlns:a="http://schemas.openxmlformats.org/drawingml/2006/main" prst="rect">
            <a:avLst/>
          </a:prstGeom>
        </p:spPr>
      </p:pic>
      <p:pic>
        <p:nvPicPr>
          <p:cNvPr id="3717" name="eq-gen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b9a82c55c4609">
            <a:extLst>
              <a:ext uri="{96DAC541-7B7A-43D3-8B79-37D633B846F1}">
                <asvg:svgBlip xmlns:asvg="http://schemas.microsoft.com/office/drawing/2016/SVG/main" r:embed="Re07b343d2a5f4f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9467" y="1857375"/>
            <a:ext cx="749067" cy="590550"/>
          </a:xfrm>
          <a:prstGeom xmlns:a="http://schemas.openxmlformats.org/drawingml/2006/main" prst="rect">
            <a:avLst/>
          </a:prstGeom>
        </p:spPr>
      </p:pic>
      <p:pic>
        <p:nvPicPr>
          <p:cNvPr id="3718" name="eq-x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a37dabfa4465f">
            <a:extLst>
              <a:ext uri="{96DAC541-7B7A-43D3-8B79-37D633B846F1}">
                <asvg:svgBlip xmlns:asvg="http://schemas.microsoft.com/office/drawing/2016/SVG/main" r:embed="R30c17f9b556a44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13358" y="1381125"/>
            <a:ext cx="375534" cy="514350"/>
          </a:xfrm>
          <a:prstGeom xmlns:a="http://schemas.openxmlformats.org/drawingml/2006/main" prst="rect">
            <a:avLst/>
          </a:prstGeom>
        </p:spPr>
      </p:pic>
      <p:pic>
        <p:nvPicPr>
          <p:cNvPr id="3719" name="eq-op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9c0910db64431">
            <a:extLst>
              <a:ext uri="{96DAC541-7B7A-43D3-8B79-37D633B846F1}">
                <asvg:svgBlip xmlns:asvg="http://schemas.microsoft.com/office/drawing/2016/SVG/main" r:embed="R82a2f2b2185247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18770" y="2838450"/>
            <a:ext cx="546260" cy="552450"/>
          </a:xfrm>
          <a:prstGeom xmlns:a="http://schemas.openxmlformats.org/drawingml/2006/main" prst="rect">
            <a:avLst/>
          </a:prstGeom>
        </p:spPr>
      </p:pic>
      <p:pic>
        <p:nvPicPr>
          <p:cNvPr id="3720" name="eq-y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d595a3c3742b4">
            <a:extLst>
              <a:ext uri="{96DAC541-7B7A-43D3-8B79-37D633B846F1}">
                <asvg:svgBlip xmlns:asvg="http://schemas.microsoft.com/office/drawing/2016/SVG/main" r:embed="R708cabf54eed4f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33772" y="1104900"/>
            <a:ext cx="278856" cy="523875"/>
          </a:xfrm>
          <a:prstGeom xmlns:a="http://schemas.openxmlformats.org/drawingml/2006/main" prst="rect">
            <a:avLst/>
          </a:prstGeom>
        </p:spPr>
      </p:pic>
      <p:pic>
        <p:nvPicPr>
          <p:cNvPr id="3721" name="eq-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6412e72e84c28">
            <a:extLst>
              <a:ext uri="{96DAC541-7B7A-43D3-8B79-37D633B846F1}">
                <asvg:svgBlip xmlns:asvg="http://schemas.microsoft.com/office/drawing/2016/SVG/main" r:embed="Rc6ed1d2d75354b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13313" y="6210300"/>
            <a:ext cx="338824" cy="457200"/>
          </a:xfrm>
          <a:prstGeom xmlns:a="http://schemas.openxmlformats.org/drawingml/2006/main" prst="rect">
            <a:avLst/>
          </a:prstGeom>
        </p:spPr>
      </p:pic>
      <p:pic>
        <p:nvPicPr>
          <p:cNvPr id="3722" name="eq-los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cf31c71604f10">
            <a:extLst>
              <a:ext uri="{96DAC541-7B7A-43D3-8B79-37D633B846F1}">
                <asvg:svgBlip xmlns:asvg="http://schemas.microsoft.com/office/drawing/2016/SVG/main" r:embed="R971a2f0ae96244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06475" y="3808124"/>
            <a:ext cx="933450" cy="289502"/>
          </a:xfrm>
          <a:prstGeom xmlns:a="http://schemas.openxmlformats.org/drawingml/2006/main" prst="rect">
            <a:avLst/>
          </a:prstGeom>
        </p:spPr>
      </p:pic>
      <p:pic>
        <p:nvPicPr>
          <p:cNvPr id="3723" name="eq-objectiv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e5619558f4587">
            <a:extLst>
              <a:ext uri="{96DAC541-7B7A-43D3-8B79-37D633B846F1}">
                <asvg:svgBlip xmlns:asvg="http://schemas.microsoft.com/office/drawing/2016/SVG/main" r:embed="Ra9d74d89cd4940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95625" y="7315688"/>
            <a:ext cx="5715000" cy="856275"/>
          </a:xfrm>
          <a:prstGeom xmlns:a="http://schemas.openxmlformats.org/drawingml/2006/main" prst="rect">
            <a:avLst/>
          </a:prstGeom>
        </p:spPr>
      </p:pic>
      <p:pic>
        <p:nvPicPr>
          <p:cNvPr id="3724" name="eq-reconstruc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0c735a92844ee">
            <a:extLst>
              <a:ext uri="{96DAC541-7B7A-43D3-8B79-37D633B846F1}">
                <asvg:svgBlip xmlns:asvg="http://schemas.microsoft.com/office/drawing/2016/SVG/main" r:embed="Rd075da03d39d42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72700" y="7477125"/>
            <a:ext cx="2213398" cy="48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81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2026-08-27T17:26:17.5150000Z</dcterms:created>
  <dcterms:modified xsi:type="dcterms:W3CDTF">2026-08-27T17:26:17.5150000Z</dcterms:modified>
</coreProperties>
</file>