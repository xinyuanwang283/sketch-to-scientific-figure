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cbaa91b3a844e0" /><Relationship Type="http://schemas.openxmlformats.org/officeDocument/2006/relationships/extended-properties" Target="/docProps/app.xml" Id="Rfbab91d4ee4449d9" /><Relationship Type="http://schemas.openxmlformats.org/officeDocument/2006/relationships/officeDocument" Target="/ppt/presentation.xml" Id="R11c7e8aeba3f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1e8352211c4a0c"/>
  </p:sldMasterIdLst>
  <p:notesMasterIdLst>
    <p:notesMasterId xmlns:r="http://schemas.openxmlformats.org/officeDocument/2006/relationships" r:id="R5aefb112c4774c56"/>
  </p:notesMasterIdLst>
  <p:sldIdLst>
    <p:sldId xmlns:r="http://schemas.openxmlformats.org/officeDocument/2006/relationships" id="256" r:id="R6f452ae13ab4485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1d7cb02ee4bda" /><Relationship Type="http://schemas.openxmlformats.org/officeDocument/2006/relationships/slideMaster" Target="/ppt/slideMasters/slideMaster1.xml" Id="Rf41e8352211c4a0c" /><Relationship Type="http://schemas.openxmlformats.org/officeDocument/2006/relationships/notesMaster" Target="/ppt/notesMasters/notesMaster1.xml" Id="R5aefb112c4774c56" /><Relationship Type="http://schemas.openxmlformats.org/officeDocument/2006/relationships/presProps" Target="/ppt/presProps.xml" Id="Rcff86fe1cdf94417" /><Relationship Type="http://schemas.openxmlformats.org/officeDocument/2006/relationships/tableStyles" Target="/ppt/tableStyles.xml" Id="R35f4047123bf4eab" /><Relationship Type="http://schemas.openxmlformats.org/officeDocument/2006/relationships/slide" Target="/ppt/slides/slide1.xml" Id="R6f452ae13ab4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fdce477da42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1d29fda1f04555" /><Relationship Type="http://schemas.openxmlformats.org/officeDocument/2006/relationships/notesMaster" Target="/ppt/notesMasters/notesMaster1.xml" Id="R0307961f71c7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semantic source: source/semantic_figure.json</a:t>
            </a:r>
          </a:p>
          <a:p xmlns:a="http://schemas.openxmlformats.org/drawingml/2006/main">
            <a:r>
              <a:t>Figure ID: deep-image-prior-D-layout-C-style</a:t>
            </a:r>
          </a:p>
          <a:p xmlns:a="http://schemas.openxmlformats.org/drawingml/2006/main">
            <a:r>
              <a:t>Equations:</a:t>
            </a:r>
          </a:p>
          <a:p xmlns:a="http://schemas.openxmlformats.org/drawingml/2006/main">
            <a:r>
              <a:t>eq_z: z</a:t>
            </a:r>
          </a:p>
          <a:p xmlns:a="http://schemas.openxmlformats.org/drawingml/2006/main">
            <a:r>
              <a:t>eq_generator: G_{\theta}</a:t>
            </a:r>
          </a:p>
          <a:p xmlns:a="http://schemas.openxmlformats.org/drawingml/2006/main">
            <a:r>
              <a:t>eq_xhat: \hat{x}</a:t>
            </a:r>
          </a:p>
          <a:p xmlns:a="http://schemas.openxmlformats.org/drawingml/2006/main">
            <a:r>
              <a:t>eq_operator: A</a:t>
            </a:r>
          </a:p>
          <a:p xmlns:a="http://schemas.openxmlformats.org/drawingml/2006/main">
            <a:r>
              <a:t>eq_yhat: \hat{y}</a:t>
            </a:r>
          </a:p>
          <a:p xmlns:a="http://schemas.openxmlformats.org/drawingml/2006/main">
            <a:r>
              <a:t>eq_y: y</a:t>
            </a:r>
          </a:p>
          <a:p xmlns:a="http://schemas.openxmlformats.org/drawingml/2006/main">
            <a:r>
              <a:t>eq_loss: \lVert\cdot\rVert_2^2</a:t>
            </a:r>
          </a:p>
          <a:p xmlns:a="http://schemas.openxmlformats.org/drawingml/2006/main">
            <a:r>
              <a:t>eq_objective: \theta^\* = \operatorname*{arg\,min}_{\theta}\lVert A G_{\theta}(z)-y\rVert_2^2</a:t>
            </a:r>
          </a:p>
          <a:p xmlns:a="http://schemas.openxmlformats.org/drawingml/2006/main">
            <a:r>
              <a:t>eq_reconstruction: \hat{x}=G_{\theta^\*}(z)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a8988369449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8dfa0041448af" /><Relationship Type="http://schemas.openxmlformats.org/officeDocument/2006/relationships/slideLayout" Target="/ppt/slideLayouts/slideLayout1.xml" Id="Rf4bb7646b441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b7646b441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e0da5b26942b1" /><Relationship Type="http://schemas.openxmlformats.org/officeDocument/2006/relationships/notesSlide" Target="/ppt/notesSlides/notesSlide1.xml" Id="R5fe4fbe80c5d4b66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58" name="noise-frame">
            <ns1:extLst>
              <ns1:ext uri="{FF2B5EF4-FFF2-40B4-BE49-F238E27FC236}">
                <ns2:creationId id="{B4782866-F2C1-4F9D-9B02-3E351E6C90A2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000250"/>
            <ns1:ext cx="1619250" cy="1619250"/>
          </ns1:xfrm>
          <ns1:prstGeom prst="rect">
            <ns1:avLst/>
          </ns1:prstGeom>
          <ns1:solidFill>
            <ns1:srgbClr val="F8FAFF"/>
          </ns1:solidFill>
          <ns1:ln w="28575">
            <ns1:solidFill>
              <ns1:srgbClr val="17356B"/>
            </ns1:solidFill>
            <ns1:prstDash val="solid"/>
          </ns1:ln>
        </ns0:spPr>
      </ns0:sp>
      <ns0:sp>
        <ns0:nvSpPr>
          <ns0:cNvPr id="2" name="noise-dot-01-01">
            <ns1:extLst>
              <ns1:ext uri="{FF2B5EF4-FFF2-40B4-BE49-F238E27FC236}">
                <ns2:creationId id="{33117073-9CC4-4C59-BC8F-AD6D9A0E92C6}"/>
              </ns1:ext>
            </ns1:extLst>
          </ns0:cNvPr>
          <ns0:cNvSpPr>
            <ns1:spLocks noGrp="1"/>
          </ns0:cNvSpPr>
          <ns0:nvPr/>
        </ns0:nvSpPr>
        <ns0:spPr>
          <ns1:xfrm>
            <ns1:off x="703898" y="21326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3" name="noise-dot-01-02">
            <ns1:extLst>
              <ns1:ext uri="{FF2B5EF4-FFF2-40B4-BE49-F238E27FC236}">
                <ns2:creationId id="{5962C2E7-A6B1-4136-97D6-4F3DC89F85B1}"/>
              </ns1:ext>
            </ns1:extLst>
          </ns0:cNvPr>
          <ns0:cNvSpPr>
            <ns1:spLocks noGrp="1"/>
          </ns0:cNvSpPr>
          <ns0:nvPr/>
        </ns0:nvSpPr>
        <ns0:spPr>
          <ns1:xfrm>
            <ns1:off x="862489" y="2148364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4" name="noise-dot-01-03">
            <ns1:extLst>
              <ns1:ext uri="{FF2B5EF4-FFF2-40B4-BE49-F238E27FC236}">
                <ns2:creationId id="{2AE03B14-5DCC-4CA1-8071-A2DE2F5A46B9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" y="213360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5" name="noise-dot-01-04">
            <ns1:extLst>
              <ns1:ext uri="{FF2B5EF4-FFF2-40B4-BE49-F238E27FC236}">
                <ns2:creationId id="{5D6A0C68-F159-4C38-8DC4-290186E9F872}"/>
              </ns1:ext>
            </ns1:extLst>
          </ns0:cNvPr>
          <ns0:cNvSpPr>
            <ns1:spLocks noGrp="1"/>
          </ns0:cNvSpPr>
          <ns0:nvPr/>
        </ns0:nvSpPr>
        <ns0:spPr>
          <ns1:xfrm>
            <ns1:off x="1213961" y="2166461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6" name="noise-dot-01-05">
            <ns1:extLst>
              <ns1:ext uri="{FF2B5EF4-FFF2-40B4-BE49-F238E27FC236}">
                <ns2:creationId id="{A8069CC1-1A01-4DA3-B5F2-83EFA1C0AD33}"/>
              </ns1:ext>
            </ns1:extLst>
          </ns0:cNvPr>
          <ns0:cNvSpPr>
            <ns1:spLocks noGrp="1"/>
          </ns0:cNvSpPr>
          <ns0:nvPr/>
        </ns0:nvSpPr>
        <ns0:spPr>
          <ns1:xfrm>
            <ns1:off x="1389698" y="215169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7" name="noise-dot-01-06">
            <ns1:extLst>
              <ns1:ext uri="{FF2B5EF4-FFF2-40B4-BE49-F238E27FC236}">
                <ns2:creationId id="{8BF03CEB-1028-4415-92E8-F1E890AF14B0}"/>
              </ns1:ext>
            </ns1:extLst>
          </ns0:cNvPr>
          <ns0:cNvSpPr>
            <ns1:spLocks noGrp="1"/>
          </ns0:cNvSpPr>
          <ns0:nvPr/>
        </ns0:nvSpPr>
        <ns0:spPr>
          <ns1:xfrm>
            <ns1:off x="1500664" y="21197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8" name="noise-dot-01-07">
            <ns1:extLst>
              <ns1:ext uri="{FF2B5EF4-FFF2-40B4-BE49-F238E27FC236}">
                <ns2:creationId id="{45BF03B4-6C1F-405A-A269-506C142B530F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215265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9" name="noise-dot-01-08">
            <ns1:extLst>
              <ns1:ext uri="{FF2B5EF4-FFF2-40B4-BE49-F238E27FC236}">
                <ns2:creationId id="{6E20E422-4C52-405B-AE21-A7A372CC0DAC}"/>
              </ns1:ext>
            </ns1:extLst>
          </ns0:cNvPr>
          <ns0:cNvSpPr>
            <ns1:spLocks noGrp="1"/>
          </ns0:cNvSpPr>
          <ns0:nvPr/>
        </ns0:nvSpPr>
        <ns0:spPr>
          <ns1:xfrm>
            <ns1:off x="1852136" y="21378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10" name="noise-dot-01-09">
            <ns1:extLst>
              <ns1:ext uri="{FF2B5EF4-FFF2-40B4-BE49-F238E27FC236}">
                <ns2:creationId id="{ACD140DF-D94D-494D-B1C6-E6DFA57C8C12}"/>
              </ns1:ext>
            </ns1:extLst>
          </ns0:cNvPr>
          <ns0:cNvSpPr>
            <ns1:spLocks noGrp="1"/>
          </ns0:cNvSpPr>
          <ns0:nvPr/>
        </ns0:nvSpPr>
        <ns0:spPr>
          <ns1:xfrm>
            <ns1:off x="2027873" y="21707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1" name="noise-dot-02-01">
            <ns1:extLst>
              <ns1:ext uri="{FF2B5EF4-FFF2-40B4-BE49-F238E27FC236}">
                <ns2:creationId id="{BBFE5447-AAB0-42A7-A17D-D191B4AEB30E}"/>
              </ns1:ext>
            </ns1:extLst>
          </ns0:cNvPr>
          <ns0:cNvSpPr>
            <ns1:spLocks noGrp="1"/>
          </ns0:cNvSpPr>
          <ns0:nvPr/>
        </ns0:nvSpPr>
        <ns0:spPr>
          <ns1:xfrm>
            <ns1:off x="718661" y="2318861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12" name="noise-dot-02-02">
            <ns1:extLst>
              <ns1:ext uri="{FF2B5EF4-FFF2-40B4-BE49-F238E27FC236}">
                <ns2:creationId id="{A0D185C2-3816-4D23-864C-C422BB5A8B8B}"/>
              </ns1:ext>
            </ns1:extLst>
          </ns0:cNvPr>
          <ns0:cNvSpPr>
            <ns1:spLocks noGrp="1"/>
          </ns0:cNvSpPr>
          <ns0:nvPr/>
        </ns0:nvSpPr>
        <ns0:spPr>
          <ns1:xfrm>
            <ns1:off x="894398" y="230409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3" name="noise-dot-02-03">
            <ns1:extLst>
              <ns1:ext uri="{FF2B5EF4-FFF2-40B4-BE49-F238E27FC236}">
                <ns2:creationId id="{23D08EF3-35AC-4FF2-9583-DC8F9DB65F23}"/>
              </ns1:ext>
            </ns1:extLst>
          </ns0:cNvPr>
          <ns0:cNvSpPr>
            <ns1:spLocks noGrp="1"/>
          </ns0:cNvSpPr>
          <ns0:nvPr/>
        </ns0:nvSpPr>
        <ns0:spPr>
          <ns1:xfrm>
            <ns1:off x="1052989" y="2319814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14" name="noise-dot-02-04">
            <ns1:extLst>
              <ns1:ext uri="{FF2B5EF4-FFF2-40B4-BE49-F238E27FC236}">
                <ns2:creationId id="{F5A2B281-9B88-48D7-AAE8-ABFEFD87E04D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230505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15" name="noise-dot-02-05">
            <ns1:extLst>
              <ns1:ext uri="{FF2B5EF4-FFF2-40B4-BE49-F238E27FC236}">
                <ns2:creationId id="{20F09694-301F-4625-89E2-E0C2B9E57297}"/>
              </ns1:ext>
            </ns1:extLst>
          </ns0:cNvPr>
          <ns0:cNvSpPr>
            <ns1:spLocks noGrp="1"/>
          </ns0:cNvSpPr>
          <ns0:nvPr/>
        </ns0:nvSpPr>
        <ns0:spPr>
          <ns1:xfrm>
            <ns1:off x="1356836" y="22902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16" name="noise-dot-02-06">
            <ns1:extLst>
              <ns1:ext uri="{FF2B5EF4-FFF2-40B4-BE49-F238E27FC236}">
                <ns2:creationId id="{5D036C90-7673-4FE5-9611-A4AA210A1E9E}"/>
              </ns1:ext>
            </ns1:extLst>
          </ns0:cNvPr>
          <ns0:cNvSpPr>
            <ns1:spLocks noGrp="1"/>
          </ns0:cNvSpPr>
          <ns0:nvPr/>
        </ns0:nvSpPr>
        <ns0:spPr>
          <ns1:xfrm>
            <ns1:off x="1532573" y="23231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" name="noise-dot-02-07">
            <ns1:extLst>
              <ns1:ext uri="{FF2B5EF4-FFF2-40B4-BE49-F238E27FC236}">
                <ns2:creationId id="{1A489422-E71C-4A8D-8E91-34F5526B433A}"/>
              </ns1:ext>
            </ns1:extLst>
          </ns0:cNvPr>
          <ns0:cNvSpPr>
            <ns1:spLocks noGrp="1"/>
          </ns0:cNvSpPr>
          <ns0:nvPr/>
        </ns0:nvSpPr>
        <ns0:spPr>
          <ns1:xfrm>
            <ns1:off x="1691164" y="22912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18" name="noise-dot-02-08">
            <ns1:extLst>
              <ns1:ext uri="{FF2B5EF4-FFF2-40B4-BE49-F238E27FC236}">
                <ns2:creationId id="{97DA0DDE-6890-4AA9-95A3-6B7803B2F11B}"/>
              </ns1:ext>
            </ns1:extLst>
          </ns0:cNvPr>
          <ns0:cNvSpPr>
            <ns1:spLocks noGrp="1"/>
          </ns0:cNvSpPr>
          <ns0:nvPr/>
        </ns0:nvSpPr>
        <ns0:spPr>
          <ns1:xfrm>
            <ns1:off x="1866900" y="232410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19" name="noise-dot-02-09">
            <ns1:extLst>
              <ns1:ext uri="{FF2B5EF4-FFF2-40B4-BE49-F238E27FC236}">
                <ns2:creationId id="{06F4F1F5-50FB-428A-82D4-7FB72AE17159}"/>
              </ns1:ext>
            </ns1:extLst>
          </ns0:cNvPr>
          <ns0:cNvSpPr>
            <ns1:spLocks noGrp="1"/>
          </ns0:cNvSpPr>
          <ns0:nvPr/>
        </ns0:nvSpPr>
        <ns0:spPr>
          <ns1:xfrm>
            <ns1:off x="1995011" y="23093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20" name="noise-dot-03-01">
            <ns1:extLst>
              <ns1:ext uri="{FF2B5EF4-FFF2-40B4-BE49-F238E27FC236}">
                <ns2:creationId id="{06A57137-EEAD-49A0-8833-FFEDFB3196F2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245745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21" name="noise-dot-03-02">
            <ns1:extLst>
              <ns1:ext uri="{FF2B5EF4-FFF2-40B4-BE49-F238E27FC236}">
                <ns2:creationId id="{4F72CA30-E991-4A8D-B67D-E3A26B8C607E}"/>
              </ns1:ext>
            </ns1:extLst>
          </ns0:cNvPr>
          <ns0:cNvSpPr>
            <ns1:spLocks noGrp="1"/>
          </ns0:cNvSpPr>
          <ns0:nvPr/>
        </ns0:nvSpPr>
        <ns0:spPr>
          <ns1:xfrm>
            <ns1:off x="861536" y="2490311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22" name="noise-dot-03-03">
            <ns1:extLst>
              <ns1:ext uri="{FF2B5EF4-FFF2-40B4-BE49-F238E27FC236}">
                <ns2:creationId id="{065B4BED-59BB-47EE-9D0B-908142493439}"/>
              </ns1:ext>
            </ns1:extLst>
          </ns0:cNvPr>
          <ns0:cNvSpPr>
            <ns1:spLocks noGrp="1"/>
          </ns0:cNvSpPr>
          <ns0:nvPr/>
        </ns0:nvSpPr>
        <ns0:spPr>
          <ns1:xfrm>
            <ns1:off x="1037273" y="24755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3" name="noise-dot-03-04">
            <ns1:extLst>
              <ns1:ext uri="{FF2B5EF4-FFF2-40B4-BE49-F238E27FC236}">
                <ns2:creationId id="{CA2CD01E-B076-4795-B15D-69B438F61CA3}"/>
              </ns1:ext>
            </ns1:extLst>
          </ns0:cNvPr>
          <ns0:cNvSpPr>
            <ns1:spLocks noGrp="1"/>
          </ns0:cNvSpPr>
          <ns0:nvPr/>
        </ns0:nvSpPr>
        <ns0:spPr>
          <ns1:xfrm>
            <ns1:off x="1195864" y="24436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24" name="noise-dot-03-05">
            <ns1:extLst>
              <ns1:ext uri="{FF2B5EF4-FFF2-40B4-BE49-F238E27FC236}">
                <ns2:creationId id="{D1A73299-BE11-4268-90D5-17D336163FFB}"/>
              </ns1:ext>
            </ns1:extLst>
          </ns0:cNvPr>
          <ns0:cNvSpPr>
            <ns1:spLocks noGrp="1"/>
          </ns0:cNvSpPr>
          <ns0:nvPr/>
        </ns0:nvSpPr>
        <ns0:spPr>
          <ns1:xfrm>
            <ns1:off x="1371600" y="247650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25" name="noise-dot-03-06">
            <ns1:extLst>
              <ns1:ext uri="{FF2B5EF4-FFF2-40B4-BE49-F238E27FC236}">
                <ns2:creationId id="{58E51F78-FE77-4D61-8B3F-CA8B6A15DDA8}"/>
              </ns1:ext>
            </ns1:extLst>
          </ns0:cNvPr>
          <ns0:cNvSpPr>
            <ns1:spLocks noGrp="1"/>
          </ns0:cNvSpPr>
          <ns0:nvPr/>
        </ns0:nvSpPr>
        <ns0:spPr>
          <ns1:xfrm>
            <ns1:off x="1547336" y="24617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26" name="noise-dot-03-07">
            <ns1:extLst>
              <ns1:ext uri="{FF2B5EF4-FFF2-40B4-BE49-F238E27FC236}">
                <ns2:creationId id="{061813D2-A3BE-420E-BF21-10916035B397}"/>
              </ns1:ext>
            </ns1:extLst>
          </ns0:cNvPr>
          <ns0:cNvSpPr>
            <ns1:spLocks noGrp="1"/>
          </ns0:cNvSpPr>
          <ns0:nvPr/>
        </ns0:nvSpPr>
        <ns0:spPr>
          <ns1:xfrm>
            <ns1:off x="1675448" y="249459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7" name="noise-dot-03-08">
            <ns1:extLst>
              <ns1:ext uri="{FF2B5EF4-FFF2-40B4-BE49-F238E27FC236}">
                <ns2:creationId id="{746D39D3-CC23-4E94-9A0D-277E7C00DC3C}"/>
              </ns1:ext>
            </ns1:extLst>
          </ns0:cNvPr>
          <ns0:cNvSpPr>
            <ns1:spLocks noGrp="1"/>
          </ns0:cNvSpPr>
          <ns0:nvPr/>
        </ns0:nvSpPr>
        <ns0:spPr>
          <ns1:xfrm>
            <ns1:off x="1834039" y="24626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28" name="noise-dot-03-09">
            <ns1:extLst>
              <ns1:ext uri="{FF2B5EF4-FFF2-40B4-BE49-F238E27FC236}">
                <ns2:creationId id="{26C327E5-D149-4A0B-8540-45DD136005CE}"/>
              </ns1:ext>
            </ns1:extLst>
          </ns0:cNvPr>
          <ns0:cNvSpPr>
            <ns1:spLocks noGrp="1"/>
          </ns0:cNvSpPr>
          <ns0:nvPr/>
        </ns0:nvSpPr>
        <ns0:spPr>
          <ns1:xfrm>
            <ns1:off x="2009775" y="244792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29" name="noise-dot-04-01">
            <ns1:extLst>
              <ns1:ext uri="{FF2B5EF4-FFF2-40B4-BE49-F238E27FC236}">
                <ns2:creationId id="{F4DCAF43-B36C-4817-98FC-68FD647E26AA}"/>
              </ns1:ext>
            </ns1:extLst>
          </ns0:cNvPr>
          <ns0:cNvSpPr>
            <ns1:spLocks noGrp="1"/>
          </ns0:cNvSpPr>
          <ns0:nvPr/>
        </ns0:nvSpPr>
        <ns0:spPr>
          <ns1:xfrm>
            <ns1:off x="700564" y="2643664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30" name="noise-dot-04-02">
            <ns1:extLst>
              <ns1:ext uri="{FF2B5EF4-FFF2-40B4-BE49-F238E27FC236}">
                <ns2:creationId id="{476DB049-9B6D-4CB2-A501-9484ECCD8C09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62890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31" name="noise-dot-04-03">
            <ns1:extLst>
              <ns1:ext uri="{FF2B5EF4-FFF2-40B4-BE49-F238E27FC236}">
                <ns2:creationId id="{B7FC35E3-AA7D-44BE-B74F-D20EF9BB27DB}"/>
              </ns1:ext>
            </ns1:extLst>
          </ns0:cNvPr>
          <ns0:cNvSpPr>
            <ns1:spLocks noGrp="1"/>
          </ns0:cNvSpPr>
          <ns0:nvPr/>
        </ns0:nvSpPr>
        <ns0:spPr>
          <ns1:xfrm>
            <ns1:off x="1052036" y="26141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32" name="noise-dot-04-04">
            <ns1:extLst>
              <ns1:ext uri="{FF2B5EF4-FFF2-40B4-BE49-F238E27FC236}">
                <ns2:creationId id="{89966468-5663-4C49-9D79-0F31C07B250B}"/>
              </ns1:ext>
            </ns1:extLst>
          </ns0:cNvPr>
          <ns0:cNvSpPr>
            <ns1:spLocks noGrp="1"/>
          </ns0:cNvSpPr>
          <ns0:nvPr/>
        </ns0:nvSpPr>
        <ns0:spPr>
          <ns1:xfrm>
            <ns1:off x="1227773" y="264699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33" name="noise-dot-04-05">
            <ns1:extLst>
              <ns1:ext uri="{FF2B5EF4-FFF2-40B4-BE49-F238E27FC236}">
                <ns2:creationId id="{8CD927D0-1D9A-4CCF-8CF5-39F141150F50}"/>
              </ns1:ext>
            </ns1:extLst>
          </ns0:cNvPr>
          <ns0:cNvSpPr>
            <ns1:spLocks noGrp="1"/>
          </ns0:cNvSpPr>
          <ns0:nvPr/>
        </ns0:nvSpPr>
        <ns0:spPr>
          <ns1:xfrm>
            <ns1:off x="1338739" y="26150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34" name="noise-dot-04-06">
            <ns1:extLst>
              <ns1:ext uri="{FF2B5EF4-FFF2-40B4-BE49-F238E27FC236}">
                <ns2:creationId id="{8C3BCDF7-4637-4B69-BB80-5B77D91D1D16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" y="264795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35" name="noise-dot-04-07">
            <ns1:extLst>
              <ns1:ext uri="{FF2B5EF4-FFF2-40B4-BE49-F238E27FC236}">
                <ns2:creationId id="{218489F5-915E-4F04-9226-92C8DEEEA102}"/>
              </ns1:ext>
            </ns1:extLst>
          </ns0:cNvPr>
          <ns0:cNvSpPr>
            <ns1:spLocks noGrp="1"/>
          </ns0:cNvSpPr>
          <ns0:nvPr/>
        </ns0:nvSpPr>
        <ns0:spPr>
          <ns1:xfrm>
            <ns1:off x="1690211" y="26331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36" name="noise-dot-04-08">
            <ns1:extLst>
              <ns1:ext uri="{FF2B5EF4-FFF2-40B4-BE49-F238E27FC236}">
                <ns2:creationId id="{A48C6E08-7985-457F-9454-283C3D906993}"/>
              </ns1:ext>
            </ns1:extLst>
          </ns0:cNvPr>
          <ns0:cNvSpPr>
            <ns1:spLocks noGrp="1"/>
          </ns0:cNvSpPr>
          <ns0:nvPr/>
        </ns0:nvSpPr>
        <ns0:spPr>
          <ns1:xfrm>
            <ns1:off x="1865948" y="261842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37" name="noise-dot-04-09">
            <ns1:extLst>
              <ns1:ext uri="{FF2B5EF4-FFF2-40B4-BE49-F238E27FC236}">
                <ns2:creationId id="{94082213-28C1-4FF7-AC2B-FC7028FB49C9}"/>
              </ns1:ext>
            </ns1:extLst>
          </ns0:cNvPr>
          <ns0:cNvSpPr>
            <ns1:spLocks noGrp="1"/>
          </ns0:cNvSpPr>
          <ns0:nvPr/>
        </ns0:nvSpPr>
        <ns0:spPr>
          <ns1:xfrm>
            <ns1:off x="2024539" y="26341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38" name="noise-dot-05-01">
            <ns1:extLst>
              <ns1:ext uri="{FF2B5EF4-FFF2-40B4-BE49-F238E27FC236}">
                <ns2:creationId id="{3B9F1176-C3D2-4235-8E52-CA5B52BFB326}"/>
              </ns1:ext>
            </ns1:extLst>
          </ns0:cNvPr>
          <ns0:cNvSpPr>
            <ns1:spLocks noGrp="1"/>
          </ns0:cNvSpPr>
          <ns0:nvPr/>
        </ns0:nvSpPr>
        <ns0:spPr>
          <ns1:xfrm>
            <ns1:off x="732473" y="279939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39" name="noise-dot-05-02">
            <ns1:extLst>
              <ns1:ext uri="{FF2B5EF4-FFF2-40B4-BE49-F238E27FC236}">
                <ns2:creationId id="{D12E95F2-90E5-4D4A-9025-13E95BB25D9C}"/>
              </ns1:ext>
            </ns1:extLst>
          </ns0:cNvPr>
          <ns0:cNvSpPr>
            <ns1:spLocks noGrp="1"/>
          </ns0:cNvSpPr>
          <ns0:nvPr/>
        </ns0:nvSpPr>
        <ns0:spPr>
          <ns1:xfrm>
            <ns1:off x="891064" y="27674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40" name="noise-dot-05-03">
            <ns1:extLst>
              <ns1:ext uri="{FF2B5EF4-FFF2-40B4-BE49-F238E27FC236}">
                <ns2:creationId id="{EF4758F5-40F4-4879-9E6B-4DFB488C3201}"/>
              </ns1:ext>
            </ns1:extLst>
          </ns0:cNvPr>
          <ns0:cNvSpPr>
            <ns1:spLocks noGrp="1"/>
          </ns0:cNvSpPr>
          <ns0:nvPr/>
        </ns0:nvSpPr>
        <ns0:spPr>
          <ns1:xfrm>
            <ns1:off x="1019175" y="280035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41" name="noise-dot-05-04">
            <ns1:extLst>
              <ns1:ext uri="{FF2B5EF4-FFF2-40B4-BE49-F238E27FC236}">
                <ns2:creationId id="{6847F0EF-AB68-4F4F-980B-C87C218676BD}"/>
              </ns1:ext>
            </ns1:extLst>
          </ns0:cNvPr>
          <ns0:cNvSpPr>
            <ns1:spLocks noGrp="1"/>
          </ns0:cNvSpPr>
          <ns0:nvPr/>
        </ns0:nvSpPr>
        <ns0:spPr>
          <ns1:xfrm>
            <ns1:off x="1194911" y="27855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42" name="noise-dot-05-05">
            <ns1:extLst>
              <ns1:ext uri="{FF2B5EF4-FFF2-40B4-BE49-F238E27FC236}">
                <ns2:creationId id="{FD577EFF-CB0A-4F37-BCE6-34D8C9503750}"/>
              </ns1:ext>
            </ns1:extLst>
          </ns0:cNvPr>
          <ns0:cNvSpPr>
            <ns1:spLocks noGrp="1"/>
          </ns0:cNvSpPr>
          <ns0:nvPr/>
        </ns0:nvSpPr>
        <ns0:spPr>
          <ns1:xfrm>
            <ns1:off x="1370648" y="28184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43" name="noise-dot-05-06">
            <ns1:extLst>
              <ns1:ext uri="{FF2B5EF4-FFF2-40B4-BE49-F238E27FC236}">
                <ns2:creationId id="{4046993D-5220-4838-AEAE-917582610980}"/>
              </ns1:ext>
            </ns1:extLst>
          </ns0:cNvPr>
          <ns0:cNvSpPr>
            <ns1:spLocks noGrp="1"/>
          </ns0:cNvSpPr>
          <ns0:nvPr/>
        </ns0:nvSpPr>
        <ns0:spPr>
          <ns1:xfrm>
            <ns1:off x="1529239" y="27865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44" name="noise-dot-05-07">
            <ns1:extLst>
              <ns1:ext uri="{FF2B5EF4-FFF2-40B4-BE49-F238E27FC236}">
                <ns2:creationId id="{CF900DA0-49D4-4EF4-914D-6BAC99C2512F}"/>
              </ns1:ext>
            </ns1:extLst>
          </ns0:cNvPr>
          <ns0:cNvSpPr>
            <ns1:spLocks noGrp="1"/>
          </ns0:cNvSpPr>
          <ns0:nvPr/>
        </ns0:nvSpPr>
        <ns0:spPr>
          <ns1:xfrm>
            <ns1:off x="1704975" y="277177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45" name="noise-dot-05-08">
            <ns1:extLst>
              <ns1:ext uri="{FF2B5EF4-FFF2-40B4-BE49-F238E27FC236}">
                <ns2:creationId id="{470EB431-6A34-49FB-A067-AC70C2C4BE51}"/>
              </ns1:ext>
            </ns1:extLst>
          </ns0:cNvPr>
          <ns0:cNvSpPr>
            <ns1:spLocks noGrp="1"/>
          </ns0:cNvSpPr>
          <ns0:nvPr/>
        </ns0:nvSpPr>
        <ns0:spPr>
          <ns1:xfrm>
            <ns1:off x="1833086" y="28046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46" name="noise-dot-05-09">
            <ns1:extLst>
              <ns1:ext uri="{FF2B5EF4-FFF2-40B4-BE49-F238E27FC236}">
                <ns2:creationId id="{06689B8A-A2B3-4F6C-94AD-34727E962485}"/>
              </ns1:ext>
            </ns1:extLst>
          </ns0:cNvPr>
          <ns0:cNvSpPr>
            <ns1:spLocks noGrp="1"/>
          </ns0:cNvSpPr>
          <ns0:nvPr/>
        </ns0:nvSpPr>
        <ns0:spPr>
          <ns1:xfrm>
            <ns1:off x="2008823" y="278987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47" name="noise-dot-06-01">
            <ns1:extLst>
              <ns1:ext uri="{FF2B5EF4-FFF2-40B4-BE49-F238E27FC236}">
                <ns2:creationId id="{D7F7ED92-CB12-4FEE-8134-86B389426A4F}"/>
              </ns1:ext>
            </ns1:extLst>
          </ns0:cNvPr>
          <ns0:cNvSpPr>
            <ns1:spLocks noGrp="1"/>
          </ns0:cNvSpPr>
          <ns0:nvPr/>
        </ns0:nvSpPr>
        <ns0:spPr>
          <ns1:xfrm>
            <ns1:off x="699611" y="29379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48" name="noise-dot-06-02">
            <ns1:extLst>
              <ns1:ext uri="{FF2B5EF4-FFF2-40B4-BE49-F238E27FC236}">
                <ns2:creationId id="{EB71A917-2CC0-4303-83AB-3A1C9993EDAB}"/>
              </ns1:ext>
            </ns1:extLst>
          </ns0:cNvPr>
          <ns0:cNvSpPr>
            <ns1:spLocks noGrp="1"/>
          </ns0:cNvSpPr>
          <ns0:nvPr/>
        </ns0:nvSpPr>
        <ns0:spPr>
          <ns1:xfrm>
            <ns1:off x="875348" y="29708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49" name="noise-dot-06-03">
            <ns1:extLst>
              <ns1:ext uri="{FF2B5EF4-FFF2-40B4-BE49-F238E27FC236}">
                <ns2:creationId id="{D711D03D-202E-448F-9BD5-B5FE32123AAA}"/>
              </ns1:ext>
            </ns1:extLst>
          </ns0:cNvPr>
          <ns0:cNvSpPr>
            <ns1:spLocks noGrp="1"/>
          </ns0:cNvSpPr>
          <ns0:nvPr/>
        </ns0:nvSpPr>
        <ns0:spPr>
          <ns1:xfrm>
            <ns1:off x="1033939" y="29389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50" name="noise-dot-06-04">
            <ns1:extLst>
              <ns1:ext uri="{FF2B5EF4-FFF2-40B4-BE49-F238E27FC236}">
                <ns2:creationId id="{686CE231-8111-4821-A2C4-C2917699B53F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297180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51" name="noise-dot-06-05">
            <ns1:extLst>
              <ns1:ext uri="{FF2B5EF4-FFF2-40B4-BE49-F238E27FC236}">
                <ns2:creationId id="{0BF5D6CD-A1AE-44C5-9A77-35C3F4B4647C}"/>
              </ns1:ext>
            </ns1:extLst>
          </ns0:cNvPr>
          <ns0:cNvSpPr>
            <ns1:spLocks noGrp="1"/>
          </ns0:cNvSpPr>
          <ns0:nvPr/>
        </ns0:nvSpPr>
        <ns0:spPr>
          <ns1:xfrm>
            <ns1:off x="1385411" y="29570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52" name="noise-dot-06-06">
            <ns1:extLst>
              <ns1:ext uri="{FF2B5EF4-FFF2-40B4-BE49-F238E27FC236}">
                <ns2:creationId id="{4FDACCE1-BC33-4327-AC35-B9FD663EB62C}"/>
              </ns1:ext>
            </ns1:extLst>
          </ns0:cNvPr>
          <ns0:cNvSpPr>
            <ns1:spLocks noGrp="1"/>
          </ns0:cNvSpPr>
          <ns0:nvPr/>
        </ns0:nvSpPr>
        <ns0:spPr>
          <ns1:xfrm>
            <ns1:off x="1513523" y="294227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53" name="noise-dot-06-07">
            <ns1:extLst>
              <ns1:ext uri="{FF2B5EF4-FFF2-40B4-BE49-F238E27FC236}">
                <ns2:creationId id="{097DD03B-5BBB-4B83-847F-643D0441F078}"/>
              </ns1:ext>
            </ns1:extLst>
          </ns0:cNvPr>
          <ns0:cNvSpPr>
            <ns1:spLocks noGrp="1"/>
          </ns0:cNvSpPr>
          <ns0:nvPr/>
        </ns0:nvSpPr>
        <ns0:spPr>
          <ns1:xfrm>
            <ns1:off x="1672114" y="29579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54" name="noise-dot-06-08">
            <ns1:extLst>
              <ns1:ext uri="{FF2B5EF4-FFF2-40B4-BE49-F238E27FC236}">
                <ns2:creationId id="{A7AAA9FE-00D2-4A42-B08F-C2AC72F21662}"/>
              </ns1:ext>
            </ns1:extLst>
          </ns0:cNvPr>
          <ns0:cNvSpPr>
            <ns1:spLocks noGrp="1"/>
          </ns0:cNvSpPr>
          <ns0:nvPr/>
        </ns0:nvSpPr>
        <ns0:spPr>
          <ns1:xfrm>
            <ns1:off x="1847850" y="294322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55" name="noise-dot-06-09">
            <ns1:extLst>
              <ns1:ext uri="{FF2B5EF4-FFF2-40B4-BE49-F238E27FC236}">
                <ns2:creationId id="{BF147261-4CDE-45FC-91F5-D58B519B77A8}"/>
              </ns1:ext>
            </ns1:extLst>
          </ns0:cNvPr>
          <ns0:cNvSpPr>
            <ns1:spLocks noGrp="1"/>
          </ns0:cNvSpPr>
          <ns0:nvPr/>
        </ns0:nvSpPr>
        <ns0:spPr>
          <ns1:xfrm>
            <ns1:off x="2023586" y="29760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56" name="noise-dot-07-01">
            <ns1:extLst>
              <ns1:ext uri="{FF2B5EF4-FFF2-40B4-BE49-F238E27FC236}">
                <ns2:creationId id="{5449F1E4-3201-4967-9AED-9B3CAA597745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312420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57" name="noise-dot-07-02">
            <ns1:extLst>
              <ns1:ext uri="{FF2B5EF4-FFF2-40B4-BE49-F238E27FC236}">
                <ns2:creationId id="{062FFED9-4D09-42CC-BF32-A881206795B1}"/>
              </ns1:ext>
            </ns1:extLst>
          </ns0:cNvPr>
          <ns0:cNvSpPr>
            <ns1:spLocks noGrp="1"/>
          </ns0:cNvSpPr>
          <ns0:nvPr/>
        </ns0:nvSpPr>
        <ns0:spPr>
          <ns1:xfrm>
            <ns1:off x="890111" y="31094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58" name="noise-dot-07-03">
            <ns1:extLst>
              <ns1:ext uri="{FF2B5EF4-FFF2-40B4-BE49-F238E27FC236}">
                <ns2:creationId id="{3B4CB073-0115-4EA8-9BAA-5B201EF623A9}"/>
              </ns1:ext>
            </ns1:extLst>
          </ns0:cNvPr>
          <ns0:cNvSpPr>
            <ns1:spLocks noGrp="1"/>
          </ns0:cNvSpPr>
          <ns0:nvPr/>
        </ns0:nvSpPr>
        <ns0:spPr>
          <ns1:xfrm>
            <ns1:off x="1065848" y="314229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59" name="noise-dot-07-04">
            <ns1:extLst>
              <ns1:ext uri="{FF2B5EF4-FFF2-40B4-BE49-F238E27FC236}">
                <ns2:creationId id="{B87B6A74-4070-4F09-8B5A-1AB0477A738C}"/>
              </ns1:ext>
            </ns1:extLst>
          </ns0:cNvPr>
          <ns0:cNvSpPr>
            <ns1:spLocks noGrp="1"/>
          </ns0:cNvSpPr>
          <ns0:nvPr/>
        </ns0:nvSpPr>
        <ns0:spPr>
          <ns1:xfrm>
            <ns1:off x="1176814" y="31103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60" name="noise-dot-07-05">
            <ns1:extLst>
              <ns1:ext uri="{FF2B5EF4-FFF2-40B4-BE49-F238E27FC236}">
                <ns2:creationId id="{ED50F033-75E9-42AB-ACEA-73229FFDB396}"/>
              </ns1:ext>
            </ns1:extLst>
          </ns0:cNvPr>
          <ns0:cNvSpPr>
            <ns1:spLocks noGrp="1"/>
          </ns0:cNvSpPr>
          <ns0:nvPr/>
        </ns0:nvSpPr>
        <ns0:spPr>
          <ns1:xfrm>
            <ns1:off x="1352550" y="309562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61" name="noise-dot-07-06">
            <ns1:extLst>
              <ns1:ext uri="{FF2B5EF4-FFF2-40B4-BE49-F238E27FC236}">
                <ns2:creationId id="{B6A2EC76-88C0-49FC-8453-FEB318745351}"/>
              </ns1:ext>
            </ns1:extLst>
          </ns0:cNvPr>
          <ns0:cNvSpPr>
            <ns1:spLocks noGrp="1"/>
          </ns0:cNvSpPr>
          <ns0:nvPr/>
        </ns0:nvSpPr>
        <ns0:spPr>
          <ns1:xfrm>
            <ns1:off x="1528286" y="31284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62" name="noise-dot-07-07">
            <ns1:extLst>
              <ns1:ext uri="{FF2B5EF4-FFF2-40B4-BE49-F238E27FC236}">
                <ns2:creationId id="{F8CF80E5-8AC3-4ADC-A3DA-A2EEF40D5DCE}"/>
              </ns1:ext>
            </ns1:extLst>
          </ns0:cNvPr>
          <ns0:cNvSpPr>
            <ns1:spLocks noGrp="1"/>
          </ns0:cNvSpPr>
          <ns0:nvPr/>
        </ns0:nvSpPr>
        <ns0:spPr>
          <ns1:xfrm>
            <ns1:off x="1704023" y="311372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63" name="noise-dot-07-08">
            <ns1:extLst>
              <ns1:ext uri="{FF2B5EF4-FFF2-40B4-BE49-F238E27FC236}">
                <ns2:creationId id="{CEF0C4BF-B9AD-4D1F-89E7-7889C15423B3}"/>
              </ns1:ext>
            </ns1:extLst>
          </ns0:cNvPr>
          <ns0:cNvSpPr>
            <ns1:spLocks noGrp="1"/>
          </ns0:cNvSpPr>
          <ns0:nvPr/>
        </ns0:nvSpPr>
        <ns0:spPr>
          <ns1:xfrm>
            <ns1:off x="1862614" y="31294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64" name="noise-dot-07-09">
            <ns1:extLst>
              <ns1:ext uri="{FF2B5EF4-FFF2-40B4-BE49-F238E27FC236}">
                <ns2:creationId id="{DBB31F20-B612-48FA-A897-3595380FFAAB}"/>
              </ns1:ext>
            </ns1:extLst>
          </ns0:cNvPr>
          <ns0:cNvSpPr>
            <ns1:spLocks noGrp="1"/>
          </ns0:cNvSpPr>
          <ns0:nvPr/>
        </ns0:nvSpPr>
        <ns0:spPr>
          <ns1:xfrm>
            <ns1:off x="1990725" y="311467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65" name="noise-dot-08-01">
            <ns1:extLst>
              <ns1:ext uri="{FF2B5EF4-FFF2-40B4-BE49-F238E27FC236}">
                <ns2:creationId id="{28C39A9B-D465-4AD7-A86C-32DCC3DD3C27}"/>
              </ns1:ext>
            </ns1:extLst>
          </ns0:cNvPr>
          <ns0:cNvSpPr>
            <ns1:spLocks noGrp="1"/>
          </ns0:cNvSpPr>
          <ns0:nvPr/>
        </ns0:nvSpPr>
        <ns0:spPr>
          <ns1:xfrm>
            <ns1:off x="729139" y="32627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66" name="noise-dot-08-02">
            <ns1:extLst>
              <ns1:ext uri="{FF2B5EF4-FFF2-40B4-BE49-F238E27FC236}">
                <ns2:creationId id="{BA547EE3-F68C-4BEA-8791-194A7E0B3554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295650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67" name="noise-dot-08-03">
            <ns1:extLst>
              <ns1:ext uri="{FF2B5EF4-FFF2-40B4-BE49-F238E27FC236}">
                <ns2:creationId id="{907A699C-830F-4A58-8358-CBD081CF59FF}"/>
              </ns1:ext>
            </ns1:extLst>
          </ns0:cNvPr>
          <ns0:cNvSpPr>
            <ns1:spLocks noGrp="1"/>
          </ns0:cNvSpPr>
          <ns0:nvPr/>
        </ns0:nvSpPr>
        <ns0:spPr>
          <ns1:xfrm>
            <ns1:off x="1032986" y="328088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68" name="noise-dot-08-04">
            <ns1:extLst>
              <ns1:ext uri="{FF2B5EF4-FFF2-40B4-BE49-F238E27FC236}">
                <ns2:creationId id="{962D105A-6C80-44B1-8F3D-37F96CF6F4C4}"/>
              </ns1:ext>
            </ns1:extLst>
          </ns0:cNvPr>
          <ns0:cNvSpPr>
            <ns1:spLocks noGrp="1"/>
          </ns0:cNvSpPr>
          <ns0:nvPr/>
        </ns0:nvSpPr>
        <ns0:spPr>
          <ns1:xfrm>
            <ns1:off x="1208723" y="326612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69" name="noise-dot-08-05">
            <ns1:extLst>
              <ns1:ext uri="{FF2B5EF4-FFF2-40B4-BE49-F238E27FC236}">
                <ns2:creationId id="{7D388B15-7963-4EC3-AE97-E761EEE10362}"/>
              </ns1:ext>
            </ns1:extLst>
          </ns0:cNvPr>
          <ns0:cNvSpPr>
            <ns1:spLocks noGrp="1"/>
          </ns0:cNvSpPr>
          <ns0:nvPr/>
        </ns0:nvSpPr>
        <ns0:spPr>
          <ns1:xfrm>
            <ns1:off x="1367314" y="32818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70" name="noise-dot-08-06">
            <ns1:extLst>
              <ns1:ext uri="{FF2B5EF4-FFF2-40B4-BE49-F238E27FC236}">
                <ns2:creationId id="{A8DBDE8B-94DD-479E-A611-4ED17111AAA2}"/>
              </ns1:ext>
            </ns1:extLst>
          </ns0:cNvPr>
          <ns0:cNvSpPr>
            <ns1:spLocks noGrp="1"/>
          </ns0:cNvSpPr>
          <ns0:nvPr/>
        </ns0:nvSpPr>
        <ns0:spPr>
          <ns1:xfrm>
            <ns1:off x="1543050" y="326707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71" name="noise-dot-08-07">
            <ns1:extLst>
              <ns1:ext uri="{FF2B5EF4-FFF2-40B4-BE49-F238E27FC236}">
                <ns2:creationId id="{9451E79B-E94B-4F15-AB60-21E597009E01}"/>
              </ns1:ext>
            </ns1:extLst>
          </ns0:cNvPr>
          <ns0:cNvSpPr>
            <ns1:spLocks noGrp="1"/>
          </ns0:cNvSpPr>
          <ns0:nvPr/>
        </ns0:nvSpPr>
        <ns0:spPr>
          <ns1:xfrm>
            <ns1:off x="1671161" y="32999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72" name="noise-dot-08-08">
            <ns1:extLst>
              <ns1:ext uri="{FF2B5EF4-FFF2-40B4-BE49-F238E27FC236}">
                <ns2:creationId id="{7C33A5E3-9A3A-4121-A5D0-2CA1F96824CE}"/>
              </ns1:ext>
            </ns1:extLst>
          </ns0:cNvPr>
          <ns0:cNvSpPr>
            <ns1:spLocks noGrp="1"/>
          </ns0:cNvSpPr>
          <ns0:nvPr/>
        </ns0:nvSpPr>
        <ns0:spPr>
          <ns1:xfrm>
            <ns1:off x="1846898" y="328517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73" name="noise-dot-08-09">
            <ns1:extLst>
              <ns1:ext uri="{FF2B5EF4-FFF2-40B4-BE49-F238E27FC236}">
                <ns2:creationId id="{18C9A003-4767-4B65-A0E7-103F1810CFCF}"/>
              </ns1:ext>
            </ns1:extLst>
          </ns0:cNvPr>
          <ns0:cNvSpPr>
            <ns1:spLocks noGrp="1"/>
          </ns0:cNvSpPr>
          <ns0:nvPr/>
        </ns0:nvSpPr>
        <ns0:spPr>
          <ns1:xfrm>
            <ns1:off x="2005489" y="3253264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74" name="noise-dot-09-01">
            <ns1:extLst>
              <ns1:ext uri="{FF2B5EF4-FFF2-40B4-BE49-F238E27FC236}">
                <ns2:creationId id="{D82CEDAB-E71B-4689-AF96-9371BB1FC464}"/>
              </ns1:ext>
            </ns1:extLst>
          </ns0:cNvPr>
          <ns0:cNvSpPr>
            <ns1:spLocks noGrp="1"/>
          </ns0:cNvSpPr>
          <ns0:nvPr/>
        </ns0:nvSpPr>
        <ns0:spPr>
          <ns1:xfrm>
            <ns1:off x="713423" y="3466148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75" name="noise-dot-09-02">
            <ns1:extLst>
              <ns1:ext uri="{FF2B5EF4-FFF2-40B4-BE49-F238E27FC236}">
                <ns2:creationId id="{55FCF877-4146-4C12-BD11-33413AB8F25A}"/>
              </ns1:ext>
            </ns1:extLst>
          </ns0:cNvPr>
          <ns0:cNvSpPr>
            <ns1:spLocks noGrp="1"/>
          </ns0:cNvSpPr>
          <ns0:nvPr/>
        </ns0:nvSpPr>
        <ns0:spPr>
          <ns1:xfrm>
            <ns1:off x="872014" y="343423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76" name="noise-dot-09-03">
            <ns1:extLst>
              <ns1:ext uri="{FF2B5EF4-FFF2-40B4-BE49-F238E27FC236}">
                <ns2:creationId id="{877EA4D3-16F3-4F2E-B68D-7D2FB00A2267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341947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77" name="noise-dot-09-04">
            <ns1:extLst>
              <ns1:ext uri="{FF2B5EF4-FFF2-40B4-BE49-F238E27FC236}">
                <ns2:creationId id="{D8DA9A6A-8E1D-42A9-B9EB-222DE11A6312}"/>
              </ns1:ext>
            </ns1:extLst>
          </ns0:cNvPr>
          <ns0:cNvSpPr>
            <ns1:spLocks noGrp="1"/>
          </ns0:cNvSpPr>
          <ns0:nvPr/>
        </ns0:nvSpPr>
        <ns0:spPr>
          <ns1:xfrm>
            <ns1:off x="1223486" y="3452336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78" name="noise-dot-09-05">
            <ns1:extLst>
              <ns1:ext uri="{FF2B5EF4-FFF2-40B4-BE49-F238E27FC236}">
                <ns2:creationId id="{F5E4CD71-20F9-4A26-BD73-C0660A5340F6}"/>
              </ns1:ext>
            </ns1:extLst>
          </ns0:cNvPr>
          <ns0:cNvSpPr>
            <ns1:spLocks noGrp="1"/>
          </ns0:cNvSpPr>
          <ns0:nvPr/>
        </ns0:nvSpPr>
        <ns0:spPr>
          <ns1:xfrm>
            <ns1:off x="1351598" y="343757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79" name="noise-dot-09-06">
            <ns1:extLst>
              <ns1:ext uri="{FF2B5EF4-FFF2-40B4-BE49-F238E27FC236}">
                <ns2:creationId id="{EFE64963-E120-4AC2-8C63-1F8634C3B230}"/>
              </ns1:ext>
            </ns1:extLst>
          </ns0:cNvPr>
          <ns0:cNvSpPr>
            <ns1:spLocks noGrp="1"/>
          </ns0:cNvSpPr>
          <ns0:nvPr/>
        </ns0:nvSpPr>
        <ns0:spPr>
          <ns1:xfrm>
            <ns1:off x="1510189" y="3453289"/>
            <ns1:ext cx="65723" cy="65723"/>
          </ns1:xfrm>
          <ns1:prstGeom prst="ellipse">
            <ns1:avLst/>
          </ns1:prstGeom>
          <ns1:solidFill>
            <ns1:srgbClr val="6C4FD3"/>
          </ns1:solidFill>
          <ns1:ln w="5715">
            <ns1:solidFill>
              <ns1:srgbClr val="6C4FD3"/>
            </ns1:solidFill>
            <ns1:prstDash val="solid"/>
          </ns1:ln>
        </ns0:spPr>
      </ns0:sp>
      <ns0:sp>
        <ns0:nvSpPr>
          <ns0:cNvPr id="80" name="noise-dot-09-07">
            <ns1:extLst>
              <ns1:ext uri="{FF2B5EF4-FFF2-40B4-BE49-F238E27FC236}">
                <ns2:creationId id="{1A9A189C-1D0C-49CF-BEDB-6D3F1352F7FE}"/>
              </ns1:ext>
            </ns1:extLst>
          </ns0:cNvPr>
          <ns0:cNvSpPr>
            <ns1:spLocks noGrp="1"/>
          </ns0:cNvSpPr>
          <ns0:nvPr/>
        </ns0:nvSpPr>
        <ns0:spPr>
          <ns1:xfrm>
            <ns1:off x="1685925" y="3438525"/>
            <ns1:ext cx="57150" cy="57150"/>
          </ns1:xfrm>
          <ns1:prstGeom prst="ellipse">
            <ns1:avLst/>
          </ns1:prstGeom>
          <ns1:solidFill>
            <ns1:srgbClr val="3F6FAE"/>
          </ns1:solidFill>
          <ns1:ln w="5715">
            <ns1:solidFill>
              <ns1:srgbClr val="3F6FAE"/>
            </ns1:solidFill>
            <ns1:prstDash val="solid"/>
          </ns1:ln>
        </ns0:spPr>
      </ns0:sp>
      <ns0:sp>
        <ns0:nvSpPr>
          <ns0:cNvPr id="81" name="noise-dot-09-08">
            <ns1:extLst>
              <ns1:ext uri="{FF2B5EF4-FFF2-40B4-BE49-F238E27FC236}">
                <ns2:creationId id="{85901418-0B7B-4FB2-B178-A4BF035BDE49}"/>
              </ns1:ext>
            </ns1:extLst>
          </ns0:cNvPr>
          <ns0:cNvSpPr>
            <ns1:spLocks noGrp="1"/>
          </ns0:cNvSpPr>
          <ns0:nvPr/>
        </ns0:nvSpPr>
        <ns0:spPr>
          <ns1:xfrm>
            <ns1:off x="1861661" y="3423761"/>
            <ns1:ext cx="48578" cy="48578"/>
          </ns1:xfrm>
          <ns1:prstGeom prst="ellipse">
            <ns1:avLst/>
          </ns1:prstGeom>
          <ns1:solidFill>
            <ns1:srgbClr val="8FA7C9"/>
          </ns1:solidFill>
          <ns1:ln w="5715">
            <ns1:solidFill>
              <ns1:srgbClr val="8FA7C9"/>
            </ns1:solidFill>
            <ns1:prstDash val="solid"/>
          </ns1:ln>
        </ns0:spPr>
      </ns0:sp>
      <ns0:sp>
        <ns0:nvSpPr>
          <ns0:cNvPr id="82" name="noise-dot-09-09">
            <ns1:extLst>
              <ns1:ext uri="{FF2B5EF4-FFF2-40B4-BE49-F238E27FC236}">
                <ns2:creationId id="{6BBAF7A0-3ECF-48D9-9732-93F011119EED}"/>
              </ns1:ext>
            </ns1:extLst>
          </ns0:cNvPr>
          <ns0:cNvSpPr>
            <ns1:spLocks noGrp="1"/>
          </ns0:cNvSpPr>
          <ns0:nvPr/>
        </ns0:nvSpPr>
        <ns0:spPr>
          <ns1:xfrm>
            <ns1:off x="2037398" y="3456623"/>
            <ns1:ext cx="40005" cy="4000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83" name="generator-frame">
            <ns1:extLst>
              <ns1:ext uri="{FF2B5EF4-FFF2-40B4-BE49-F238E27FC236}">
                <ns2:creationId id="{D471DFED-8B70-4B76-8D4B-7664048F0010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1381125"/>
            <ns1:ext cx="4095750" cy="2952750"/>
          </ns1:xfrm>
          <ns1:prstGeom prst="rect">
            <ns1:avLst/>
          </ns1:prstGeom>
          <ns1:solidFill>
            <ns1:srgbClr val="F7F3FF"/>
          </ns1:solidFill>
          <ns1:ln w="30480">
            <ns1:solidFill>
              <ns1:srgbClr val="6C4FD3"/>
            </ns1:solidFill>
            <ns1:prstDash val="solid"/>
          </ns1:ln>
        </ns0:spPr>
      </ns0:sp>
      <ns0:sp>
        <ns0:nvSpPr>
          <ns0:cNvPr id="84" name="enc-block-1-back">
            <ns1:extLst>
              <ns1:ext uri="{FF2B5EF4-FFF2-40B4-BE49-F238E27FC236}">
                <ns2:creationId id="{A300FD33-E688-45A9-B53A-D72FE5640EF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085975"/>
            <ns1:ext cx="285750" cy="14287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85" name="enc-block-1-front">
            <ns1:extLst>
              <ns1:ext uri="{FF2B5EF4-FFF2-40B4-BE49-F238E27FC236}">
                <ns2:creationId id="{3148D4D1-6556-4174-A31F-CF8B7CCD2280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2152650"/>
            <ns1:ext cx="285750" cy="1428750"/>
          </ns1:xfrm>
          <ns1:prstGeom prst="rect">
            <ns1:avLst/>
          </ns1:prstGeom>
          <ns1:solidFill>
            <ns1:srgbClr val="7057C8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86" name="enc-block-2-back">
            <ns1:extLst>
              <ns1:ext uri="{FF2B5EF4-FFF2-40B4-BE49-F238E27FC236}">
                <ns2:creationId id="{36A63827-4CC7-4488-AA4C-251019C49CEF}"/>
              </ns1:ext>
            </ns1:extLst>
          </ns0:cNvPr>
          <ns0:cNvSpPr>
            <ns1:spLocks noGrp="1"/>
          </ns0:cNvSpPr>
          <ns0:nvPr/>
        </ns0:nvSpPr>
        <ns0:spPr>
          <ns1:xfrm>
            <ns1:off x="4019550" y="2238375"/>
            <ns1:ext cx="266700" cy="11239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87" name="enc-block-2-front">
            <ns1:extLst>
              <ns1:ext uri="{FF2B5EF4-FFF2-40B4-BE49-F238E27FC236}">
                <ns2:creationId id="{59AB0D2A-501F-46F6-98A1-665B539779DE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2305050"/>
            <ns1:ext cx="266700" cy="1123950"/>
          </ns1:xfrm>
          <ns1:prstGeom prst="rect">
            <ns1:avLst/>
          </ns1:prstGeom>
          <ns1:solidFill>
            <ns1:srgbClr val="8069D2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88" name="enc-block-3-back">
            <ns1:extLst>
              <ns1:ext uri="{FF2B5EF4-FFF2-40B4-BE49-F238E27FC236}">
                <ns2:creationId id="{B86706CF-2A63-4952-84B8-67F2CAF5DCB1}"/>
              </ns1:ext>
            </ns1:extLst>
          </ns0:cNvPr>
          <ns0:cNvSpPr>
            <ns1:spLocks noGrp="1"/>
          </ns0:cNvSpPr>
          <ns0:nvPr/>
        </ns0:nvSpPr>
        <ns0:spPr>
          <ns1:xfrm>
            <ns1:off x="4419600" y="2390775"/>
            <ns1:ext cx="247650" cy="8191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89" name="enc-block-3-front">
            <ns1:extLst>
              <ns1:ext uri="{FF2B5EF4-FFF2-40B4-BE49-F238E27FC236}">
                <ns2:creationId id="{D2B1570D-D9BC-48E2-8E97-B02D34BBB4B6}"/>
              </ns1:ext>
            </ns1:extLst>
          </ns0:cNvPr>
          <ns0:cNvSpPr>
            <ns1:spLocks noGrp="1"/>
          </ns0:cNvSpPr>
          <ns0:nvPr/>
        </ns0:nvSpPr>
        <ns0:spPr>
          <ns1:xfrm>
            <ns1:off x="4343400" y="2457450"/>
            <ns1:ext cx="247650" cy="819150"/>
          </ns1:xfrm>
          <ns1:prstGeom prst="rect">
            <ns1:avLst/>
          </ns1:prstGeom>
          <ns1:solidFill>
            <ns1:srgbClr val="927DDB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90" name="enc-block-4-back">
            <ns1:extLst>
              <ns1:ext uri="{FF2B5EF4-FFF2-40B4-BE49-F238E27FC236}">
                <ns2:creationId id="{D37AA7CF-0275-4C60-AD6E-BD8D5F82EC63}"/>
              </ns1:ext>
            </ns1:extLst>
          </ns0:cNvPr>
          <ns0:cNvSpPr>
            <ns1:spLocks noGrp="1"/>
          </ns0:cNvSpPr>
          <ns0:nvPr/>
        </ns0:nvSpPr>
        <ns0:spPr>
          <ns1:xfrm>
            <ns1:off x="4791075" y="2524125"/>
            <ns1:ext cx="228600" cy="5524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91" name="enc-block-4-front">
            <ns1:extLst>
              <ns1:ext uri="{FF2B5EF4-FFF2-40B4-BE49-F238E27FC236}">
                <ns2:creationId id="{01232D72-C90B-4955-A7A3-EB3B3E8E8848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2590800"/>
            <ns1:ext cx="228600" cy="552450"/>
          </ns1:xfrm>
          <ns1:prstGeom prst="rect">
            <ns1:avLst/>
          </ns1:prstGeom>
          <ns1:solidFill>
            <ns1:srgbClr val="A794E4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92" name="dec-block-1-back">
            <ns1:extLst>
              <ns1:ext uri="{FF2B5EF4-FFF2-40B4-BE49-F238E27FC236}">
                <ns2:creationId id="{744BFA77-F0D0-4BE1-924B-08C1FC8D9090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2524125"/>
            <ns1:ext cx="228600" cy="5524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93" name="dec-block-1-front">
            <ns1:extLst>
              <ns1:ext uri="{FF2B5EF4-FFF2-40B4-BE49-F238E27FC236}">
                <ns2:creationId id="{49066E72-AFD9-4893-97C4-4593AF1EAFBF}"/>
              </ns1:ext>
            </ns1:extLst>
          </ns0:cNvPr>
          <ns0:cNvSpPr>
            <ns1:spLocks noGrp="1"/>
          </ns0:cNvSpPr>
          <ns0:nvPr/>
        </ns0:nvSpPr>
        <ns0:spPr>
          <ns1:xfrm>
            <ns1:off x="5248275" y="2590800"/>
            <ns1:ext cx="228600" cy="552450"/>
          </ns1:xfrm>
          <ns1:prstGeom prst="rect">
            <ns1:avLst/>
          </ns1:prstGeom>
          <ns1:solidFill>
            <ns1:srgbClr val="A794E4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94" name="dec-block-2-back">
            <ns1:extLst>
              <ns1:ext uri="{FF2B5EF4-FFF2-40B4-BE49-F238E27FC236}">
                <ns2:creationId id="{6B657533-D71E-4427-96D3-128ECE478B3F}"/>
              </ns1:ext>
            </ns1:extLst>
          </ns0:cNvPr>
          <ns0:cNvSpPr>
            <ns1:spLocks noGrp="1"/>
          </ns0:cNvSpPr>
          <ns0:nvPr/>
        </ns0:nvSpPr>
        <ns0:spPr>
          <ns1:xfrm>
            <ns1:off x="5676900" y="2390775"/>
            <ns1:ext cx="247650" cy="8191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95" name="dec-block-2-front">
            <ns1:extLst>
              <ns1:ext uri="{FF2B5EF4-FFF2-40B4-BE49-F238E27FC236}">
                <ns2:creationId id="{58089AD1-7F08-4E8F-99CB-75EDA55F66D2}"/>
              </ns1:ext>
            </ns1:extLst>
          </ns0:cNvPr>
          <ns0:cNvSpPr>
            <ns1:spLocks noGrp="1"/>
          </ns0:cNvSpPr>
          <ns0:nvPr/>
        </ns0:nvSpPr>
        <ns0:spPr>
          <ns1:xfrm>
            <ns1:off x="5600700" y="2457450"/>
            <ns1:ext cx="247650" cy="819150"/>
          </ns1:xfrm>
          <ns1:prstGeom prst="rect">
            <ns1:avLst/>
          </ns1:prstGeom>
          <ns1:solidFill>
            <ns1:srgbClr val="927DDB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96" name="dec-block-3-back">
            <ns1:extLst>
              <ns1:ext uri="{FF2B5EF4-FFF2-40B4-BE49-F238E27FC236}">
                <ns2:creationId id="{5DBBDB56-B3D3-4972-BF70-6D9C19211599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2238375"/>
            <ns1:ext cx="266700" cy="11239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97" name="dec-block-3-front">
            <ns1:extLst>
              <ns1:ext uri="{FF2B5EF4-FFF2-40B4-BE49-F238E27FC236}">
                <ns2:creationId id="{E124C824-D936-4825-9B9B-A092D14019D1}"/>
              </ns1:ext>
            </ns1:extLst>
          </ns0:cNvPr>
          <ns0:cNvSpPr>
            <ns1:spLocks noGrp="1"/>
          </ns0:cNvSpPr>
          <ns0:nvPr/>
        </ns0:nvSpPr>
        <ns0:spPr>
          <ns1:xfrm>
            <ns1:off x="5981700" y="2305050"/>
            <ns1:ext cx="266700" cy="1123950"/>
          </ns1:xfrm>
          <ns1:prstGeom prst="rect">
            <ns1:avLst/>
          </ns1:prstGeom>
          <ns1:solidFill>
            <ns1:srgbClr val="8069D2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98" name="dec-block-4-back">
            <ns1:extLst>
              <ns1:ext uri="{FF2B5EF4-FFF2-40B4-BE49-F238E27FC236}">
                <ns2:creationId id="{5A8A0E68-64A1-4362-92F1-BCBF4F8C124C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2085975"/>
            <ns1:ext cx="285750" cy="142875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99" name="dec-block-4-front">
            <ns1:extLst>
              <ns1:ext uri="{FF2B5EF4-FFF2-40B4-BE49-F238E27FC236}">
                <ns2:creationId id="{A923B25B-D912-4767-8D0B-E6A49F6C74C3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2152650"/>
            <ns1:ext cx="285750" cy="1428750"/>
          </ns1:xfrm>
          <ns1:prstGeom prst="rect">
            <ns1:avLst/>
          </ns1:prstGeom>
          <ns1:solidFill>
            <ns1:srgbClr val="7057C8"/>
          </ns1:solidFill>
          <ns1:ln w="17145">
            <ns1:solidFill>
              <ns1:srgbClr val="5741B5"/>
            </ns1:solidFill>
            <ns1:prstDash val="solid"/>
          </ns1:ln>
        </ns0:spPr>
      </ns0:sp>
      <ns0:sp>
        <ns0:nvSpPr>
          <ns0:cNvPr id="100" name="bottleneck-back">
            <ns1:extLst>
              <ns1:ext uri="{FF2B5EF4-FFF2-40B4-BE49-F238E27FC236}">
                <ns2:creationId id="{489EC097-07BC-4E36-AE34-F7285D05B220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2657475"/>
            <ns1:ext cx="171450" cy="495300"/>
          </ns1:xfrm>
          <ns1:prstGeom prst="rect">
            <ns1:avLst/>
          </ns1:prstGeom>
          <ns1:solidFill>
            <ns1:srgbClr val="D9D0F3"/>
          </ns1:solidFill>
          <ns1:ln w="11430">
            <ns1:solidFill>
              <ns1:srgbClr val="A693DF"/>
            </ns1:solidFill>
            <ns1:prstDash val="solid"/>
          </ns1:ln>
        </ns0:spPr>
      </ns0:sp>
      <ns0:sp>
        <ns0:nvSpPr>
          <ns0:cNvPr id="101" name="bottleneck-front">
            <ns1:extLst>
              <ns1:ext uri="{FF2B5EF4-FFF2-40B4-BE49-F238E27FC236}">
                <ns2:creationId id="{1656462D-0ED8-4547-A4A4-87FA2C108D2F}"/>
              </ns1:ext>
            </ns1:extLst>
          </ns0:cNvPr>
          <ns0:cNvSpPr>
            <ns1:spLocks noGrp="1"/>
          </ns0:cNvSpPr>
          <ns0:nvPr/>
        </ns0:nvSpPr>
        <ns0:spPr>
          <ns1:xfrm>
            <ns1:off x="5019675" y="2724150"/>
            <ns1:ext cx="171450" cy="495300"/>
          </ns1:xfrm>
          <ns1:prstGeom prst="rect">
            <ns1:avLst/>
          </ns1:prstGeom>
          <ns1:solidFill>
            <ns1:srgbClr val="5C43B5"/>
          </ns1:solidFill>
          <ns1:ln w="17145">
            <ns1:solidFill>
              <ns1:srgbClr val="49328F"/>
            </ns1:solidFill>
            <ns1:prstDash val="solid"/>
          </ns1:ln>
        </ns0:spPr>
      </ns0:sp>
      <ns0:sp>
        <ns0:nvSpPr>
          <ns0:cNvPr id="102" name="latent-link-1-1">
            <ns1:extLst>
              <ns1:ext uri="{FF2B5EF4-FFF2-40B4-BE49-F238E27FC236}">
                <ns2:creationId id="{5AAA735A-7AC9-42CA-B10C-0CE25EC068E3}"/>
              </ns1:ext>
            </ns1:extLst>
          </ns0:cNvPr>
          <ns0:cNvSpPr>
            <ns1:spLocks noGrp="1"/>
          </ns0:cNvSpPr>
          <ns0:nvPr/>
        </ns0:nvSpPr>
        <ns0:spPr>
          <ns1:xfrm>
            <ns1:off x="4927283" y="2946083"/>
            <ns1:ext cx="51435" cy="51435"/>
          </ns1:xfrm>
          <ns1:prstGeom prst="ellipse">
            <ns1:avLst/>
          </ns1:pr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sp>
        <ns0:nvSpPr>
          <ns0:cNvPr id="103" name="latent-link-1-2">
            <ns1:extLst>
              <ns1:ext uri="{FF2B5EF4-FFF2-40B4-BE49-F238E27FC236}">
                <ns2:creationId id="{5D248106-A653-40A6-8D85-D48EE358C916}"/>
              </ns1:ext>
            </ns1:extLst>
          </ns0:cNvPr>
          <ns0:cNvSpPr>
            <ns1:spLocks noGrp="1"/>
          </ns0:cNvSpPr>
          <ns0:nvPr/>
        </ns0:nvSpPr>
        <ns0:spPr>
          <ns1:xfrm>
            <ns1:off x="5060633" y="2946083"/>
            <ns1:ext cx="51435" cy="51435"/>
          </ns1:xfrm>
          <ns1:prstGeom prst="ellipse">
            <ns1:avLst/>
          </ns1:pr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sp>
        <ns0:nvSpPr>
          <ns0:cNvPr id="104" name="latent-link-1-3">
            <ns1:extLst>
              <ns1:ext uri="{FF2B5EF4-FFF2-40B4-BE49-F238E27FC236}">
                <ns2:creationId id="{1BF15C8F-0C45-44B2-8BC2-CC3E24270272}"/>
              </ns1:ext>
            </ns1:extLst>
          </ns0:cNvPr>
          <ns0:cNvSpPr>
            <ns1:spLocks noGrp="1"/>
          </ns0:cNvSpPr>
          <ns0:nvPr/>
        </ns0:nvSpPr>
        <ns0:spPr>
          <ns1:xfrm>
            <ns1:off x="5193983" y="2946083"/>
            <ns1:ext cx="51435" cy="51435"/>
          </ns1:xfrm>
          <ns1:prstGeom prst="ellipse">
            <ns1:avLst/>
          </ns1:pr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sp>
        <ns0:nvSpPr>
          <ns0:cNvPr id="105" name="latent-link-2-1">
            <ns1:extLst>
              <ns1:ext uri="{FF2B5EF4-FFF2-40B4-BE49-F238E27FC236}">
                <ns2:creationId id="{B652A0BD-037D-47FA-8CE9-50F1BFD41570}"/>
              </ns1:ext>
            </ns1:extLst>
          </ns0:cNvPr>
          <ns0:cNvSpPr>
            <ns1:spLocks noGrp="1"/>
          </ns0:cNvSpPr>
          <ns0:nvPr/>
        </ns0:nvSpPr>
        <ns0:spPr>
          <ns1:xfrm>
            <ns1:off x="5327333" y="2946083"/>
            <ns1:ext cx="51435" cy="51435"/>
          </ns1:xfrm>
          <ns1:prstGeom prst="ellipse">
            <ns1:avLst/>
          </ns1:pr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sp>
        <ns0:nvSpPr>
          <ns0:cNvPr id="106" name="latent-link-2-2">
            <ns1:extLst>
              <ns1:ext uri="{FF2B5EF4-FFF2-40B4-BE49-F238E27FC236}">
                <ns2:creationId id="{A4E4B703-40A4-4FBD-AF37-3F5299D83E34}"/>
              </ns1:ext>
            </ns1:extLst>
          </ns0:cNvPr>
          <ns0:cNvSpPr>
            <ns1:spLocks noGrp="1"/>
          </ns0:cNvSpPr>
          <ns0:nvPr/>
        </ns0:nvSpPr>
        <ns0:spPr>
          <ns1:xfrm>
            <ns1:off x="5193983" y="2946083"/>
            <ns1:ext cx="51435" cy="51435"/>
          </ns1:xfrm>
          <ns1:prstGeom prst="ellipse">
            <ns1:avLst/>
          </ns1:pr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sp>
        <ns0:nvSpPr>
          <ns0:cNvPr id="107" name="latent-link-2-3">
            <ns1:extLst>
              <ns1:ext uri="{FF2B5EF4-FFF2-40B4-BE49-F238E27FC236}">
                <ns2:creationId id="{FF66ED9D-3873-413C-9292-6000DF0587F5}"/>
              </ns1:ext>
            </ns1:extLst>
          </ns0:cNvPr>
          <ns0:cNvSpPr>
            <ns1:spLocks noGrp="1"/>
          </ns0:cNvSpPr>
          <ns0:nvPr/>
        </ns0:nvSpPr>
        <ns0:spPr>
          <ns1:xfrm>
            <ns1:off x="5060633" y="2946083"/>
            <ns1:ext cx="51435" cy="51435"/>
          </ns1:xfrm>
          <ns1:prstGeom prst="ellipse">
            <ns1:avLst/>
          </ns1:pr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sp>
        <ns0:nvSpPr>
          <ns0:cNvPr id="108" name="reconstruction-background">
            <ns1:extLst>
              <ns1:ext uri="{FF2B5EF4-FFF2-40B4-BE49-F238E27FC236}">
                <ns2:creationId id="{4DE4EB61-95AF-4960-AE4C-F74697405A27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2000250"/>
            <ns1:ext cx="1809750" cy="1619250"/>
          </ns1:xfrm>
          <ns1:prstGeom prst="rect">
            <ns1:avLst/>
          </ns1:prstGeom>
          <ns1:solidFill>
            <ns1:srgbClr val="EEF4FA"/>
          </ns1:solidFill>
          <ns1:ln w="28575">
            <ns1:solidFill>
              <ns1:srgbClr val="16868A"/>
            </ns1:solidFill>
            <ns1:prstDash val="solid"/>
          </ns1:ln>
        </ns0:spPr>
      </ns0:sp>
      <ns0:sp>
        <ns0:nvSpPr>
          <ns0:cNvPr id="109" name="mountain-column-01">
            <ns1:extLst>
              <ns1:ext uri="{FF2B5EF4-FFF2-40B4-BE49-F238E27FC236}">
                <ns2:creationId id="{FBBF482C-419F-43AE-94C2-E46FB32300EB}"/>
              </ns1:ext>
            </ns1:extLst>
          </ns0:cNvPr>
          <ns0:cNvSpPr>
            <ns1:spLocks noGrp="1"/>
          </ns0:cNvSpPr>
          <ns0:nvPr/>
        </ns0:nvSpPr>
        <ns0:spPr>
          <ns1:xfrm>
            <ns1:off x="7962900" y="3314700"/>
            <ns1:ext cx="71438" cy="17145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0" name="mountain-column-02">
            <ns1:extLst>
              <ns1:ext uri="{FF2B5EF4-FFF2-40B4-BE49-F238E27FC236}">
                <ns2:creationId id="{51BA6335-E1F3-456A-A535-C6FF1051A3ED}"/>
              </ns1:ext>
            </ns1:extLst>
          </ns0:cNvPr>
          <ns0:cNvSpPr>
            <ns1:spLocks noGrp="1"/>
          </ns0:cNvSpPr>
          <ns0:nvPr/>
        </ns0:nvSpPr>
        <ns0:spPr>
          <ns1:xfrm>
            <ns1:off x="8029575" y="3257550"/>
            <ns1:ext cx="71438" cy="22860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1" name="mountain-column-03">
            <ns1:extLst>
              <ns1:ext uri="{FF2B5EF4-FFF2-40B4-BE49-F238E27FC236}">
                <ns2:creationId id="{631996F2-E6FD-40AE-811A-366644ABA30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181350"/>
            <ns1:ext cx="71438" cy="30480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2" name="mountain-column-04">
            <ns1:extLst>
              <ns1:ext uri="{FF2B5EF4-FFF2-40B4-BE49-F238E27FC236}">
                <ns2:creationId id="{8A765EB1-65A2-40D2-8BF3-0F1B8ED599D1}"/>
              </ns1:ext>
            </ns1:extLst>
          </ns0:cNvPr>
          <ns0:cNvSpPr>
            <ns1:spLocks noGrp="1"/>
          </ns0:cNvSpPr>
          <ns0:nvPr/>
        </ns0:nvSpPr>
        <ns0:spPr>
          <ns1:xfrm>
            <ns1:off x="8162925" y="3067050"/>
            <ns1:ext cx="71438" cy="41910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3" name="mountain-column-05">
            <ns1:extLst>
              <ns1:ext uri="{FF2B5EF4-FFF2-40B4-BE49-F238E27FC236}">
                <ns2:creationId id="{F7733AC4-48E6-4DC1-801C-7A599BB86ABA}"/>
              </ns1:ext>
            </ns1:extLst>
          </ns0:cNvPr>
          <ns0:cNvSpPr>
            <ns1:spLocks noGrp="1"/>
          </ns0:cNvSpPr>
          <ns0:nvPr/>
        </ns0:nvSpPr>
        <ns0:spPr>
          <ns1:xfrm>
            <ns1:off x="8229600" y="2895600"/>
            <ns1:ext cx="71438" cy="59055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4" name="mountain-column-06">
            <ns1:extLst>
              <ns1:ext uri="{FF2B5EF4-FFF2-40B4-BE49-F238E27FC236}">
                <ns2:creationId id="{43CD48D2-D9CE-4285-BDD8-BB987A64D452}"/>
              </ns1:ext>
            </ns1:extLst>
          </ns0:cNvPr>
          <ns0:cNvSpPr>
            <ns1:spLocks noGrp="1"/>
          </ns0:cNvSpPr>
          <ns0:nvPr/>
        </ns0:nvSpPr>
        <ns0:spPr>
          <ns1:xfrm>
            <ns1:off x="8296275" y="2705100"/>
            <ns1:ext cx="71438" cy="78105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5" name="mountain-column-07">
            <ns1:extLst>
              <ns1:ext uri="{FF2B5EF4-FFF2-40B4-BE49-F238E27FC236}">
                <ns2:creationId id="{7CB572F4-D909-49A5-8229-C77FD2732BF7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457450"/>
            <ns1:ext cx="71438" cy="102870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6" name="mountain-column-08">
            <ns1:extLst>
              <ns1:ext uri="{FF2B5EF4-FFF2-40B4-BE49-F238E27FC236}">
                <ns2:creationId id="{1DA78D4A-89F4-456F-B5C2-D71F8BA5194A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2228850"/>
            <ns1:ext cx="71438" cy="125730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7" name="mountain-column-09">
            <ns1:extLst>
              <ns1:ext uri="{FF2B5EF4-FFF2-40B4-BE49-F238E27FC236}">
                <ns2:creationId id="{C266BEF5-089B-484F-AF41-C3CF7F7FAD12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2419350"/>
            <ns1:ext cx="71438" cy="106680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8" name="mountain-column-10">
            <ns1:extLst>
              <ns1:ext uri="{FF2B5EF4-FFF2-40B4-BE49-F238E27FC236}">
                <ns2:creationId id="{DE4EE4FB-F834-424E-981B-147BC742B160}"/>
              </ns1:ext>
            </ns1:extLst>
          </ns0:cNvPr>
          <ns0:cNvSpPr>
            <ns1:spLocks noGrp="1"/>
          </ns0:cNvSpPr>
          <ns0:nvPr/>
        </ns0:nvSpPr>
        <ns0:spPr>
          <ns1:xfrm>
            <ns1:off x="8562975" y="2590800"/>
            <ns1:ext cx="71438" cy="89535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19" name="mountain-column-11">
            <ns1:extLst>
              <ns1:ext uri="{FF2B5EF4-FFF2-40B4-BE49-F238E27FC236}">
                <ns2:creationId id="{200D92B7-E63E-4388-8CCE-3219C71640FF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2743200"/>
            <ns1:ext cx="71438" cy="74295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20" name="mountain-column-12">
            <ns1:extLst>
              <ns1:ext uri="{FF2B5EF4-FFF2-40B4-BE49-F238E27FC236}">
                <ns2:creationId id="{5CDF72AE-5C13-46D2-B792-0C867C04740E}"/>
              </ns1:ext>
            </ns1:extLst>
          </ns0:cNvPr>
          <ns0:cNvSpPr>
            <ns1:spLocks noGrp="1"/>
          </ns0:cNvSpPr>
          <ns0:nvPr/>
        </ns0:nvSpPr>
        <ns0:spPr>
          <ns1:xfrm>
            <ns1:off x="8696325" y="2857500"/>
            <ns1:ext cx="71438" cy="628650"/>
          </ns1:xfrm>
          <ns1:prstGeom prst="rect">
            <ns1:avLst/>
          </ns1:prstGeom>
          <ns1:solidFill>
            <ns1:srgbClr val="60718D"/>
          </ns1:solidFill>
          <ns1:ln w="4763">
            <ns1:solidFill>
              <ns1:srgbClr val="60718D"/>
            </ns1:solidFill>
            <ns1:prstDash val="solid"/>
          </ns1:ln>
        </ns0:spPr>
      </ns0:sp>
      <ns0:sp>
        <ns0:nvSpPr>
          <ns0:cNvPr id="121" name="mountain-column-13">
            <ns1:extLst>
              <ns1:ext uri="{FF2B5EF4-FFF2-40B4-BE49-F238E27FC236}">
                <ns2:creationId id="{CC75D091-2814-4EED-B3E8-023DE5C2BB7A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2933700"/>
            <ns1:ext cx="71438" cy="55245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2" name="mountain-column-14">
            <ns1:extLst>
              <ns1:ext uri="{FF2B5EF4-FFF2-40B4-BE49-F238E27FC236}">
                <ns2:creationId id="{06715B33-CACE-4A23-A8AE-AB40133C4494}"/>
              </ns1:ext>
            </ns1:extLst>
          </ns0:cNvPr>
          <ns0:cNvSpPr>
            <ns1:spLocks noGrp="1"/>
          </ns0:cNvSpPr>
          <ns0:nvPr/>
        </ns0:nvSpPr>
        <ns0:spPr>
          <ns1:xfrm>
            <ns1:off x="8829675" y="2762250"/>
            <ns1:ext cx="71438" cy="72390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3" name="mountain-column-15">
            <ns1:extLst>
              <ns1:ext uri="{FF2B5EF4-FFF2-40B4-BE49-F238E27FC236}">
                <ns2:creationId id="{3609D984-A6DE-49EF-9D5A-D6244ED50D5E}"/>
              </ns1:ext>
            </ns1:extLst>
          </ns0:cNvPr>
          <ns0:cNvSpPr>
            <ns1:spLocks noGrp="1"/>
          </ns0:cNvSpPr>
          <ns0:nvPr/>
        </ns0:nvSpPr>
        <ns0:spPr>
          <ns1:xfrm>
            <ns1:off x="8896350" y="2571750"/>
            <ns1:ext cx="71438" cy="91440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4" name="mountain-column-16">
            <ns1:extLst>
              <ns1:ext uri="{FF2B5EF4-FFF2-40B4-BE49-F238E27FC236}">
                <ns2:creationId id="{3F1E1C9A-5DA8-41F9-8D5C-5651ED28C7F3}"/>
              </ns1:ext>
            </ns1:extLst>
          </ns0:cNvPr>
          <ns0:cNvSpPr>
            <ns1:spLocks noGrp="1"/>
          </ns0:cNvSpPr>
          <ns0:nvPr/>
        </ns0:nvSpPr>
        <ns0:spPr>
          <ns1:xfrm>
            <ns1:off x="8963025" y="2381250"/>
            <ns1:ext cx="71438" cy="110490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5" name="mountain-column-17">
            <ns1:extLst>
              <ns1:ext uri="{FF2B5EF4-FFF2-40B4-BE49-F238E27FC236}">
                <ns2:creationId id="{72740B4E-6CF0-43C9-A559-05BE91B63CCA}"/>
              </ns1:ext>
            </ns1:extLst>
          </ns0:cNvPr>
          <ns0:cNvSpPr>
            <ns1:spLocks noGrp="1"/>
          </ns0:cNvSpPr>
          <ns0:nvPr/>
        </ns0:nvSpPr>
        <ns0:spPr>
          <ns1:xfrm>
            <ns1:off x="9029700" y="2552700"/>
            <ns1:ext cx="71438" cy="93345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6" name="mountain-column-18">
            <ns1:extLst>
              <ns1:ext uri="{FF2B5EF4-FFF2-40B4-BE49-F238E27FC236}">
                <ns2:creationId id="{BCDE32EE-AA5E-4C5D-B5FC-0F7E2A1AED02}"/>
              </ns1:ext>
            </ns1:extLst>
          </ns0:cNvPr>
          <ns0:cNvSpPr>
            <ns1:spLocks noGrp="1"/>
          </ns0:cNvSpPr>
          <ns0:nvPr/>
        </ns0:nvSpPr>
        <ns0:spPr>
          <ns1:xfrm>
            <ns1:off x="9096375" y="2705100"/>
            <ns1:ext cx="71438" cy="78105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7" name="mountain-column-19">
            <ns1:extLst>
              <ns1:ext uri="{FF2B5EF4-FFF2-40B4-BE49-F238E27FC236}">
                <ns2:creationId id="{190795C0-E919-4A29-B1A2-193CA5E852FD}"/>
              </ns1:ext>
            </ns1:extLst>
          </ns0:cNvPr>
          <ns0:cNvSpPr>
            <ns1:spLocks noGrp="1"/>
          </ns0:cNvSpPr>
          <ns0:nvPr/>
        </ns0:nvSpPr>
        <ns0:spPr>
          <ns1:xfrm>
            <ns1:off x="9163050" y="2819400"/>
            <ns1:ext cx="71438" cy="66675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8" name="mountain-column-20">
            <ns1:extLst>
              <ns1:ext uri="{FF2B5EF4-FFF2-40B4-BE49-F238E27FC236}">
                <ns2:creationId id="{6A1BCB0C-57BE-4070-8AE3-F031D7E45EC9}"/>
              </ns1:ext>
            </ns1:extLst>
          </ns0:cNvPr>
          <ns0:cNvSpPr>
            <ns1:spLocks noGrp="1"/>
          </ns0:cNvSpPr>
          <ns0:nvPr/>
        </ns0:nvSpPr>
        <ns0:spPr>
          <ns1:xfrm>
            <ns1:off x="9229725" y="2914650"/>
            <ns1:ext cx="71438" cy="57150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29" name="mountain-column-21">
            <ns1:extLst>
              <ns1:ext uri="{FF2B5EF4-FFF2-40B4-BE49-F238E27FC236}">
                <ns2:creationId id="{89E37A15-DED3-41A6-A86A-A4FA48102386}"/>
              </ns1:ext>
            </ns1:extLst>
          </ns0:cNvPr>
          <ns0:cNvSpPr>
            <ns1:spLocks noGrp="1"/>
          </ns0:cNvSpPr>
          <ns0:nvPr/>
        </ns0:nvSpPr>
        <ns0:spPr>
          <ns1:xfrm>
            <ns1:off x="9296400" y="2990850"/>
            <ns1:ext cx="71438" cy="49530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30" name="mountain-column-22">
            <ns1:extLst>
              <ns1:ext uri="{FF2B5EF4-FFF2-40B4-BE49-F238E27FC236}">
                <ns2:creationId id="{DC207AA0-F90D-493A-9CCD-FE0BB020C4D4}"/>
              </ns1:ext>
            </ns1:extLst>
          </ns0:cNvPr>
          <ns0:cNvSpPr>
            <ns1:spLocks noGrp="1"/>
          </ns0:cNvSpPr>
          <ns0:nvPr/>
        </ns0:nvSpPr>
        <ns0:spPr>
          <ns1:xfrm>
            <ns1:off x="9363075" y="3057525"/>
            <ns1:ext cx="71438" cy="428625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31" name="mountain-column-23">
            <ns1:extLst>
              <ns1:ext uri="{FF2B5EF4-FFF2-40B4-BE49-F238E27FC236}">
                <ns2:creationId id="{EFCC0A51-E64E-42A8-BDF6-3553D613E11B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124200"/>
            <ns1:ext cx="71438" cy="36195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32" name="mountain-column-24">
            <ns1:extLst>
              <ns1:ext uri="{FF2B5EF4-FFF2-40B4-BE49-F238E27FC236}">
                <ns2:creationId id="{FB21BA40-4230-419D-9F07-D6C88BA82FC6}"/>
              </ns1:ext>
            </ns1:extLst>
          </ns0:cNvPr>
          <ns0:cNvSpPr>
            <ns1:spLocks noGrp="1"/>
          </ns0:cNvSpPr>
          <ns0:nvPr/>
        </ns0:nvSpPr>
        <ns0:spPr>
          <ns1:xfrm>
            <ns1:off x="9496425" y="3181350"/>
            <ns1:ext cx="71438" cy="304800"/>
          </ns1:xfrm>
          <ns1:prstGeom prst="rect">
            <ns1:avLst/>
          </ns1:prstGeom>
          <ns1:solidFill>
            <ns1:srgbClr val="445873"/>
          </ns1:solidFill>
          <ns1:ln w="4763">
            <ns1:solidFill>
              <ns1:srgbClr val="445873"/>
            </ns1:solidFill>
            <ns1:prstDash val="solid"/>
          </ns1:ln>
        </ns0:spPr>
      </ns0:sp>
      <ns0:sp>
        <ns0:nvSpPr>
          <ns0:cNvPr id="133" name="foreground-column-01">
            <ns1:extLst>
              <ns1:ext uri="{FF2B5EF4-FFF2-40B4-BE49-F238E27FC236}">
                <ns2:creationId id="{E46EE9F2-8F9A-4119-9BAB-2DECABD4709E}"/>
              </ns1:ext>
            </ns1:extLst>
          </ns0:cNvPr>
          <ns0:cNvSpPr>
            <ns1:spLocks noGrp="1"/>
          </ns0:cNvSpPr>
          <ns0:nvPr/>
        </ns0:nvSpPr>
        <ns0:spPr>
          <ns1:xfrm>
            <ns1:off x="7962900" y="3390900"/>
            <ns1:ext cx="71438" cy="952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34" name="foreground-column-02">
            <ns1:extLst>
              <ns1:ext uri="{FF2B5EF4-FFF2-40B4-BE49-F238E27FC236}">
                <ns2:creationId id="{F0C2D83F-B28C-4C03-A81A-9211B5517107}"/>
              </ns1:ext>
            </ns1:extLst>
          </ns0:cNvPr>
          <ns0:cNvSpPr>
            <ns1:spLocks noGrp="1"/>
          </ns0:cNvSpPr>
          <ns0:nvPr/>
        </ns0:nvSpPr>
        <ns0:spPr>
          <ns1:xfrm>
            <ns1:off x="8029575" y="3352800"/>
            <ns1:ext cx="71438" cy="1333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35" name="foreground-column-03">
            <ns1:extLst>
              <ns1:ext uri="{FF2B5EF4-FFF2-40B4-BE49-F238E27FC236}">
                <ns2:creationId id="{94365D88-7FC5-4182-BFA7-C5E6FF0FB59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295650"/>
            <ns1:ext cx="71438" cy="1905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36" name="foreground-column-04">
            <ns1:extLst>
              <ns1:ext uri="{FF2B5EF4-FFF2-40B4-BE49-F238E27FC236}">
                <ns2:creationId id="{7EE4C785-DFFB-47BF-BB05-1F49DADC28F3}"/>
              </ns1:ext>
            </ns1:extLst>
          </ns0:cNvPr>
          <ns0:cNvSpPr>
            <ns1:spLocks noGrp="1"/>
          </ns0:cNvSpPr>
          <ns0:nvPr/>
        </ns0:nvSpPr>
        <ns0:spPr>
          <ns1:xfrm>
            <ns1:off x="8162925" y="3219450"/>
            <ns1:ext cx="71438" cy="2667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37" name="foreground-column-05">
            <ns1:extLst>
              <ns1:ext uri="{FF2B5EF4-FFF2-40B4-BE49-F238E27FC236}">
                <ns2:creationId id="{316F4F4D-B506-461B-9BA4-BF16E63E3D90}"/>
              </ns1:ext>
            </ns1:extLst>
          </ns0:cNvPr>
          <ns0:cNvSpPr>
            <ns1:spLocks noGrp="1"/>
          </ns0:cNvSpPr>
          <ns0:nvPr/>
        </ns0:nvSpPr>
        <ns0:spPr>
          <ns1:xfrm>
            <ns1:off x="8229600" y="3143250"/>
            <ns1:ext cx="71438" cy="3429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38" name="foreground-column-06">
            <ns1:extLst>
              <ns1:ext uri="{FF2B5EF4-FFF2-40B4-BE49-F238E27FC236}">
                <ns2:creationId id="{61E2EF40-40E4-48DB-984C-905AA1D42699}"/>
              </ns1:ext>
            </ns1:extLst>
          </ns0:cNvPr>
          <ns0:cNvSpPr>
            <ns1:spLocks noGrp="1"/>
          </ns0:cNvSpPr>
          <ns0:nvPr/>
        </ns0:nvSpPr>
        <ns0:spPr>
          <ns1:xfrm>
            <ns1:off x="8296275" y="3028950"/>
            <ns1:ext cx="71438" cy="4572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39" name="foreground-column-07">
            <ns1:extLst>
              <ns1:ext uri="{FF2B5EF4-FFF2-40B4-BE49-F238E27FC236}">
                <ns2:creationId id="{53D4EB54-F255-466A-90BA-19DD6E6AED11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933700"/>
            <ns1:ext cx="71438" cy="5524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0" name="foreground-column-08">
            <ns1:extLst>
              <ns1:ext uri="{FF2B5EF4-FFF2-40B4-BE49-F238E27FC236}">
                <ns2:creationId id="{8E434A30-4C1C-4551-B493-15CC417C5D41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2819400"/>
            <ns1:ext cx="71438" cy="6667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1" name="foreground-column-09">
            <ns1:extLst>
              <ns1:ext uri="{FF2B5EF4-FFF2-40B4-BE49-F238E27FC236}">
                <ns2:creationId id="{DB28E29B-3DE9-488A-B6F4-885BEE13BFD2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2867025"/>
            <ns1:ext cx="71438" cy="619125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2" name="foreground-column-10">
            <ns1:extLst>
              <ns1:ext uri="{FF2B5EF4-FFF2-40B4-BE49-F238E27FC236}">
                <ns2:creationId id="{CEC18326-85F8-4FEC-BFFE-9C4C120A1DCC}"/>
              </ns1:ext>
            </ns1:extLst>
          </ns0:cNvPr>
          <ns0:cNvSpPr>
            <ns1:spLocks noGrp="1"/>
          </ns0:cNvSpPr>
          <ns0:nvPr/>
        </ns0:nvSpPr>
        <ns0:spPr>
          <ns1:xfrm>
            <ns1:off x="8562975" y="2971800"/>
            <ns1:ext cx="71438" cy="5143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3" name="foreground-column-11">
            <ns1:extLst>
              <ns1:ext uri="{FF2B5EF4-FFF2-40B4-BE49-F238E27FC236}">
                <ns2:creationId id="{C61451E5-DBF3-4599-ACD0-56B4EE0DDD61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3057525"/>
            <ns1:ext cx="71438" cy="428625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4" name="foreground-column-12">
            <ns1:extLst>
              <ns1:ext uri="{FF2B5EF4-FFF2-40B4-BE49-F238E27FC236}">
                <ns2:creationId id="{DAC487E9-3FD6-43DC-AEF7-ED30729C81AD}"/>
              </ns1:ext>
            </ns1:extLst>
          </ns0:cNvPr>
          <ns0:cNvSpPr>
            <ns1:spLocks noGrp="1"/>
          </ns0:cNvSpPr>
          <ns0:nvPr/>
        </ns0:nvSpPr>
        <ns0:spPr>
          <ns1:xfrm>
            <ns1:off x="8696325" y="3124200"/>
            <ns1:ext cx="71438" cy="3619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5" name="foreground-column-13">
            <ns1:extLst>
              <ns1:ext uri="{FF2B5EF4-FFF2-40B4-BE49-F238E27FC236}">
                <ns2:creationId id="{2687D27D-D6B0-415B-BC0E-45DAF256478F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3181350"/>
            <ns1:ext cx="71438" cy="3048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6" name="foreground-column-14">
            <ns1:extLst>
              <ns1:ext uri="{FF2B5EF4-FFF2-40B4-BE49-F238E27FC236}">
                <ns2:creationId id="{4921B025-CCC1-4D17-A8FB-5691A7F50522}"/>
              </ns1:ext>
            </ns1:extLst>
          </ns0:cNvPr>
          <ns0:cNvSpPr>
            <ns1:spLocks noGrp="1"/>
          </ns0:cNvSpPr>
          <ns0:nvPr/>
        </ns0:nvSpPr>
        <ns0:spPr>
          <ns1:xfrm>
            <ns1:off x="8829675" y="3219450"/>
            <ns1:ext cx="71438" cy="2667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7" name="foreground-column-15">
            <ns1:extLst>
              <ns1:ext uri="{FF2B5EF4-FFF2-40B4-BE49-F238E27FC236}">
                <ns2:creationId id="{03E9989A-5D35-42A6-87DA-0B1EBE6D35E9}"/>
              </ns1:ext>
            </ns1:extLst>
          </ns0:cNvPr>
          <ns0:cNvSpPr>
            <ns1:spLocks noGrp="1"/>
          </ns0:cNvSpPr>
          <ns0:nvPr/>
        </ns0:nvSpPr>
        <ns0:spPr>
          <ns1:xfrm>
            <ns1:off x="8896350" y="3143250"/>
            <ns1:ext cx="71438" cy="3429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8" name="foreground-column-16">
            <ns1:extLst>
              <ns1:ext uri="{FF2B5EF4-FFF2-40B4-BE49-F238E27FC236}">
                <ns2:creationId id="{DA1A6F21-9749-427B-AE31-A3F82AE75F61}"/>
              </ns1:ext>
            </ns1:extLst>
          </ns0:cNvPr>
          <ns0:cNvSpPr>
            <ns1:spLocks noGrp="1"/>
          </ns0:cNvSpPr>
          <ns0:nvPr/>
        </ns0:nvSpPr>
        <ns0:spPr>
          <ns1:xfrm>
            <ns1:off x="8963025" y="3028950"/>
            <ns1:ext cx="71438" cy="4572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49" name="foreground-column-17">
            <ns1:extLst>
              <ns1:ext uri="{FF2B5EF4-FFF2-40B4-BE49-F238E27FC236}">
                <ns2:creationId id="{DE3C92C9-5B3E-4070-A124-69B6D509E5C1}"/>
              </ns1:ext>
            </ns1:extLst>
          </ns0:cNvPr>
          <ns0:cNvSpPr>
            <ns1:spLocks noGrp="1"/>
          </ns0:cNvSpPr>
          <ns0:nvPr/>
        </ns0:nvSpPr>
        <ns0:spPr>
          <ns1:xfrm>
            <ns1:off x="9029700" y="2933700"/>
            <ns1:ext cx="71438" cy="5524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0" name="foreground-column-18">
            <ns1:extLst>
              <ns1:ext uri="{FF2B5EF4-FFF2-40B4-BE49-F238E27FC236}">
                <ns2:creationId id="{42BCAFC0-1F8F-4D8D-BC1A-A14C24E8091E}"/>
              </ns1:ext>
            </ns1:extLst>
          </ns0:cNvPr>
          <ns0:cNvSpPr>
            <ns1:spLocks noGrp="1"/>
          </ns0:cNvSpPr>
          <ns0:nvPr/>
        </ns0:nvSpPr>
        <ns0:spPr>
          <ns1:xfrm>
            <ns1:off x="9096375" y="2876550"/>
            <ns1:ext cx="71438" cy="6096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1" name="foreground-column-19">
            <ns1:extLst>
              <ns1:ext uri="{FF2B5EF4-FFF2-40B4-BE49-F238E27FC236}">
                <ns2:creationId id="{90B54104-561E-417F-9B55-77F09EC11C0D}"/>
              </ns1:ext>
            </ns1:extLst>
          </ns0:cNvPr>
          <ns0:cNvSpPr>
            <ns1:spLocks noGrp="1"/>
          </ns0:cNvSpPr>
          <ns0:nvPr/>
        </ns0:nvSpPr>
        <ns0:spPr>
          <ns1:xfrm>
            <ns1:off x="9163050" y="2952750"/>
            <ns1:ext cx="71438" cy="5334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2" name="foreground-column-20">
            <ns1:extLst>
              <ns1:ext uri="{FF2B5EF4-FFF2-40B4-BE49-F238E27FC236}">
                <ns2:creationId id="{6411C407-A783-446A-8A8A-62D76EE37408}"/>
              </ns1:ext>
            </ns1:extLst>
          </ns0:cNvPr>
          <ns0:cNvSpPr>
            <ns1:spLocks noGrp="1"/>
          </ns0:cNvSpPr>
          <ns0:nvPr/>
        </ns0:nvSpPr>
        <ns0:spPr>
          <ns1:xfrm>
            <ns1:off x="9229725" y="3048000"/>
            <ns1:ext cx="71438" cy="4381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3" name="foreground-column-21">
            <ns1:extLst>
              <ns1:ext uri="{FF2B5EF4-FFF2-40B4-BE49-F238E27FC236}">
                <ns2:creationId id="{39E8B2E5-7B49-4245-A17E-CAE16E85E040}"/>
              </ns1:ext>
            </ns1:extLst>
          </ns0:cNvPr>
          <ns0:cNvSpPr>
            <ns1:spLocks noGrp="1"/>
          </ns0:cNvSpPr>
          <ns0:nvPr/>
        </ns0:nvSpPr>
        <ns0:spPr>
          <ns1:xfrm>
            <ns1:off x="9296400" y="3124200"/>
            <ns1:ext cx="71438" cy="3619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4" name="foreground-column-22">
            <ns1:extLst>
              <ns1:ext uri="{FF2B5EF4-FFF2-40B4-BE49-F238E27FC236}">
                <ns2:creationId id="{217DD1E8-FE73-4F28-8389-6B91F0B7D80C}"/>
              </ns1:ext>
            </ns1:extLst>
          </ns0:cNvPr>
          <ns0:cNvSpPr>
            <ns1:spLocks noGrp="1"/>
          </ns0:cNvSpPr>
          <ns0:nvPr/>
        </ns0:nvSpPr>
        <ns0:spPr>
          <ns1:xfrm>
            <ns1:off x="9363075" y="3200400"/>
            <ns1:ext cx="71438" cy="2857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5" name="foreground-column-23">
            <ns1:extLst>
              <ns1:ext uri="{FF2B5EF4-FFF2-40B4-BE49-F238E27FC236}">
                <ns2:creationId id="{685DEF63-8901-4C32-8E51-2BC6975407A4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257550"/>
            <ns1:ext cx="71438" cy="22860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6" name="foreground-column-24">
            <ns1:extLst>
              <ns1:ext uri="{FF2B5EF4-FFF2-40B4-BE49-F238E27FC236}">
                <ns2:creationId id="{898385B8-9120-4907-A852-F88A2269CA90}"/>
              </ns1:ext>
            </ns1:extLst>
          </ns0:cNvPr>
          <ns0:cNvSpPr>
            <ns1:spLocks noGrp="1"/>
          </ns0:cNvSpPr>
          <ns0:nvPr/>
        </ns0:nvSpPr>
        <ns0:spPr>
          <ns1:xfrm>
            <ns1:off x="9496425" y="3314700"/>
            <ns1:ext cx="71438" cy="171450"/>
          </ns1:xfrm>
          <ns1:prstGeom prst="rect">
            <ns1:avLst/>
          </ns1:prstGeom>
          <ns1:solidFill>
            <ns1:srgbClr val="263B55"/>
          </ns1:solidFill>
          <ns1:ln w="4763">
            <ns1:solidFill>
              <ns1:srgbClr val="263B55"/>
            </ns1:solidFill>
            <ns1:prstDash val="solid"/>
          </ns1:ln>
        </ns0:spPr>
      </ns0:sp>
      <ns0:sp>
        <ns0:nvSpPr>
          <ns0:cNvPr id="157" name="operator-frame">
            <ns1:extLst>
              <ns1:ext uri="{FF2B5EF4-FFF2-40B4-BE49-F238E27FC236}">
                <ns2:creationId id="{2409DFC3-6A94-4062-9331-18D2AB040B99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0" y="2333625"/>
            <ns1:ext cx="952500" cy="952500"/>
          </ns1:xfrm>
          <ns1:prstGeom prst="rect">
            <ns1:avLst/>
          </ns1:prstGeom>
          <ns1:solidFill>
            <ns1:srgbClr val="FFF7E8"/>
          </ns1:solidFill>
          <ns1:ln w="28575">
            <ns1:solidFill>
              <ns1:srgbClr val="C78312"/>
            </ns1:solidFill>
            <ns1:prstDash val="solid"/>
          </ns1:ln>
        </ns0:spPr>
      </ns0:sp>
      <ns0:sp>
        <ns0:nvSpPr>
          <ns0:cNvPr id="158" name="predicted-frame">
            <ns1:extLst>
              <ns1:ext uri="{FF2B5EF4-FFF2-40B4-BE49-F238E27FC236}">
                <ns2:creationId id="{D633865A-8358-4942-B91A-58A2AC65DDC8}"/>
              </ns1:ext>
            </ns1:extLst>
          </ns0:cNvPr>
          <ns0:cNvSpPr>
            <ns1:spLocks noGrp="1"/>
          </ns0:cNvSpPr>
          <ns0:nvPr/>
        </ns0:nvSpPr>
        <ns0:spPr>
          <ns1:xfrm>
            <ns1:off x="12239625" y="1857375"/>
            <ns1:ext cx="2381250" cy="1428750"/>
          </ns1:xfrm>
          <ns1:prstGeom prst="rect">
            <ns1:avLst/>
          </ns1:prstGeom>
          <ns1:solidFill>
            <ns1:srgbClr val="FFFFFF"/>
          </ns1:solidFill>
          <ns1:ln w="28575">
            <ns1:solidFill>
              <ns1:srgbClr val="17356B"/>
            </ns1:solidFill>
            <ns1:prstDash val="solid"/>
          </ns1:ln>
        </ns0:spPr>
      </ns0:sp>
      <ns0:sp>
        <ns0:nvSpPr>
          <ns0:cNvPr id="159" name="predicted-grid-v-1">
            <ns1:extLst>
              <ns1:ext uri="{FF2B5EF4-FFF2-40B4-BE49-F238E27FC236}">
                <ns2:creationId id="{94E9DC04-1D46-48A7-9F34-2D89E6CC2ECB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1990725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60" name="predicted-grid-v-2">
            <ns1:extLst>
              <ns1:ext uri="{FF2B5EF4-FFF2-40B4-BE49-F238E27FC236}">
                <ns2:creationId id="{8F176388-01C8-42D5-B513-D648BAA775DA}"/>
              </ns1:ext>
            </ns1:extLst>
          </ns0:cNvPr>
          <ns0:cNvSpPr>
            <ns1:spLocks noGrp="1"/>
          </ns0:cNvSpPr>
          <ns0:nvPr/>
        </ns0:nvSpPr>
        <ns0:spPr>
          <ns1:xfrm>
            <ns1:off x="13192125" y="1990725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61" name="predicted-grid-v-3">
            <ns1:extLst>
              <ns1:ext uri="{FF2B5EF4-FFF2-40B4-BE49-F238E27FC236}">
                <ns2:creationId id="{B5C817FB-F6D2-43C9-AE0E-D6E02B4FCDB4}"/>
              </ns1:ext>
            </ns1:extLst>
          </ns0:cNvPr>
          <ns0:cNvSpPr>
            <ns1:spLocks noGrp="1"/>
          </ns0:cNvSpPr>
          <ns0:nvPr/>
        </ns0:nvSpPr>
        <ns0:spPr>
          <ns1:xfrm>
            <ns1:off x="13668375" y="1990725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62" name="predicted-grid-v-4">
            <ns1:extLst>
              <ns1:ext uri="{FF2B5EF4-FFF2-40B4-BE49-F238E27FC236}">
                <ns2:creationId id="{6A5FD08B-FB41-435B-9E00-CB5D025984EA}"/>
              </ns1:ext>
            </ns1:extLst>
          </ns0:cNvPr>
          <ns0:cNvSpPr>
            <ns1:spLocks noGrp="1"/>
          </ns0:cNvSpPr>
          <ns0:nvPr/>
        </ns0:nvSpPr>
        <ns0:spPr>
          <ns1:xfrm>
            <ns1:off x="14144625" y="1990725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63" name="predicted-grid-h-1">
            <ns1:extLst>
              <ns1:ext uri="{FF2B5EF4-FFF2-40B4-BE49-F238E27FC236}">
                <ns2:creationId id="{AC8DFF2D-DB95-436B-8E50-363C6CF6A7EF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2333625"/>
            <ns1:ext cx="2133600" cy="1143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64" name="predicted-grid-h-2">
            <ns1:extLst>
              <ns1:ext uri="{FF2B5EF4-FFF2-40B4-BE49-F238E27FC236}">
                <ns2:creationId id="{909931C3-C757-41F0-B25B-0D67BFF8567C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2809875"/>
            <ns1:ext cx="2133600" cy="1143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65" name="predicted-sample-01">
            <ns1:extLst>
              <ns1:ext uri="{FF2B5EF4-FFF2-40B4-BE49-F238E27FC236}">
                <ns2:creationId id="{A78A5688-154B-4C17-9126-36214CE3DC72}"/>
              </ns1:ext>
            </ns1:extLst>
          </ns0:cNvPr>
          <ns0:cNvSpPr>
            <ns1:spLocks noGrp="1"/>
          </ns0:cNvSpPr>
          <ns0:nvPr/>
        </ns0:nvSpPr>
        <ns0:spPr>
          <ns1:xfrm>
            <ns1:off x="12347258" y="26603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66" name="predicted-sample-02">
            <ns1:extLst>
              <ns1:ext uri="{FF2B5EF4-FFF2-40B4-BE49-F238E27FC236}">
                <ns2:creationId id="{E3D85D05-C78E-45F3-8D0C-B8FF06FA6AC3}"/>
              </ns1:ext>
            </ns1:extLst>
          </ns0:cNvPr>
          <ns0:cNvSpPr>
            <ns1:spLocks noGrp="1"/>
          </ns0:cNvSpPr>
          <ns0:nvPr/>
        </ns0:nvSpPr>
        <ns0:spPr>
          <ns1:xfrm>
            <ns1:off x="12456795" y="26031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67" name="predicted-sample-03">
            <ns1:extLst>
              <ns1:ext uri="{FF2B5EF4-FFF2-40B4-BE49-F238E27FC236}">
                <ns2:creationId id="{D0FDFC4C-1B0D-4B47-ABC4-1DA8FCEB5A96}"/>
              </ns1:ext>
            </ns1:extLst>
          </ns0:cNvPr>
          <ns0:cNvSpPr>
            <ns1:spLocks noGrp="1"/>
          </ns0:cNvSpPr>
          <ns0:nvPr/>
        </ns0:nvSpPr>
        <ns0:spPr>
          <ns1:xfrm>
            <ns1:off x="12566333" y="25079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68" name="predicted-sample-04">
            <ns1:extLst>
              <ns1:ext uri="{FF2B5EF4-FFF2-40B4-BE49-F238E27FC236}">
                <ns2:creationId id="{C233EA55-74A2-4253-A353-D0A4F22F624C}"/>
              </ns1:ext>
            </ns1:extLst>
          </ns0:cNvPr>
          <ns0:cNvSpPr>
            <ns1:spLocks noGrp="1"/>
          </ns0:cNvSpPr>
          <ns0:nvPr/>
        </ns0:nvSpPr>
        <ns0:spPr>
          <ns1:xfrm>
            <ns1:off x="12675870" y="23364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69" name="predicted-sample-05">
            <ns1:extLst>
              <ns1:ext uri="{FF2B5EF4-FFF2-40B4-BE49-F238E27FC236}">
                <ns2:creationId id="{0FC6379A-A03D-4C5C-98D7-5B51D8F32E84}"/>
              </ns1:ext>
            </ns1:extLst>
          </ns0:cNvPr>
          <ns0:cNvSpPr>
            <ns1:spLocks noGrp="1"/>
          </ns0:cNvSpPr>
          <ns0:nvPr/>
        </ns0:nvSpPr>
        <ns0:spPr>
          <ns1:xfrm>
            <ns1:off x="12785408" y="21459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0" name="predicted-sample-06">
            <ns1:extLst>
              <ns1:ext uri="{FF2B5EF4-FFF2-40B4-BE49-F238E27FC236}">
                <ns2:creationId id="{247085FC-AD15-450B-94DC-064FFFC10169}"/>
              </ns1:ext>
            </ns1:extLst>
          </ns0:cNvPr>
          <ns0:cNvSpPr>
            <ns1:spLocks noGrp="1"/>
          </ns0:cNvSpPr>
          <ns0:nvPr/>
        </ns0:nvSpPr>
        <ns0:spPr>
          <ns1:xfrm>
            <ns1:off x="12894945" y="20507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1" name="predicted-sample-07">
            <ns1:extLst>
              <ns1:ext uri="{FF2B5EF4-FFF2-40B4-BE49-F238E27FC236}">
                <ns2:creationId id="{0EAE2F4F-62C8-413B-AB45-3BFF5A361DB9}"/>
              </ns1:ext>
            </ns1:extLst>
          </ns0:cNvPr>
          <ns0:cNvSpPr>
            <ns1:spLocks noGrp="1"/>
          </ns0:cNvSpPr>
          <ns0:nvPr/>
        </ns0:nvSpPr>
        <ns0:spPr>
          <ns1:xfrm>
            <ns1:off x="13004483" y="21078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2" name="predicted-sample-08">
            <ns1:extLst>
              <ns1:ext uri="{FF2B5EF4-FFF2-40B4-BE49-F238E27FC236}">
                <ns2:creationId id="{A6D45C75-AB9C-42F1-8AC1-4840A477525F}"/>
              </ns1:ext>
            </ns1:extLst>
          </ns0:cNvPr>
          <ns0:cNvSpPr>
            <ns1:spLocks noGrp="1"/>
          </ns0:cNvSpPr>
          <ns0:nvPr/>
        </ns0:nvSpPr>
        <ns0:spPr>
          <ns1:xfrm>
            <ns1:off x="13114020" y="22983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3" name="predicted-sample-09">
            <ns1:extLst>
              <ns1:ext uri="{FF2B5EF4-FFF2-40B4-BE49-F238E27FC236}">
                <ns2:creationId id="{4DD661C6-1BFB-4384-8965-86212C0F54CB}"/>
              </ns1:ext>
            </ns1:extLst>
          </ns0:cNvPr>
          <ns0:cNvSpPr>
            <ns1:spLocks noGrp="1"/>
          </ns0:cNvSpPr>
          <ns0:nvPr/>
        </ns0:nvSpPr>
        <ns0:spPr>
          <ns1:xfrm>
            <ns1:off x="13223558" y="25650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4" name="predicted-sample-10">
            <ns1:extLst>
              <ns1:ext uri="{FF2B5EF4-FFF2-40B4-BE49-F238E27FC236}">
                <ns2:creationId id="{08F866F0-3579-4381-97E3-869EB1D7EF94}"/>
              </ns1:ext>
            </ns1:extLst>
          </ns0:cNvPr>
          <ns0:cNvSpPr>
            <ns1:spLocks noGrp="1"/>
          </ns0:cNvSpPr>
          <ns0:nvPr/>
        </ns0:nvSpPr>
        <ns0:spPr>
          <ns1:xfrm>
            <ns1:off x="13333095" y="27365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5" name="predicted-sample-11">
            <ns1:extLst>
              <ns1:ext uri="{FF2B5EF4-FFF2-40B4-BE49-F238E27FC236}">
                <ns2:creationId id="{6FD3EE9F-8C92-420D-A4BB-B04C28F3127E}"/>
              </ns1:ext>
            </ns1:extLst>
          </ns0:cNvPr>
          <ns0:cNvSpPr>
            <ns1:spLocks noGrp="1"/>
          </ns0:cNvSpPr>
          <ns0:nvPr/>
        </ns0:nvSpPr>
        <ns0:spPr>
          <ns1:xfrm>
            <ns1:off x="13442633" y="27174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6" name="predicted-sample-12">
            <ns1:extLst>
              <ns1:ext uri="{FF2B5EF4-FFF2-40B4-BE49-F238E27FC236}">
                <ns2:creationId id="{32C335CB-01CA-4916-9584-C63EA3B58624}"/>
              </ns1:ext>
            </ns1:extLst>
          </ns0:cNvPr>
          <ns0:cNvSpPr>
            <ns1:spLocks noGrp="1"/>
          </ns0:cNvSpPr>
          <ns0:nvPr/>
        </ns0:nvSpPr>
        <ns0:spPr>
          <ns1:xfrm>
            <ns1:off x="13552170" y="26031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7" name="predicted-sample-13">
            <ns1:extLst>
              <ns1:ext uri="{FF2B5EF4-FFF2-40B4-BE49-F238E27FC236}">
                <ns2:creationId id="{82570BDC-9809-4254-AF84-FC14178E564A}"/>
              </ns1:ext>
            </ns1:extLst>
          </ns0:cNvPr>
          <ns0:cNvSpPr>
            <ns1:spLocks noGrp="1"/>
          </ns0:cNvSpPr>
          <ns0:nvPr/>
        </ns0:nvSpPr>
        <ns0:spPr>
          <ns1:xfrm>
            <ns1:off x="13661708" y="24698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8" name="predicted-sample-14">
            <ns1:extLst>
              <ns1:ext uri="{FF2B5EF4-FFF2-40B4-BE49-F238E27FC236}">
                <ns2:creationId id="{7C4B1FBD-1A54-431D-A802-1C30BF51581E}"/>
              </ns1:ext>
            </ns1:extLst>
          </ns0:cNvPr>
          <ns0:cNvSpPr>
            <ns1:spLocks noGrp="1"/>
          </ns0:cNvSpPr>
          <ns0:nvPr/>
        </ns0:nvSpPr>
        <ns0:spPr>
          <ns1:xfrm>
            <ns1:off x="13771245" y="24317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79" name="predicted-sample-15">
            <ns1:extLst>
              <ns1:ext uri="{FF2B5EF4-FFF2-40B4-BE49-F238E27FC236}">
                <ns2:creationId id="{360F36B1-B57D-49F1-9921-21CD35F4E0BB}"/>
              </ns1:ext>
            </ns1:extLst>
          </ns0:cNvPr>
          <ns0:cNvSpPr>
            <ns1:spLocks noGrp="1"/>
          </ns0:cNvSpPr>
          <ns0:nvPr/>
        </ns0:nvSpPr>
        <ns0:spPr>
          <ns1:xfrm>
            <ns1:off x="13880783" y="25079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80" name="predicted-sample-16">
            <ns1:extLst>
              <ns1:ext uri="{FF2B5EF4-FFF2-40B4-BE49-F238E27FC236}">
                <ns2:creationId id="{02E3C566-E7F4-46E5-99A6-DFA242DE3F5E}"/>
              </ns1:ext>
            </ns1:extLst>
          </ns0:cNvPr>
          <ns0:cNvSpPr>
            <ns1:spLocks noGrp="1"/>
          </ns0:cNvSpPr>
          <ns0:nvPr/>
        </ns0:nvSpPr>
        <ns0:spPr>
          <ns1:xfrm>
            <ns1:off x="13990320" y="26412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81" name="predicted-sample-17">
            <ns1:extLst>
              <ns1:ext uri="{FF2B5EF4-FFF2-40B4-BE49-F238E27FC236}">
                <ns2:creationId id="{6F0C8439-34CC-427A-8CBF-F78BF36E459C}"/>
              </ns1:ext>
            </ns1:extLst>
          </ns0:cNvPr>
          <ns0:cNvSpPr>
            <ns1:spLocks noGrp="1"/>
          </ns0:cNvSpPr>
          <ns0:nvPr/>
        </ns0:nvSpPr>
        <ns0:spPr>
          <ns1:xfrm>
            <ns1:off x="14099858" y="27555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82" name="predicted-sample-18">
            <ns1:extLst>
              <ns1:ext uri="{FF2B5EF4-FFF2-40B4-BE49-F238E27FC236}">
                <ns2:creationId id="{9BF1FC0B-0308-4344-A11B-5C4276AA1E38}"/>
              </ns1:ext>
            </ns1:extLst>
          </ns0:cNvPr>
          <ns0:cNvSpPr>
            <ns1:spLocks noGrp="1"/>
          </ns0:cNvSpPr>
          <ns0:nvPr/>
        </ns0:nvSpPr>
        <ns0:spPr>
          <ns1:xfrm>
            <ns1:off x="14209395" y="26984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83" name="predicted-sample-19">
            <ns1:extLst>
              <ns1:ext uri="{FF2B5EF4-FFF2-40B4-BE49-F238E27FC236}">
                <ns2:creationId id="{54D8FA7A-3FC5-4EC4-92BE-800CAC128D60}"/>
              </ns1:ext>
            </ns1:extLst>
          </ns0:cNvPr>
          <ns0:cNvSpPr>
            <ns1:spLocks noGrp="1"/>
          </ns0:cNvSpPr>
          <ns0:nvPr/>
        </ns0:nvSpPr>
        <ns0:spPr>
          <ns1:xfrm>
            <ns1:off x="14318933" y="25269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84" name="predicted-sample-20">
            <ns1:extLst>
              <ns1:ext uri="{FF2B5EF4-FFF2-40B4-BE49-F238E27FC236}">
                <ns2:creationId id="{1F87D55E-9FDC-49D9-B218-2F5C3D0D7866}"/>
              </ns1:ext>
            </ns1:extLst>
          </ns0:cNvPr>
          <ns0:cNvSpPr>
            <ns1:spLocks noGrp="1"/>
          </ns0:cNvSpPr>
          <ns0:nvPr/>
        </ns0:nvSpPr>
        <ns0:spPr>
          <ns1:xfrm>
            <ns1:off x="14428470" y="24317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85" name="observed-frame">
            <ns1:extLst>
              <ns1:ext uri="{FF2B5EF4-FFF2-40B4-BE49-F238E27FC236}">
                <ns2:creationId id="{F802FCB3-8C0E-4F8B-B0EC-74F3DB9378D3}"/>
              </ns1:ext>
            </ns1:extLst>
          </ns0:cNvPr>
          <ns0:cNvSpPr>
            <ns1:spLocks noGrp="1"/>
          </ns0:cNvSpPr>
          <ns0:nvPr/>
        </ns0:nvSpPr>
        <ns0:spPr>
          <ns1:xfrm>
            <ns1:off x="12239625" y="4953000"/>
            <ns1:ext cx="2381250" cy="1428750"/>
          </ns1:xfrm>
          <ns1:prstGeom prst="rect">
            <ns1:avLst/>
          </ns1:prstGeom>
          <ns1:solidFill>
            <ns1:srgbClr val="FFFFFF"/>
          </ns1:solidFill>
          <ns1:ln w="28575">
            <ns1:solidFill>
              <ns1:srgbClr val="17356B"/>
            </ns1:solidFill>
            <ns1:prstDash val="solid"/>
          </ns1:ln>
        </ns0:spPr>
      </ns0:sp>
      <ns0:sp>
        <ns0:nvSpPr>
          <ns0:cNvPr id="186" name="observed-grid-v-1">
            <ns1:extLst>
              <ns1:ext uri="{FF2B5EF4-FFF2-40B4-BE49-F238E27FC236}">
                <ns2:creationId id="{D686832B-BC48-4E88-9472-373EA3765251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5086350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87" name="observed-grid-v-2">
            <ns1:extLst>
              <ns1:ext uri="{FF2B5EF4-FFF2-40B4-BE49-F238E27FC236}">
                <ns2:creationId id="{83D81953-685F-4E37-9B1F-BFAC9035C5C2}"/>
              </ns1:ext>
            </ns1:extLst>
          </ns0:cNvPr>
          <ns0:cNvSpPr>
            <ns1:spLocks noGrp="1"/>
          </ns0:cNvSpPr>
          <ns0:nvPr/>
        </ns0:nvSpPr>
        <ns0:spPr>
          <ns1:xfrm>
            <ns1:off x="13192125" y="5086350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88" name="observed-grid-v-3">
            <ns1:extLst>
              <ns1:ext uri="{FF2B5EF4-FFF2-40B4-BE49-F238E27FC236}">
                <ns2:creationId id="{89E2A67E-2888-4C8D-B3B9-A48207BC70FE}"/>
              </ns1:ext>
            </ns1:extLst>
          </ns0:cNvPr>
          <ns0:cNvSpPr>
            <ns1:spLocks noGrp="1"/>
          </ns0:cNvSpPr>
          <ns0:nvPr/>
        </ns0:nvSpPr>
        <ns0:spPr>
          <ns1:xfrm>
            <ns1:off x="13668375" y="5086350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89" name="observed-grid-v-4">
            <ns1:extLst>
              <ns1:ext uri="{FF2B5EF4-FFF2-40B4-BE49-F238E27FC236}">
                <ns2:creationId id="{BEF79FB6-BD23-45EC-AB45-A83370CD7B7C}"/>
              </ns1:ext>
            </ns1:extLst>
          </ns0:cNvPr>
          <ns0:cNvSpPr>
            <ns1:spLocks noGrp="1"/>
          </ns0:cNvSpPr>
          <ns0:nvPr/>
        </ns0:nvSpPr>
        <ns0:spPr>
          <ns1:xfrm>
            <ns1:off x="14144625" y="5086350"/>
            <ns1:ext cx="11430" cy="116205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90" name="observed-grid-h-1">
            <ns1:extLst>
              <ns1:ext uri="{FF2B5EF4-FFF2-40B4-BE49-F238E27FC236}">
                <ns2:creationId id="{729200E7-7A7F-4FCE-8EBA-4E3E6CF6BDA2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5429250"/>
            <ns1:ext cx="2133600" cy="1143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91" name="observed-grid-h-2">
            <ns1:extLst>
              <ns1:ext uri="{FF2B5EF4-FFF2-40B4-BE49-F238E27FC236}">
                <ns2:creationId id="{1BDD9A31-DC11-453F-923F-F342D92B4DEA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5905500"/>
            <ns1:ext cx="2133600" cy="11430"/>
          </ns1:xfrm>
          <ns1:prstGeom prst="rect">
            <ns1:avLst/>
          </ns1:prstGeom>
          <ns1:solidFill>
            <ns1:srgbClr val="D9E3F0"/>
          </ns1:solidFill>
          <ns1:ln w="3810">
            <ns1:solidFill>
              <ns1:srgbClr val="D9E3F0"/>
            </ns1:solidFill>
            <ns1:prstDash val="solid"/>
          </ns1:ln>
        </ns0:spPr>
      </ns0:sp>
      <ns0:sp>
        <ns0:nvSpPr>
          <ns0:cNvPr id="192" name="observed-sample-01">
            <ns1:extLst>
              <ns1:ext uri="{FF2B5EF4-FFF2-40B4-BE49-F238E27FC236}">
                <ns2:creationId id="{79ACDC20-3AF8-413C-A21F-A5CCA5F0EEBF}"/>
              </ns1:ext>
            </ns1:extLst>
          </ns0:cNvPr>
          <ns0:cNvSpPr>
            <ns1:spLocks noGrp="1"/>
          </ns0:cNvSpPr>
          <ns0:nvPr/>
        </ns0:nvSpPr>
        <ns0:spPr>
          <ns1:xfrm>
            <ns1:off x="12347258" y="57845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3" name="observed-sample-02">
            <ns1:extLst>
              <ns1:ext uri="{FF2B5EF4-FFF2-40B4-BE49-F238E27FC236}">
                <ns2:creationId id="{4D15516E-7834-49B7-B8D5-9ABC333175AF}"/>
              </ns1:ext>
            </ns1:extLst>
          </ns0:cNvPr>
          <ns0:cNvSpPr>
            <ns1:spLocks noGrp="1"/>
          </ns0:cNvSpPr>
          <ns0:nvPr/>
        </ns0:nvSpPr>
        <ns0:spPr>
          <ns1:xfrm>
            <ns1:off x="12456795" y="571785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4" name="observed-sample-03">
            <ns1:extLst>
              <ns1:ext uri="{FF2B5EF4-FFF2-40B4-BE49-F238E27FC236}">
                <ns2:creationId id="{E302C8B3-E2FA-474C-B166-790C27426E80}"/>
              </ns1:ext>
            </ns1:extLst>
          </ns0:cNvPr>
          <ns0:cNvSpPr>
            <ns1:spLocks noGrp="1"/>
          </ns0:cNvSpPr>
          <ns0:nvPr/>
        </ns0:nvSpPr>
        <ns0:spPr>
          <ns1:xfrm>
            <ns1:off x="12566333" y="558450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5" name="observed-sample-04">
            <ns1:extLst>
              <ns1:ext uri="{FF2B5EF4-FFF2-40B4-BE49-F238E27FC236}">
                <ns2:creationId id="{469AED82-12C5-4793-A6B5-FCD9D310B5D6}"/>
              </ns1:ext>
            </ns1:extLst>
          </ns0:cNvPr>
          <ns0:cNvSpPr>
            <ns1:spLocks noGrp="1"/>
          </ns0:cNvSpPr>
          <ns0:nvPr/>
        </ns0:nvSpPr>
        <ns0:spPr>
          <ns1:xfrm>
            <ns1:off x="12675870" y="54035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6" name="observed-sample-05">
            <ns1:extLst>
              <ns1:ext uri="{FF2B5EF4-FFF2-40B4-BE49-F238E27FC236}">
                <ns2:creationId id="{46F542CE-45BC-4370-A4C1-09F59CB58A7C}"/>
              </ns1:ext>
            </ns1:extLst>
          </ns0:cNvPr>
          <ns0:cNvSpPr>
            <ns1:spLocks noGrp="1"/>
          </ns0:cNvSpPr>
          <ns0:nvPr/>
        </ns0:nvSpPr>
        <ns0:spPr>
          <ns1:xfrm>
            <ns1:off x="12785408" y="52130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7" name="observed-sample-06">
            <ns1:extLst>
              <ns1:ext uri="{FF2B5EF4-FFF2-40B4-BE49-F238E27FC236}">
                <ns2:creationId id="{37168954-6518-472A-854D-CF7A0EBC95DE}"/>
              </ns1:ext>
            </ns1:extLst>
          </ns0:cNvPr>
          <ns0:cNvSpPr>
            <ns1:spLocks noGrp="1"/>
          </ns0:cNvSpPr>
          <ns0:nvPr/>
        </ns0:nvSpPr>
        <ns0:spPr>
          <ns1:xfrm>
            <ns1:off x="12894945" y="51749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8" name="observed-sample-07">
            <ns1:extLst>
              <ns1:ext uri="{FF2B5EF4-FFF2-40B4-BE49-F238E27FC236}">
                <ns2:creationId id="{1B6E0971-CD05-4990-BFD7-A80649DF8A3C}"/>
              </ns1:ext>
            </ns1:extLst>
          </ns0:cNvPr>
          <ns0:cNvSpPr>
            <ns1:spLocks noGrp="1"/>
          </ns0:cNvSpPr>
          <ns0:nvPr/>
        </ns0:nvSpPr>
        <ns0:spPr>
          <ns1:xfrm>
            <ns1:off x="13004483" y="526065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199" name="observed-sample-08">
            <ns1:extLst>
              <ns1:ext uri="{FF2B5EF4-FFF2-40B4-BE49-F238E27FC236}">
                <ns2:creationId id="{32E38CFC-696E-4275-AD8C-0667F3B85AA3}"/>
              </ns1:ext>
            </ns1:extLst>
          </ns0:cNvPr>
          <ns0:cNvSpPr>
            <ns1:spLocks noGrp="1"/>
          </ns0:cNvSpPr>
          <ns0:nvPr/>
        </ns0:nvSpPr>
        <ns0:spPr>
          <ns1:xfrm>
            <ns1:off x="13114020" y="54606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0" name="observed-sample-09">
            <ns1:extLst>
              <ns1:ext uri="{FF2B5EF4-FFF2-40B4-BE49-F238E27FC236}">
                <ns2:creationId id="{C4674330-0B7E-4DA4-8D66-9C2B8D977F43}"/>
              </ns1:ext>
            </ns1:extLst>
          </ns0:cNvPr>
          <ns0:cNvSpPr>
            <ns1:spLocks noGrp="1"/>
          </ns0:cNvSpPr>
          <ns0:nvPr/>
        </ns0:nvSpPr>
        <ns0:spPr>
          <ns1:xfrm>
            <ns1:off x="13223558" y="569880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1" name="observed-sample-10">
            <ns1:extLst>
              <ns1:ext uri="{FF2B5EF4-FFF2-40B4-BE49-F238E27FC236}">
                <ns2:creationId id="{49BF364D-7158-41B9-976B-E8B39967DAE3}"/>
              </ns1:ext>
            </ns1:extLst>
          </ns0:cNvPr>
          <ns0:cNvSpPr>
            <ns1:spLocks noGrp="1"/>
          </ns0:cNvSpPr>
          <ns0:nvPr/>
        </ns0:nvSpPr>
        <ns0:spPr>
          <ns1:xfrm>
            <ns1:off x="13333095" y="58035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2" name="observed-sample-11">
            <ns1:extLst>
              <ns1:ext uri="{FF2B5EF4-FFF2-40B4-BE49-F238E27FC236}">
                <ns2:creationId id="{FF99BD7F-4CFB-48AE-8E0E-C15F0D2E6385}"/>
              </ns1:ext>
            </ns1:extLst>
          </ns0:cNvPr>
          <ns0:cNvSpPr>
            <ns1:spLocks noGrp="1"/>
          </ns0:cNvSpPr>
          <ns0:nvPr/>
        </ns0:nvSpPr>
        <ns0:spPr>
          <ns1:xfrm>
            <ns1:off x="13442633" y="575595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3" name="observed-sample-12">
            <ns1:extLst>
              <ns1:ext uri="{FF2B5EF4-FFF2-40B4-BE49-F238E27FC236}">
                <ns2:creationId id="{650D4696-425B-4E6A-A4EA-B60568C288BD}"/>
              </ns1:ext>
            </ns1:extLst>
          </ns0:cNvPr>
          <ns0:cNvSpPr>
            <ns1:spLocks noGrp="1"/>
          </ns0:cNvSpPr>
          <ns0:nvPr/>
        </ns0:nvSpPr>
        <ns0:spPr>
          <ns1:xfrm>
            <ns1:off x="13552170" y="56321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4" name="observed-sample-13">
            <ns1:extLst>
              <ns1:ext uri="{FF2B5EF4-FFF2-40B4-BE49-F238E27FC236}">
                <ns2:creationId id="{8DE26B4B-B1F8-4251-BC24-1AA2E83F4A5E}"/>
              </ns1:ext>
            </ns1:extLst>
          </ns0:cNvPr>
          <ns0:cNvSpPr>
            <ns1:spLocks noGrp="1"/>
          </ns0:cNvSpPr>
          <ns0:nvPr/>
        </ns0:nvSpPr>
        <ns0:spPr>
          <ns1:xfrm>
            <ns1:off x="13661708" y="550830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5" name="observed-sample-14">
            <ns1:extLst>
              <ns1:ext uri="{FF2B5EF4-FFF2-40B4-BE49-F238E27FC236}">
                <ns2:creationId id="{AF55BE1B-0066-45B3-8091-FA5503B924BE}"/>
              </ns1:ext>
            </ns1:extLst>
          </ns0:cNvPr>
          <ns0:cNvSpPr>
            <ns1:spLocks noGrp="1"/>
          </ns0:cNvSpPr>
          <ns0:nvPr/>
        </ns0:nvSpPr>
        <ns0:spPr>
          <ns1:xfrm>
            <ns1:off x="13771245" y="554640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6" name="observed-sample-15">
            <ns1:extLst>
              <ns1:ext uri="{FF2B5EF4-FFF2-40B4-BE49-F238E27FC236}">
                <ns2:creationId id="{3E387F69-BCF6-4F0F-8EAA-EBC99435C5E6}"/>
              </ns1:ext>
            </ns1:extLst>
          </ns0:cNvPr>
          <ns0:cNvSpPr>
            <ns1:spLocks noGrp="1"/>
          </ns0:cNvSpPr>
          <ns0:nvPr/>
        </ns0:nvSpPr>
        <ns0:spPr>
          <ns1:xfrm>
            <ns1:off x="13880783" y="56702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7" name="observed-sample-16">
            <ns1:extLst>
              <ns1:ext uri="{FF2B5EF4-FFF2-40B4-BE49-F238E27FC236}">
                <ns2:creationId id="{CE6D0B2B-AABD-4D4D-A122-377C4874F895}"/>
              </ns1:ext>
            </ns1:extLst>
          </ns0:cNvPr>
          <ns0:cNvSpPr>
            <ns1:spLocks noGrp="1"/>
          </ns0:cNvSpPr>
          <ns0:nvPr/>
        </ns0:nvSpPr>
        <ns0:spPr>
          <ns1:xfrm>
            <ns1:off x="13990320" y="578453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8" name="observed-sample-17">
            <ns1:extLst>
              <ns1:ext uri="{FF2B5EF4-FFF2-40B4-BE49-F238E27FC236}">
                <ns2:creationId id="{B200CCBA-89C4-4BD8-9001-158C56AB13E8}"/>
              </ns1:ext>
            </ns1:extLst>
          </ns0:cNvPr>
          <ns0:cNvSpPr>
            <ns1:spLocks noGrp="1"/>
          </ns0:cNvSpPr>
          <ns0:nvPr/>
        </ns0:nvSpPr>
        <ns0:spPr>
          <ns1:xfrm>
            <ns1:off x="14099858" y="581310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09" name="observed-sample-18">
            <ns1:extLst>
              <ns1:ext uri="{FF2B5EF4-FFF2-40B4-BE49-F238E27FC236}">
                <ns2:creationId id="{7EBFF814-E66B-4951-A293-4BF9C6ECAFFE}"/>
              </ns1:ext>
            </ns1:extLst>
          </ns0:cNvPr>
          <ns0:cNvSpPr>
            <ns1:spLocks noGrp="1"/>
          </ns0:cNvSpPr>
          <ns0:nvPr/>
        </ns0:nvSpPr>
        <ns0:spPr>
          <ns1:xfrm>
            <ns1:off x="14209395" y="571785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10" name="observed-sample-19">
            <ns1:extLst>
              <ns1:ext uri="{FF2B5EF4-FFF2-40B4-BE49-F238E27FC236}">
                <ns2:creationId id="{33DB6888-6D5C-435D-A99F-7F9EAD771C0B}"/>
              </ns1:ext>
            </ns1:extLst>
          </ns0:cNvPr>
          <ns0:cNvSpPr>
            <ns1:spLocks noGrp="1"/>
          </ns0:cNvSpPr>
          <ns0:nvPr/>
        </ns0:nvSpPr>
        <ns0:spPr>
          <ns1:xfrm>
            <ns1:off x="14318933" y="5574983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11" name="observed-sample-20">
            <ns1:extLst>
              <ns1:ext uri="{FF2B5EF4-FFF2-40B4-BE49-F238E27FC236}">
                <ns2:creationId id="{D8D2431A-33B0-446B-8AE5-06030B2587CA}"/>
              </ns1:ext>
            </ns1:extLst>
          </ns0:cNvPr>
          <ns0:cNvSpPr>
            <ns1:spLocks noGrp="1"/>
          </ns0:cNvSpPr>
          <ns0:nvPr/>
        </ns0:nvSpPr>
        <ns0:spPr>
          <ns1:xfrm>
            <ns1:off x="14428470" y="5489258"/>
            <ns1:ext cx="70485" cy="70485"/>
          </ns1:xfrm>
          <ns1:prstGeom prst="ellipse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12" name="comparison-node">
            <ns1:extLst>
              <ns1:ext uri="{FF2B5EF4-FFF2-40B4-BE49-F238E27FC236}">
                <ns2:creationId id="{55259805-FF6F-4500-9754-AAB016E40480}"/>
              </ns1:ext>
            </ns1:extLst>
          </ns0:cNvPr>
          <ns0:cNvSpPr>
            <ns1:spLocks noGrp="1"/>
          </ns0:cNvSpPr>
          <ns0:nvPr/>
        </ns0:nvSpPr>
        <ns0:spPr>
          <ns1:xfrm>
            <ns1:off x="10687050" y="5162550"/>
            <ns1:ext cx="628650" cy="62865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17356B"/>
            </ns1:solidFill>
            <ns1:prstDash val="solid"/>
          </ns1:ln>
        </ns0:spPr>
      </ns0:sp>
      <ns0:sp>
        <ns0:nvSpPr>
          <ns0:cNvPr id="213" name="comparison-minus-bar">
            <ns1:extLst>
              <ns1:ext uri="{FF2B5EF4-FFF2-40B4-BE49-F238E27FC236}">
                <ns2:creationId id="{7B7BFFC3-5BBF-454F-B8D5-DF109ABEDCC5}"/>
              </ns1:ext>
            </ns1:extLst>
          </ns0:cNvPr>
          <ns0:cNvSpPr>
            <ns1:spLocks noGrp="1"/>
          </ns0:cNvSpPr>
          <ns0:nvPr/>
        </ns0:nvSpPr>
        <ns0:spPr>
          <ns1:xfrm>
            <ns1:off x="10896600" y="5457825"/>
            <ns1:ext cx="209550" cy="33338"/>
          </ns1:xfrm>
          <ns1:prstGeom prst="rect">
            <ns1:avLst/>
          </ns1:prstGeom>
          <ns1:solidFill>
            <ns1:srgbClr val="17356B"/>
          </ns1:solidFill>
          <ns1:ln w="5715">
            <ns1:solidFill>
              <ns1:srgbClr val="17356B"/>
            </ns1:solidFill>
            <ns1:prstDash val="solid"/>
          </ns1:ln>
        </ns0:spPr>
      </ns0:sp>
      <ns0:sp>
        <ns0:nvSpPr>
          <ns0:cNvPr id="214" name="loss-box">
            <ns1:extLst>
              <ns1:ext uri="{FF2B5EF4-FFF2-40B4-BE49-F238E27FC236}">
                <ns2:creationId id="{B9C687E4-01E2-4076-B3FA-F581719A6BDA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0" y="6286500"/>
            <ns1:ext cx="1238250" cy="685800"/>
          </ns1:xfrm>
          <ns1:prstGeom prst="rect">
            <ns1:avLst/>
          </ns1:prstGeom>
          <ns1:solidFill>
            <ns1:srgbClr val="F5F0FF"/>
          </ns1:solidFill>
          <ns1:ln w="28575">
            <ns1:solidFill>
              <ns1:srgbClr val="6C4FD3"/>
            </ns1:solidFill>
            <ns1:prstDash val="solid"/>
          </ns1:ln>
        </ns0:spPr>
      </ns0:sp>
      <ns0:sp>
        <ns0:nvSpPr>
          <ns0:cNvPr id="215" name="title">
            <ns1:extLst>
              <ns1:ext uri="{FF2B5EF4-FFF2-40B4-BE49-F238E27FC236}">
                <ns2:creationId id="{51827E03-B546-4E5B-8AB8-D2B7CCDC3C18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278130"/>
            <ns1:ext cx="3019425" cy="469583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175" b="1" i="0">
                <ns1:solidFill>
                  <ns1:srgbClr val="6C4FD3"/>
                </ns1:solidFill>
              </ns1:defRPr>
            </ns1:pPr>
            <ns1:r>
              <ns1:rPr sz="2175" b="1" i="0">
                <ns1:solidFill>
                  <ns1:srgbClr val="6C4FD3"/>
                </ns1:solidFill>
              </ns1:rPr>
              <ns1:t>Deep Image Prior</ns1:t>
            </ns1:r>
          </ns1:p>
        </ns0:txBody>
      </ns0:sp>
      <ns0:sp>
        <ns0:nvSpPr>
          <ns0:cNvPr id="216" name="subtitle">
            <ns1:extLst>
              <ns1:ext uri="{FF2B5EF4-FFF2-40B4-BE49-F238E27FC236}">
                <ns2:creationId id="{6393E046-D4BB-4135-B2C3-78000D381E38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754380"/>
            <ns1:ext cx="6915150" cy="307658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425" b="0" i="0">
                <ns1:solidFill>
                  <ns1:srgbClr val="5C6680"/>
                </ns1:solidFill>
              </ns1:defRPr>
            </ns1:pPr>
            <ns1:r>
              <ns1:rPr sz="1425" b="0" i="0">
                <ns1:solidFill>
                  <ns1:srgbClr val="5C6680"/>
                </ns1:solidFill>
              </ns1:rPr>
              <ns1:t>Optimize an untrained generator for one observed measurement</ns1:t>
            </ns1:r>
          </ns1:p>
        </ns0:txBody>
      </ns0:sp>
      <ns0:sp>
        <ns0:nvSpPr>
          <ns0:cNvPr id="217" name="noise-caption">
            <ns1:extLst>
              <ns1:ext uri="{FF2B5EF4-FFF2-40B4-BE49-F238E27FC236}">
                <ns2:creationId id="{1D5C3C95-08B4-433C-B4F4-7E875C7CA413}"/>
              </ns1:ext>
            </ns1:extLst>
          </ns0:cNvPr>
          <ns0:cNvSpPr>
            <ns1:spLocks noGrp="1"/>
          </ns0:cNvSpPr>
          <ns0:nvPr/>
        </ns0:nvSpPr>
        <ns0:spPr>
          <ns1:xfrm>
            <ns1:off x="338138" y="3728085"/>
            <ns1:ext cx="2085975" cy="29146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350" b="0" i="0">
                <ns1:solidFill>
                  <ns1:srgbClr val="5C6680"/>
                </ns1:solidFill>
              </ns1:defRPr>
            </ns1:pPr>
            <ns1:r>
              <ns1:rPr sz="1350" b="0" i="0">
                <ns1:solidFill>
                  <ns1:srgbClr val="5C6680"/>
                </ns1:solidFill>
              </ns1:rPr>
              <ns1:t>fixed random input</ns1:t>
            </ns1:r>
          </ns1:p>
        </ns0:txBody>
      </ns0:sp>
      <ns0:sp>
        <ns0:nvSpPr>
          <ns0:cNvPr id="218" name="generator-caption">
            <ns1:extLst>
              <ns1:ext uri="{FF2B5EF4-FFF2-40B4-BE49-F238E27FC236}">
                <ns2:creationId id="{8A6C1999-41EA-47C4-825B-50E34231B972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830955"/>
            <ns1:ext cx="2990850" cy="307658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425" b="0" i="0">
                <ns1:solidFill>
                  <ns1:srgbClr val="6C4FD3"/>
                </ns1:solidFill>
              </ns1:defRPr>
            </ns1:pPr>
            <ns1:r>
              <ns1:rPr sz="1425" b="0" i="0">
                <ns1:solidFill>
                  <ns1:srgbClr val="6C4FD3"/>
                </ns1:solidFill>
              </ns1:rPr>
              <ns1:t>untrained encoder–decoder</ns1:t>
            </ns1:r>
          </ns1:p>
        </ns0:txBody>
      </ns0:sp>
      <ns0:sp>
        <ns0:nvSpPr>
          <ns0:cNvPr id="219" name="reconstruction-caption">
            <ns1:extLst>
              <ns1:ext uri="{FF2B5EF4-FFF2-40B4-BE49-F238E27FC236}">
                <ns2:creationId id="{5285FF26-2BD8-4020-B8F2-E3A8279BCC45}"/>
              </ns1:ext>
            </ns1:extLst>
          </ns0:cNvPr>
          <ns0:cNvSpPr>
            <ns1:spLocks noGrp="1"/>
          </ns0:cNvSpPr>
          <ns0:nvPr/>
        </ns0:nvSpPr>
        <ns0:spPr>
          <ns1:xfrm>
            <ns1:off x="7505700" y="3728085"/>
            <ns1:ext cx="2514600" cy="29146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350" b="0" i="0">
                <ns1:solidFill>
                  <ns1:srgbClr val="16868A"/>
                </ns1:solidFill>
              </ns1:defRPr>
            </ns1:pPr>
            <ns1:r>
              <ns1:rPr sz="1350" b="0" i="0">
                <ns1:solidFill>
                  <ns1:srgbClr val="16868A"/>
                </ns1:solidFill>
              </ns1:rPr>
              <ns1:t>current reconstruction</ns1:t>
            </ns1:r>
          </ns1:p>
        </ns0:txBody>
      </ns0:sp>
      <ns0:sp>
        <ns0:nvSpPr>
          <ns0:cNvPr id="220" name="operator-caption">
            <ns1:extLst>
              <ns1:ext uri="{FF2B5EF4-FFF2-40B4-BE49-F238E27FC236}">
                <ns2:creationId id="{A6C66BAE-4D84-4D6E-95B4-AB7D5F04E91B}"/>
              </ns1:ext>
            </ns1:extLst>
          </ns0:cNvPr>
          <ns0:cNvSpPr>
            <ns1:spLocks noGrp="1"/>
          </ns0:cNvSpPr>
          <ns0:nvPr/>
        </ns0:nvSpPr>
        <ns0:spPr>
          <ns1:xfrm>
            <ns1:off x="9972675" y="3406140"/>
            <ns1:ext cx="1771650" cy="275273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275" b="0" i="0">
                <ns1:solidFill>
                  <ns1:srgbClr val="B86F05"/>
                </ns1:solidFill>
              </ns1:defRPr>
            </ns1:pPr>
            <ns1:r>
              <ns1:rPr sz="1275" b="0" i="0">
                <ns1:solidFill>
                  <ns1:srgbClr val="B86F05"/>
                </ns1:solidFill>
              </ns1:rPr>
              <ns1:t>forward operator</ns1:t>
            </ns1:r>
          </ns1:p>
        </ns0:txBody>
      </ns0:sp>
      <ns0:sp>
        <ns0:nvSpPr>
          <ns0:cNvPr id="221" name="predicted-caption">
            <ns1:extLst>
              <ns1:ext uri="{FF2B5EF4-FFF2-40B4-BE49-F238E27FC236}">
                <ns2:creationId id="{4E93140F-8FA4-45FD-B01E-2196F99F57E5}"/>
              </ns1:ext>
            </ns1:extLst>
          </ns0:cNvPr>
          <ns0:cNvSpPr>
            <ns1:spLocks noGrp="1"/>
          </ns0:cNvSpPr>
          <ns0:nvPr/>
        </ns0:nvSpPr>
        <ns0:spPr>
          <ns1:xfrm>
            <ns1:off x="12225338" y="3394710"/>
            <ns1:ext cx="2409825" cy="29146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350" b="0" i="0">
                <ns1:solidFill>
                  <ns1:srgbClr val="5C6680"/>
                </ns1:solidFill>
              </ns1:defRPr>
            </ns1:pPr>
            <ns1:r>
              <ns1:rPr sz="1350" b="0" i="0">
                <ns1:solidFill>
                  <ns1:srgbClr val="5C6680"/>
                </ns1:solidFill>
              </ns1:rPr>
              <ns1:t>predicted measurement</ns1:t>
            </ns1:r>
          </ns1:p>
        </ns0:txBody>
      </ns0:sp>
      <ns0:sp>
        <ns0:nvSpPr>
          <ns0:cNvPr id="222" name="observed-caption">
            <ns1:extLst>
              <ns1:ext uri="{FF2B5EF4-FFF2-40B4-BE49-F238E27FC236}">
                <ns2:creationId id="{E8B32DAB-F9CB-40C6-B943-5D70114C2385}"/>
              </ns1:ext>
            </ns1:extLst>
          </ns0:cNvPr>
          <ns0:cNvSpPr>
            <ns1:spLocks noGrp="1"/>
          </ns0:cNvSpPr>
          <ns0:nvPr/>
        </ns0:nvSpPr>
        <ns0:spPr>
          <ns1:xfrm>
            <ns1:off x="12277725" y="6499860"/>
            <ns1:ext cx="2305050" cy="29146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350" b="0" i="0">
                <ns1:solidFill>
                  <ns1:srgbClr val="5C6680"/>
                </ns1:solidFill>
              </ns1:defRPr>
            </ns1:pPr>
            <ns1:r>
              <ns1:rPr sz="1350" b="0" i="0">
                <ns1:solidFill>
                  <ns1:srgbClr val="5C6680"/>
                </ns1:solidFill>
              </ns1:rPr>
              <ns1:t>observed measurement</ns1:t>
            </ns1:r>
          </ns1:p>
        </ns0:txBody>
      </ns0:sp>
      <ns0:sp>
        <ns0:nvSpPr>
          <ns0:cNvPr id="223" name="loss-caption">
            <ns1:extLst>
              <ns1:ext uri="{FF2B5EF4-FFF2-40B4-BE49-F238E27FC236}">
                <ns2:creationId id="{68D1DB62-3853-47F9-B85C-B93EC93693DD}"/>
              </ns1:ext>
            </ns1:extLst>
          </ns0:cNvPr>
          <ns0:cNvSpPr>
            <ns1:spLocks noGrp="1"/>
          </ns0:cNvSpPr>
          <ns0:nvPr/>
        </ns0:nvSpPr>
        <ns0:spPr>
          <ns1:xfrm>
            <ns1:off x="9863138" y="7025640"/>
            <ns1:ext cx="2276475" cy="275273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275" b="0" i="0">
                <ns1:solidFill>
                  <ns1:srgbClr val="6C4FD3"/>
                </ns1:solidFill>
              </ns1:defRPr>
            </ns1:pPr>
            <ns1:r>
              <ns1:rPr sz="1275" b="0" i="0">
                <ns1:solidFill>
                  <ns1:srgbClr val="6C4FD3"/>
                </ns1:solidFill>
              </ns1:rPr>
              <ns1:t>data-consistency loss</ns1:t>
            </ns1:r>
          </ns1:p>
        </ns0:txBody>
      </ns0:sp>
      <ns0:sp>
        <ns0:nvSpPr>
          <ns0:cNvPr id="224" name="feedback-caption">
            <ns1:extLst>
              <ns1:ext uri="{FF2B5EF4-FFF2-40B4-BE49-F238E27FC236}">
                <ns2:creationId id="{E4208D59-91D3-4A30-B195-7F71DD4D077B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7193280"/>
            <ns1:ext cx="1714500" cy="307658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425" b="1" i="0">
                <ns1:solidFill>
                  <ns1:srgbClr val="6C4FD3"/>
                </ns1:solidFill>
              </ns1:defRPr>
            </ns1:pPr>
            <ns1:r>
              <ns1:rPr sz="1425" b="1" i="0">
                <ns1:solidFill>
                  <ns1:srgbClr val="6C4FD3"/>
                </ns1:solidFill>
              </ns1:rPr>
              <ns1:t>optimize θ</ns1:t>
            </ns1:r>
          </ns1:p>
        </ns0:txBody>
      </ns0:sp>
      <ns0:sp>
        <ns0:nvSpPr>
          <ns0:cNvPr id="225" name="eq-z">
            <ns1:extLst>
              <ns1:ext uri="{FF2B5EF4-FFF2-40B4-BE49-F238E27FC236}">
                <ns2:creationId id="{C1EB6318-919C-4F6C-9FB8-019633CAD774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1352550"/>
            <ns1:ext cx="762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150">
                <ns1:solidFill>
                  <ns1:srgbClr val="14213D"/>
                </ns1:solidFill>
              </ns1:defRPr>
            </ns1:pPr>
            <ns1:r>
              <ns1:rPr sz="3150">
                <ns1:solidFill>
                  <ns1:srgbClr val="14213D"/>
                </ns1:solidFill>
              </ns1:rPr>
              <ns1:t>z</ns1:t>
            </ns1:r>
          </ns1:p>
        </ns0:txBody>
      </ns0:sp>
      <ns0:sp>
        <ns0:nvSpPr>
          <ns0:cNvPr id="226" name="eq-generator">
            <ns1:extLst>
              <ns1:ext uri="{FF2B5EF4-FFF2-40B4-BE49-F238E27FC236}">
                <ns2:creationId id="{C95A1014-2E1B-4379-A5E3-8C4C98F7DDFB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1400175"/>
            <ns1:ext cx="14287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225">
                <ns1:solidFill>
                  <ns1:srgbClr val="14213D"/>
                </ns1:solidFill>
              </ns1:defRPr>
            </ns1:pPr>
            <ns1:r>
              <ns1:rPr sz="3225">
                <ns1:solidFill>
                  <ns1:srgbClr val="14213D"/>
                </ns1:solidFill>
              </ns1:rPr>
              <ns1:t>Gθ</ns1:t>
            </ns1:r>
          </ns1:p>
        </ns0:txBody>
      </ns0:sp>
      <ns0:sp>
        <ns0:nvSpPr>
          <ns0:cNvPr id="227" name="eq-xhat">
            <ns1:extLst>
              <ns1:ext uri="{FF2B5EF4-FFF2-40B4-BE49-F238E27FC236}">
                <ns2:creationId id="{132BCBD1-3FBB-42BE-8171-3DA4993192A1}"/>
              </ns1:ext>
            </ns1:extLst>
          </ns0:cNvPr>
          <ns0:cNvSpPr>
            <ns1:spLocks noGrp="1"/>
          </ns0:cNvSpPr>
          <ns0:nvPr/>
        </ns0:nvSpPr>
        <ns0:spPr>
          <ns1:xfrm>
            <ns1:off x="8334375" y="1314450"/>
            <ns1:ext cx="8572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300">
                <ns1:solidFill>
                  <ns1:srgbClr val="14213D"/>
                </ns1:solidFill>
              </ns1:defRPr>
            </ns1:pPr>
            <ns1:r>
              <ns1:rPr sz="3300">
                <ns1:solidFill>
                  <ns1:srgbClr val="14213D"/>
                </ns1:solidFill>
              </ns1:rPr>
              <ns1:t>x̂</ns1:t>
            </ns1:r>
          </ns1:p>
        </ns0:txBody>
      </ns0:sp>
      <ns0:sp>
        <ns0:nvSpPr>
          <ns0:cNvPr id="228" name="eq-operator">
            <ns1:extLst>
              <ns1:ext uri="{FF2B5EF4-FFF2-40B4-BE49-F238E27FC236}">
                <ns2:creationId id="{E3E4EA79-CE71-4B0E-8C9B-80BA5E4F05BF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0" y="2457450"/>
            <ns1:ext cx="762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600">
                <ns1:solidFill>
                  <ns1:srgbClr val="14213D"/>
                </ns1:solidFill>
              </ns1:defRPr>
            </ns1:pPr>
            <ns1:r>
              <ns1:rPr sz="3600">
                <ns1:solidFill>
                  <ns1:srgbClr val="14213D"/>
                </ns1:solidFill>
              </ns1:rPr>
              <ns1:t>A</ns1:t>
            </ns1:r>
          </ns1:p>
        </ns0:txBody>
      </ns0:sp>
      <ns0:sp>
        <ns0:nvSpPr>
          <ns0:cNvPr id="229" name="eq-yhat">
            <ns1:extLst>
              <ns1:ext uri="{FF2B5EF4-FFF2-40B4-BE49-F238E27FC236}">
                <ns2:creationId id="{06D86F44-4274-42A3-B01C-4BE680F94AFC}"/>
              </ns1:ext>
            </ns1:extLst>
          </ns0:cNvPr>
          <ns0:cNvSpPr>
            <ns1:spLocks noGrp="1"/>
          </ns0:cNvSpPr>
          <ns0:nvPr/>
        </ns0:nvSpPr>
        <ns0:spPr>
          <ns1:xfrm>
            <ns1:off x="13001625" y="1181100"/>
            <ns1:ext cx="8572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225">
                <ns1:solidFill>
                  <ns1:srgbClr val="14213D"/>
                </ns1:solidFill>
              </ns1:defRPr>
            </ns1:pPr>
            <ns1:r>
              <ns1:rPr sz="3225">
                <ns1:solidFill>
                  <ns1:srgbClr val="14213D"/>
                </ns1:solidFill>
              </ns1:rPr>
              <ns1:t>ŷ</ns1:t>
            </ns1:r>
          </ns1:p>
        </ns0:txBody>
      </ns0:sp>
      <ns0:sp>
        <ns0:nvSpPr>
          <ns0:cNvPr id="230" name="eq-y">
            <ns1:extLst>
              <ns1:ext uri="{FF2B5EF4-FFF2-40B4-BE49-F238E27FC236}">
                <ns2:creationId id="{BCEC2253-3A60-4652-8E75-CA4AB82E6A11}"/>
              </ns1:ext>
            </ns1:extLst>
          </ns0:cNvPr>
          <ns0:cNvSpPr>
            <ns1:spLocks noGrp="1"/>
          </ns0:cNvSpPr>
          <ns0:nvPr/>
        </ns0:nvSpPr>
        <ns0:spPr>
          <ns1:xfrm>
            <ns1:off x="13096875" y="4324350"/>
            <ns1:ext cx="6667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150">
                <ns1:solidFill>
                  <ns1:srgbClr val="14213D"/>
                </ns1:solidFill>
              </ns1:defRPr>
            </ns1:pPr>
            <ns1:r>
              <ns1:rPr sz="3150">
                <ns1:solidFill>
                  <ns1:srgbClr val="14213D"/>
                </ns1:solidFill>
              </ns1:rPr>
              <ns1:t>y</ns1:t>
            </ns1:r>
          </ns1:p>
        </ns0:txBody>
      </ns0:sp>
      <ns0:sp>
        <ns0:nvSpPr>
          <ns0:cNvPr id="231" name="eq-loss">
            <ns1:extLst>
              <ns1:ext uri="{FF2B5EF4-FFF2-40B4-BE49-F238E27FC236}">
                <ns2:creationId id="{97F61BD7-A538-43AA-B806-747A5B1B908B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0" y="6334125"/>
            <ns1:ext cx="1047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550">
                <ns1:solidFill>
                  <ns1:srgbClr val="14213D"/>
                </ns1:solidFill>
              </ns1:defRPr>
            </ns1:pPr>
            <ns1:r>
              <ns1:rPr sz="2550">
                <ns1:solidFill>
                  <ns1:srgbClr val="14213D"/>
                </ns1:solidFill>
              </ns1:rPr>
              <ns1:t>‖·‖²₂</ns1:t>
            </ns1:r>
          </ns1:p>
        </ns0:txBody>
      </ns0:sp>
      <ns0:sp>
        <ns0:nvSpPr>
          <ns0:cNvPr id="232" name="eq-objective">
            <ns1:extLst>
              <ns1:ext uri="{FF2B5EF4-FFF2-40B4-BE49-F238E27FC236}">
                <ns2:creationId id="{76536BAA-A48E-4D9A-A104-DF5C7526E3E3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7591425"/>
            <ns1:ext cx="723900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325">
                <ns1:solidFill>
                  <ns1:srgbClr val="14213D"/>
                </ns1:solidFill>
              </ns1:defRPr>
            </ns1:pPr>
            <ns1:r>
              <ns1:rPr sz="2325">
                <ns1:solidFill>
                  <ns1:srgbClr val="14213D"/>
                </ns1:solidFill>
              </ns1:rPr>
              <ns1:t>θ* = arg minθ ‖A Gθ(z) − y‖²₂</ns1:t>
            </ns1:r>
          </ns1:p>
        </ns0:txBody>
      </ns0:sp>
      <ns0:sp>
        <ns0:nvSpPr>
          <ns0:cNvPr id="233" name="eq-reconstruction">
            <ns1:extLst>
              <ns1:ext uri="{FF2B5EF4-FFF2-40B4-BE49-F238E27FC236}">
                <ns2:creationId id="{2C255363-70AF-417D-9BAA-116C4E328940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7591425"/>
            <ns1:ext cx="342900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325">
                <ns1:solidFill>
                  <ns1:srgbClr val="14213D"/>
                </ns1:solidFill>
              </ns1:defRPr>
            </ns1:pPr>
            <ns1:r>
              <ns1:rPr sz="2325">
                <ns1:solidFill>
                  <ns1:srgbClr val="14213D"/>
                </ns1:solidFill>
              </ns1:rPr>
              <ns1:t>x̂ = Gθ*(z)</ns1:t>
            </ns1:r>
          </ns1:p>
        </ns0:txBody>
      </ns0:sp>
      <ns0:sp>
        <ns0:nvSpPr>
          <ns0:cNvPr id="234" name="flow-z-generator-visible-path">
            <ns1:extLst>
              <ns1:ext uri="{FF2B5EF4-FFF2-40B4-BE49-F238E27FC236}">
                <ns2:creationId id="{C5016E71-79A2-4F28-8943-5F6AB81866D5}"/>
              </ns1:ext>
            </ns1:extLst>
          </ns0:cNvPr>
          <ns0:cNvSpPr>
            <ns1:spLocks noGrp="1"/>
          </ns0:cNvSpPr>
          <ns0:nvPr/>
        </ns0:nvSpPr>
        <ns0:spPr>
          <ns1:xfrm>
            <ns1:off x="2190750" y="2809875"/>
            <ns1:ext cx="857250" cy="9525"/>
          </ns1:xfrm>
          <ns1:custGeom>
            <ns1:pathLst>
              <ns1:path w="857250" h="9525">
                <ns1:moveTo>
                  <ns1:pt x="0" y="0"/>
                </ns1:moveTo>
                <ns1:lnTo>
                  <ns1:pt x="857250" y="0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35" name="flow-z-generator-visible-arrowhead">
            <ns1:extLst>
              <ns1:ext uri="{FF2B5EF4-FFF2-40B4-BE49-F238E27FC236}">
                <ns2:creationId id="{E71BADA8-57D2-4190-B118-B1640444B8FE}"/>
              </ns1:ext>
            </ns1:extLst>
          </ns0:cNvPr>
          <ns0:cNvSpPr>
            <ns1:spLocks noGrp="1"/>
          </ns0:cNvSpPr>
          <ns0:nvPr/>
        </ns0:nvSpPr>
        <ns0:spPr>
          <ns1:xfrm>
            <ns1:off x="2950556" y="27501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493" name="flow-z-generator"/>
          <ns0:cNvCxnSpPr>
            <ns1:stCxn id="258" idx="3"/>
            <ns1:endCxn id="83" idx="1"/>
          </ns0:cNvCxnSpPr>
          <ns0:nvPr/>
        </ns0:nvCxnSpPr>
        <ns0:spPr>
          <ns1:xfrm>
            <ns1:off x="2190750" y="2809875"/>
            <ns1:ext cx="857250" cy="47625"/>
          </ns1:xfrm>
          <ns1:prstGeom prst="straightConnector1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37" name="flow-generator-reconstruction-visible-path">
            <ns1:extLst>
              <ns1:ext uri="{FF2B5EF4-FFF2-40B4-BE49-F238E27FC236}">
                <ns2:creationId id="{234268FC-0945-45B6-98BB-07E52526037D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2809875"/>
            <ns1:ext cx="714375" cy="9525"/>
          </ns1:xfrm>
          <ns1:custGeom>
            <ns1:pathLst>
              <ns1:path w="714375" h="9525">
                <ns1:moveTo>
                  <ns1:pt x="0" y="0"/>
                </ns1:moveTo>
                <ns1:lnTo>
                  <ns1:pt x="714375" y="0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38" name="flow-generator-reconstruction-visible-arrowhead">
            <ns1:extLst>
              <ns1:ext uri="{FF2B5EF4-FFF2-40B4-BE49-F238E27FC236}">
                <ns2:creationId id="{FFBBBC42-ED97-4F84-80B6-B373686AD0E5}"/>
              </ns1:ext>
            </ns1:extLst>
          </ns0:cNvPr>
          <ns0:cNvSpPr>
            <ns1:spLocks noGrp="1"/>
          </ns0:cNvSpPr>
          <ns0:nvPr/>
        </ns0:nvSpPr>
        <ns0:spPr>
          <ns1:xfrm>
            <ns1:off x="7760681" y="27501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496" name="flow-generator-reconstruction"/>
          <ns0:cNvCxnSpPr>
            <ns1:stCxn id="83" idx="3"/>
            <ns1:endCxn id="108" idx="1"/>
          </ns0:cNvCxnSpPr>
          <ns0:nvPr/>
        </ns0:nvCxnSpPr>
        <ns0:spPr>
          <ns1:xfrm flipV="1">
            <ns1:off x="7143750" y="2809875"/>
            <ns1:ext cx="714375" cy="47625"/>
          </ns1:xfrm>
          <ns1:prstGeom prst="straightConnector1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40" name="flow-reconstruction-operator-visible-path">
            <ns1:extLst>
              <ns1:ext uri="{FF2B5EF4-FFF2-40B4-BE49-F238E27FC236}">
                <ns2:creationId id="{BBA22E54-7C11-4517-A256-AE6B2D2EAA26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2809875"/>
            <ns1:ext cx="714375" cy="9525"/>
          </ns1:xfrm>
          <ns1:custGeom>
            <ns1:pathLst>
              <ns1:path w="714375" h="9525">
                <ns1:moveTo>
                  <ns1:pt x="0" y="0"/>
                </ns1:moveTo>
                <ns1:lnTo>
                  <ns1:pt x="714375" y="0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41" name="flow-reconstruction-operator-visible-arrowhead">
            <ns1:extLst>
              <ns1:ext uri="{FF2B5EF4-FFF2-40B4-BE49-F238E27FC236}">
                <ns2:creationId id="{A69CEA5D-8308-49CA-8DC9-44B9C34176E5}"/>
              </ns1:ext>
            </ns1:extLst>
          </ns0:cNvPr>
          <ns0:cNvSpPr>
            <ns1:spLocks noGrp="1"/>
          </ns0:cNvSpPr>
          <ns0:nvPr/>
        </ns0:nvSpPr>
        <ns0:spPr>
          <ns1:xfrm>
            <ns1:off x="10284806" y="27501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499" name="flow-reconstruction-operator"/>
          <ns0:cNvCxnSpPr>
            <ns1:stCxn id="108" idx="3"/>
            <ns1:endCxn id="157" idx="1"/>
          </ns0:cNvCxnSpPr>
          <ns0:nvPr/>
        </ns0:nvCxnSpPr>
        <ns0:spPr>
          <ns1:xfrm>
            <ns1:off x="9667875" y="2809875"/>
            <ns1:ext cx="714375" cy="0"/>
          </ns1:xfrm>
          <ns1:prstGeom prst="straightConnector1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43" name="flow-operator-predicted-visible-path">
            <ns1:extLst>
              <ns1:ext uri="{FF2B5EF4-FFF2-40B4-BE49-F238E27FC236}">
                <ns2:creationId id="{1214B494-648C-43F7-A5F0-C9E4BD00AF44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0" y="2809875"/>
            <ns1:ext cx="904875" cy="9525"/>
          </ns1:xfrm>
          <ns1:custGeom>
            <ns1:pathLst>
              <ns1:path w="904875" h="9525">
                <ns1:moveTo>
                  <ns1:pt x="0" y="0"/>
                </ns1:moveTo>
                <ns1:lnTo>
                  <ns1:pt x="904875" y="0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44" name="flow-operator-predicted-visible-arrowhead">
            <ns1:extLst>
              <ns1:ext uri="{FF2B5EF4-FFF2-40B4-BE49-F238E27FC236}">
                <ns2:creationId id="{EDF936E8-FF5C-48D5-89E5-CB5A9D174FB3}"/>
              </ns1:ext>
            </ns1:extLst>
          </ns0:cNvPr>
          <ns0:cNvSpPr>
            <ns1:spLocks noGrp="1"/>
          </ns0:cNvSpPr>
          <ns0:nvPr/>
        </ns0:nvSpPr>
        <ns0:spPr>
          <ns1:xfrm>
            <ns1:off x="12142181" y="27501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502" name="flow-operator-predicted"/>
          <ns0:cNvCxnSpPr>
            <ns1:stCxn id="157" idx="3"/>
            <ns1:endCxn id="158" idx="1"/>
          </ns0:cNvCxnSpPr>
          <ns0:nvPr/>
        </ns0:nvCxnSpPr>
        <ns0:spPr>
          <ns1:xfrm flipV="1">
            <ns1:off x="11334750" y="2571750"/>
            <ns1:ext cx="904875" cy="238125"/>
          </ns1:xfrm>
          <ns1:prstGeom prst="straightConnector1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46" name="flow-predicted-comparison-visible-path">
            <ns1:extLst>
              <ns1:ext uri="{FF2B5EF4-FFF2-40B4-BE49-F238E27FC236}">
                <ns2:creationId id="{4CCA6E39-4B38-4AF8-B16D-8E8049418F43}"/>
              </ns1:ext>
            </ns1:extLst>
          </ns0:cNvPr>
          <ns0:cNvSpPr>
            <ns1:spLocks noGrp="1"/>
          </ns0:cNvSpPr>
          <ns0:nvPr/>
        </ns0:nvSpPr>
        <ns0:spPr>
          <ns1:xfrm>
            <ns1:off x="11001375" y="3286125"/>
            <ns1:ext cx="1238250" cy="1876425"/>
          </ns1:xfrm>
          <ns1:custGeom>
            <ns1:pathLst>
              <ns1:path w="1238250" h="1876425">
                <ns1:moveTo>
                  <ns1:pt x="1238250" y="0"/>
                </ns1:moveTo>
                <ns1:lnTo>
                  <ns1:pt x="857250" y="952500"/>
                </ns1:lnTo>
                <ns1:lnTo>
                  <ns1:pt x="0" y="952500"/>
                </ns1:lnTo>
                <ns1:lnTo>
                  <ns1:pt x="0" y="1876425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47" name="flow-predicted-comparison-visible-arrowhead">
            <ns1:extLst>
              <ns1:ext uri="{FF2B5EF4-FFF2-40B4-BE49-F238E27FC236}">
                <ns2:creationId id="{D500D214-1E81-45CD-A806-681B8CA43D2D}"/>
              </ns1:ext>
            </ns1:extLst>
          </ns0:cNvPr>
          <ns0:cNvSpPr>
            <ns1:spLocks noGrp="1"/>
          </ns0:cNvSpPr>
          <ns0:nvPr/>
        </ns0:nvSpPr>
        <ns0:spPr>
          <ns1:xfrm>
            <ns1:off x="10941632" y="5065106"/>
            <ns1:ext cx="119486" cy="97444"/>
          </ns1:xfrm>
          <ns1:custGeom>
            <ns1:pathLst>
              <ns1:path w="119486" h="97444">
                <ns1:moveTo>
                  <ns1:pt x="59743" y="97444"/>
                </ns1:moveTo>
                <ns1:lnTo>
                  <ns1:pt x="0" y="0"/>
                </ns1:lnTo>
                <ns1:lnTo>
                  <ns1:pt x="119486" y="0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505" name="flow-predicted-comparison"/>
          <ns0:cNvCxnSpPr>
            <ns1:stCxn id="158" idx="2"/>
            <ns1:endCxn id="212" idx="0"/>
          </ns0:cNvCxnSpPr>
          <ns0:nvPr/>
        </ns0:nvCxnSpPr>
        <ns0:spPr>
          <ns1:xfrm flipH="1">
            <ns1:off x="11001375" y="3286125"/>
            <ns1:ext cx="2428875" cy="1876425"/>
          </ns1:xfrm>
          <ns1:prstGeom prst="bentConnector4">
            <ns1:avLst>
              <ns1:gd name="adj1" fmla="val 0"/>
              <ns1:gd name="adj2" fmla="val 50000"/>
            </ns1:avLst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49" name="flow-observed-comparison-visible-path">
            <ns1:extLst>
              <ns1:ext uri="{FF2B5EF4-FFF2-40B4-BE49-F238E27FC236}">
                <ns2:creationId id="{E97799B8-5891-4A56-9106-E0F165B3FAF2}"/>
              </ns1:ext>
            </ns1:extLst>
          </ns0:cNvPr>
          <ns0:cNvSpPr>
            <ns1:spLocks noGrp="1"/>
          </ns0:cNvSpPr>
          <ns0:nvPr/>
        </ns0:nvSpPr>
        <ns0:spPr>
          <ns1:xfrm>
            <ns1:off x="11315700" y="5667375"/>
            <ns1:ext cx="923925" cy="9525"/>
          </ns1:xfrm>
          <ns1:custGeom>
            <ns1:pathLst>
              <ns1:path w="923925" h="9525">
                <ns1:moveTo>
                  <ns1:pt x="923925" y="0"/>
                </ns1:moveTo>
                <ns1:lnTo>
                  <ns1:pt x="0" y="0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50" name="flow-observed-comparison-visible-arrowhead">
            <ns1:extLst>
              <ns1:ext uri="{FF2B5EF4-FFF2-40B4-BE49-F238E27FC236}">
                <ns2:creationId id="{77CE6D3E-9717-494A-9D95-FAD1FB9F818F}"/>
              </ns1:ext>
            </ns1:extLst>
          </ns0:cNvPr>
          <ns0:cNvSpPr>
            <ns1:spLocks noGrp="1"/>
          </ns0:cNvSpPr>
          <ns0:nvPr/>
        </ns0:nvSpPr>
        <ns0:spPr>
          <ns1:xfrm>
            <ns1:off x="11315700" y="5607632"/>
            <ns1:ext cx="97444" cy="119486"/>
          </ns1:xfrm>
          <ns1:custGeom>
            <ns1:pathLst>
              <ns1:path w="97444" h="119486">
                <ns1:moveTo>
                  <ns1:pt x="0" y="59743"/>
                </ns1:moveTo>
                <ns1:lnTo>
                  <ns1:pt x="97444" y="0"/>
                </ns1:lnTo>
                <ns1:lnTo>
                  <ns1:pt x="97444" y="119486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508" name="flow-observed-comparison"/>
          <ns0:cNvCxnSpPr>
            <ns1:stCxn id="185" idx="1"/>
            <ns1:endCxn id="212" idx="6"/>
          </ns0:cNvCxnSpPr>
          <ns0:nvPr/>
        </ns0:nvCxnSpPr>
        <ns0:spPr>
          <ns1:xfrm flipH="1" flipV="1">
            <ns1:off x="11315700" y="5476875"/>
            <ns1:ext cx="923925" cy="190500"/>
          </ns1:xfrm>
          <ns1:prstGeom prst="straightConnector1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52" name="flow-comparison-loss-visible-path">
            <ns1:extLst>
              <ns1:ext uri="{FF2B5EF4-FFF2-40B4-BE49-F238E27FC236}">
                <ns2:creationId id="{6FFE3F99-D00A-4A25-8708-EE6DD03D08B8}"/>
              </ns1:ext>
            </ns1:extLst>
          </ns0:cNvPr>
          <ns0:cNvSpPr>
            <ns1:spLocks noGrp="1"/>
          </ns0:cNvSpPr>
          <ns0:nvPr/>
        </ns0:nvSpPr>
        <ns0:spPr>
          <ns1:xfrm>
            <ns1:off x="11001375" y="5791200"/>
            <ns1:ext cx="9525" cy="495300"/>
          </ns1:xfrm>
          <ns1:custGeom>
            <ns1:pathLst>
              <ns1:path w="9525" h="495300">
                <ns1:moveTo>
                  <ns1:pt x="0" y="0"/>
                </ns1:moveTo>
                <ns1:lnTo>
                  <ns1:pt x="0" y="495300"/>
                </ns1:lnTo>
              </ns1:path>
            </ns1:pathLst>
          </ns1:custGeom>
          <ns1:noFill/>
          <ns1:ln w="22860">
            <ns1:solidFill>
              <ns1:srgbClr val="14213D"/>
            </ns1:solidFill>
            <ns1:prstDash val="solid"/>
          </ns1:ln>
        </ns0:spPr>
      </ns0:sp>
      <ns0:sp>
        <ns0:nvSpPr>
          <ns0:cNvPr id="253" name="flow-comparison-loss-visible-arrowhead">
            <ns1:extLst>
              <ns1:ext uri="{FF2B5EF4-FFF2-40B4-BE49-F238E27FC236}">
                <ns2:creationId id="{1F4C246D-0102-457C-86ED-74CCD61784E8}"/>
              </ns1:ext>
            </ns1:extLst>
          </ns0:cNvPr>
          <ns0:cNvSpPr>
            <ns1:spLocks noGrp="1"/>
          </ns0:cNvSpPr>
          <ns0:nvPr/>
        </ns0:nvSpPr>
        <ns0:spPr>
          <ns1:xfrm>
            <ns1:off x="10941632" y="6189056"/>
            <ns1:ext cx="119486" cy="97444"/>
          </ns1:xfrm>
          <ns1:custGeom>
            <ns1:pathLst>
              <ns1:path w="119486" h="97444">
                <ns1:moveTo>
                  <ns1:pt x="59743" y="97444"/>
                </ns1:moveTo>
                <ns1:lnTo>
                  <ns1:pt x="0" y="0"/>
                </ns1:lnTo>
                <ns1:lnTo>
                  <ns1:pt x="119486" y="0"/>
                </ns1:lnTo>
                <ns1:close/>
              </ns1:path>
            </ns1:pathLst>
          </ns1:custGeom>
          <ns1:solidFill>
            <ns1:srgbClr val="14213D"/>
          </ns1:solidFill>
          <ns1:ln w="4763">
            <ns1:solidFill>
              <ns1:srgbClr val="14213D"/>
            </ns1:solidFill>
            <ns1:prstDash val="solid"/>
          </ns1:ln>
        </ns0:spPr>
      </ns0:sp>
      <ns0:cxnSp>
        <ns0:nvCxnSpPr>
          <ns0:cNvPr id="511" name="flow-comparison-loss"/>
          <ns0:cNvCxnSpPr>
            <ns1:stCxn id="212" idx="4"/>
            <ns1:endCxn id="214" idx="0"/>
          </ns0:cNvCxnSpPr>
          <ns0:nvPr/>
        </ns0:nvCxnSpPr>
        <ns0:spPr>
          <ns1:xfrm>
            <ns1:off x="11001375" y="5791200"/>
            <ns1:ext cx="0" cy="495300"/>
          </ns1:xfrm>
          <ns1:prstGeom prst="straightConnector1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  <ns0:sp>
        <ns0:nvSpPr>
          <ns0:cNvPr id="255" name="feedback-optimize-generator-visible-path">
            <ns1:extLst>
              <ns1:ext uri="{FF2B5EF4-FFF2-40B4-BE49-F238E27FC236}">
                <ns2:creationId id="{12180A17-D2A6-46EF-950A-9E8FBB05F8EE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4333875"/>
            <ns1:ext cx="5286375" cy="3190875"/>
          </ns1:xfrm>
          <ns1:custGeom>
            <ns1:pathLst>
              <ns1:path w="5286375" h="3190875">
                <ns1:moveTo>
                  <ns1:pt x="5286375" y="2295525"/>
                </ns1:moveTo>
                <ns1:lnTo>
                  <ns1:pt x="4714875" y="2295525"/>
                </ns1:lnTo>
                <ns1:lnTo>
                  <ns1:pt x="4714875" y="3190875"/>
                </ns1:lnTo>
                <ns1:lnTo>
                  <ns1:pt x="0" y="3190875"/>
                </ns1:lnTo>
                <ns1:lnTo>
                  <ns1:pt x="0" y="0"/>
                </ns1:lnTo>
              </ns1:path>
            </ns1:pathLst>
          </ns1:custGeom>
          <ns1:noFill/>
          <ns1:ln w="22860">
            <ns1:solidFill>
              <ns1:srgbClr val="6C4FD3"/>
            </ns1:solidFill>
            <ns1:prstDash val="dash"/>
          </ns1:ln>
        </ns0:spPr>
      </ns0:sp>
      <ns0:sp>
        <ns0:nvSpPr>
          <ns0:cNvPr id="256" name="feedback-optimize-generator-visible-arrowhead">
            <ns1:extLst>
              <ns1:ext uri="{FF2B5EF4-FFF2-40B4-BE49-F238E27FC236}">
                <ns2:creationId id="{CA43B915-B4D6-40F5-A453-CD3741E37328}"/>
              </ns1:ext>
            </ns1:extLst>
          </ns0:cNvPr>
          <ns0:cNvSpPr>
            <ns1:spLocks noGrp="1"/>
          </ns0:cNvSpPr>
          <ns0:nvPr/>
        </ns0:nvSpPr>
        <ns0:spPr>
          <ns1:xfrm>
            <ns1:off x="5036132" y="4333875"/>
            <ns1:ext cx="119486" cy="97444"/>
          </ns1:xfrm>
          <ns1:custGeom>
            <ns1:pathLst>
              <ns1:path w="119486" h="97444">
                <ns1:moveTo>
                  <ns1:pt x="59743" y="0"/>
                </ns1:moveTo>
                <ns1:lnTo>
                  <ns1:pt x="119486" y="97444"/>
                </ns1:lnTo>
                <ns1:lnTo>
                  <ns1:pt x="0" y="97444"/>
                </ns1:lnTo>
                <ns1:close/>
              </ns1:path>
            </ns1:pathLst>
          </ns1:custGeom>
          <ns1:solidFill>
            <ns1:srgbClr val="6C4FD3"/>
          </ns1:solidFill>
          <ns1:ln w="4763">
            <ns1:solidFill>
              <ns1:srgbClr val="6C4FD3"/>
            </ns1:solidFill>
            <ns1:prstDash val="solid"/>
          </ns1:ln>
        </ns0:spPr>
      </ns0:sp>
      <ns0:cxnSp>
        <ns0:nvCxnSpPr>
          <ns0:cNvPr id="514" name="feedback-optimize-generator"/>
          <ns0:cNvCxnSpPr>
            <ns1:stCxn id="214" idx="1"/>
            <ns1:endCxn id="83" idx="2"/>
          </ns0:cNvCxnSpPr>
          <ns0:nvPr/>
        </ns0:nvCxnSpPr>
        <ns0:spPr>
          <ns1:xfrm flipH="1" flipV="1">
            <ns1:off x="5095875" y="4333875"/>
            <ns1:ext cx="5286375" cy="2295525"/>
          </ns1:xfrm>
          <ns1:prstGeom prst="bentConnector2">
            <ns1:avLst/>
          </ns1:prstGeom>
          <ns1:ln w="953">
            <ns1:solidFill>
              <ns1:srgbClr val="FCFBFF"/>
            </ns1:solidFill>
            <ns1:prstDash val="solid"/>
          </ns1:ln>
        </ns0:spPr>
      </ns0:cxnSp>
    </ns0:spTree>
    <ns0:extLst>
      <ns0:ext uri="{BB962C8B-B14F-4D97-AF65-F5344CB8AC3E}">
        <ns3:creationId val="149315996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2026-08-27T10:00:57.5790000Z</dcterms:created>
  <dcterms:modified xsi:type="dcterms:W3CDTF">2026-08-27T10:00:57.5790000Z</dcterms:modified>
</coreProperties>
</file>