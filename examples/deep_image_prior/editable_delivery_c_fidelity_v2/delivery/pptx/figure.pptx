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5e12573dd4063" /><Relationship Type="http://schemas.openxmlformats.org/officeDocument/2006/relationships/extended-properties" Target="/docProps/app.xml" Id="R3c9433a412694a29" /><Relationship Type="http://schemas.openxmlformats.org/officeDocument/2006/relationships/officeDocument" Target="/ppt/presentation.xml" Id="R5ed1e945f5054c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c5249ebe934242"/>
  </p:sldMasterIdLst>
  <p:notesMasterIdLst>
    <p:notesMasterId xmlns:r="http://schemas.openxmlformats.org/officeDocument/2006/relationships" r:id="R0440e81050974b28"/>
  </p:notesMasterIdLst>
  <p:sldIdLst>
    <p:sldId xmlns:r="http://schemas.openxmlformats.org/officeDocument/2006/relationships" id="256" r:id="R3af07b61e7df42c7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b04058f9244e3c" /><Relationship Type="http://schemas.openxmlformats.org/officeDocument/2006/relationships/slideMaster" Target="/ppt/slideMasters/slideMaster1.xml" Id="R03c5249ebe934242" /><Relationship Type="http://schemas.openxmlformats.org/officeDocument/2006/relationships/notesMaster" Target="/ppt/notesMasters/notesMaster1.xml" Id="R0440e81050974b28" /><Relationship Type="http://schemas.openxmlformats.org/officeDocument/2006/relationships/presProps" Target="/ppt/presProps.xml" Id="R8dd662841b444acc" /><Relationship Type="http://schemas.openxmlformats.org/officeDocument/2006/relationships/tableStyles" Target="/ppt/tableStyles.xml" Id="Rf0c03c05bf134545" /><Relationship Type="http://schemas.openxmlformats.org/officeDocument/2006/relationships/slide" Target="/ppt/slides/slide1.xml" Id="R3af07b61e7df42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05f4001b3d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1b821ce0b04f3e" /><Relationship Type="http://schemas.openxmlformats.org/officeDocument/2006/relationships/notesMaster" Target="/ppt/notesMasters/notesMaster1.xml" Id="R9f393090ff4b4e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 fidelity-v2 editable delivery.</a:t>
            </a:r>
          </a:p>
          <a:p xmlns:a="http://schemas.openxmlformats.org/drawingml/2006/main">
            <a:r>
              <a:t>Canonical source: source/semantic_figure.json</a:t>
            </a:r>
          </a:p>
          <a:p xmlns:a="http://schemas.openxmlformats.org/drawingml/2006/main">
            <a:r>
              <a:t>Selected-candidate map: source/selected_candidate_map.json</a:t>
            </a:r>
          </a:p>
          <a:p xmlns:a="http://schemas.openxmlformats.org/drawingml/2006/main">
            <a:r>
              <a:t>Asset manifest: source/asset_manifest.json</a:t>
            </a:r>
          </a:p>
          <a:p xmlns:a="http://schemas.openxmlformats.org/drawingml/2006/main">
            <a:r>
              <a:t>The Candidate C visual reference is not embedded as a whole-slide image.</a:t>
            </a:r>
          </a:p>
          <a:p xmlns:a="http://schemas.openxmlformats.org/drawingml/2006/main">
            <a:r>
              <a:t>Two exact image atoms are independent, replaceable picture shapes; they are not pixel-editable or scientific evidence.</a:t>
            </a:r>
          </a:p>
          <a:p xmlns:a="http://schemas.openxmlformats.org/drawingml/2006/main">
            <a:r>
              <a:t>Frames, generator layers, plots, connectors, explicit arrowheads, and labels are native editable PowerPoint objects.</a:t>
            </a:r>
          </a:p>
          <a:p xmlns:a="http://schemas.openxmlformats.org/drawingml/2006/main">
            <a:r>
              <a:t>Gradient and alpha styling remain native PowerPoint shape styling; equation artwork remains raster-free SVG objects.</a:t>
            </a:r>
          </a:p>
          <a:p xmlns:a="http://schemas.openxmlformats.org/drawingml/2006/main">
            <a:r>
              <a:t>Visual-reference reconstruction and automated checks do not establish scientific correctness or final researcher approval.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source/selected_candidate_map.json — hash-bound visual direction map.</a:t>
            </a:r>
          </a:p>
          <a:p xmlns:a="http://schemas.openxmlformats.org/drawingml/2006/main">
            <a:r>
              <a:t>- source/asset_manifest.json — exact crop provenance and release policy.</a:t>
            </a:r>
          </a:p>
          <a:p xmlns:a="http://schemas.openxmlformats.org/drawingml/2006/main">
            <a:r>
              <a:t>- source/raster_atoms/noise-content.png — exact replaceable synthetic visual atom 2b9e18b06a576b43ebd3135a5732293f8a98d8bb10b217799e86b4016a5d71c2.</a:t>
            </a:r>
          </a:p>
          <a:p xmlns:a="http://schemas.openxmlformats.org/drawingml/2006/main">
            <a:r>
              <a:t>- source/raster_atoms/reconstruction-content.png — exact replaceable synthetic visual atom cedf344e8719184d921bb22a2f99dc57a70f38a71aa05c5f0c3e37d199d5d225.</a:t>
            </a:r>
          </a:p>
          <a:p xmlns:a="http://schemas.openxmlformats.org/drawingml/2006/main">
            <a:r>
              <a:t>- source/math/eq_z.svg — locally rendered raster-free vector equation.</a:t>
            </a:r>
          </a:p>
          <a:p xmlns:a="http://schemas.openxmlformats.org/drawingml/2006/main">
            <a:r>
              <a:t>- source/math/eq_generator.svg — locally rendered raster-free vector equation.</a:t>
            </a:r>
          </a:p>
          <a:p xmlns:a="http://schemas.openxmlformats.org/drawingml/2006/main">
            <a:r>
              <a:t>- source/math/eq_xhat.svg — locally rendered raster-free vector equation.</a:t>
            </a:r>
          </a:p>
          <a:p xmlns:a="http://schemas.openxmlformats.org/drawingml/2006/main">
            <a:r>
              <a:t>- source/math/eq_operator.svg — locally rendered raster-free vector equation.</a:t>
            </a:r>
          </a:p>
          <a:p xmlns:a="http://schemas.openxmlformats.org/drawingml/2006/main">
            <a:r>
              <a:t>- source/math/eq_yhat.svg — locally rendered raster-free vector equation.</a:t>
            </a:r>
          </a:p>
          <a:p xmlns:a="http://schemas.openxmlformats.org/drawingml/2006/main">
            <a:r>
              <a:t>- source/math/eq_y.svg — locally rendered raster-free vector equation.</a:t>
            </a:r>
          </a:p>
          <a:p xmlns:a="http://schemas.openxmlformats.org/drawingml/2006/main">
            <a:r>
              <a:t>- source/math/eq_loss.svg — locally rendered raster-free vector equation.</a:t>
            </a:r>
          </a:p>
          <a:p xmlns:a="http://schemas.openxmlformats.org/drawingml/2006/main">
            <a:r>
              <a:t>- source/math/eq_objective.svg — locally rendered raster-free vector equation.</a:t>
            </a:r>
          </a:p>
          <a:p xmlns:a="http://schemas.openxmlformats.org/drawingml/2006/main">
            <a:r>
              <a:t>- source/math/eq_reconstruction.svg — locally rendered raster-free vector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ff23ff8cb4c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1962282f24968" /><Relationship Type="http://schemas.openxmlformats.org/officeDocument/2006/relationships/slideLayout" Target="/ppt/slideLayouts/slideLayout1.xml" Id="R078004a6e42c4e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8004a6e42c4e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02daa7a4e4b5a" /><Relationship Type="http://schemas.openxmlformats.org/officeDocument/2006/relationships/image" Target="/ppt/media/image.png" Id="R1187285f14094bad" /><Relationship Type="http://schemas.openxmlformats.org/officeDocument/2006/relationships/image" Target="/ppt/media/image2.png" Id="R6a445f8562cf4a16" /><Relationship Type="http://schemas.openxmlformats.org/officeDocument/2006/relationships/image" Target="/ppt/media/image3.png" Id="R999218861e4141e8" /><Relationship Type="http://schemas.openxmlformats.org/officeDocument/2006/relationships/image" Target="/ppt/media/image.svg" Id="R5d49c4961a5a4ebd" /><Relationship Type="http://schemas.openxmlformats.org/officeDocument/2006/relationships/image" Target="/ppt/media/image4.png" Id="R26d90c3613604cb9" /><Relationship Type="http://schemas.openxmlformats.org/officeDocument/2006/relationships/image" Target="/ppt/media/image2.svg" Id="R5871472748774624" /><Relationship Type="http://schemas.openxmlformats.org/officeDocument/2006/relationships/image" Target="/ppt/media/image5.png" Id="R013a1339101c4270" /><Relationship Type="http://schemas.openxmlformats.org/officeDocument/2006/relationships/image" Target="/ppt/media/image3.svg" Id="Rb6611bb8610446b4" /><Relationship Type="http://schemas.openxmlformats.org/officeDocument/2006/relationships/image" Target="/ppt/media/image6.png" Id="R8fc77555063b4c6a" /><Relationship Type="http://schemas.openxmlformats.org/officeDocument/2006/relationships/image" Target="/ppt/media/image4.svg" Id="R8de2fa6e57304a85" /><Relationship Type="http://schemas.openxmlformats.org/officeDocument/2006/relationships/image" Target="/ppt/media/image7.png" Id="Rc7e7f48616af49c3" /><Relationship Type="http://schemas.openxmlformats.org/officeDocument/2006/relationships/image" Target="/ppt/media/image5.svg" Id="R2b73ea70f1204be6" /><Relationship Type="http://schemas.openxmlformats.org/officeDocument/2006/relationships/image" Target="/ppt/media/image8.png" Id="R70bd47ab47a049ab" /><Relationship Type="http://schemas.openxmlformats.org/officeDocument/2006/relationships/image" Target="/ppt/media/image6.svg" Id="R442b740b8a1e4242" /><Relationship Type="http://schemas.openxmlformats.org/officeDocument/2006/relationships/image" Target="/ppt/media/image9.png" Id="Rc6b3bf8925794efa" /><Relationship Type="http://schemas.openxmlformats.org/officeDocument/2006/relationships/image" Target="/ppt/media/image7.svg" Id="R277670d2130841d1" /><Relationship Type="http://schemas.openxmlformats.org/officeDocument/2006/relationships/image" Target="/ppt/media/image10.png" Id="R912a0b64b18d41a7" /><Relationship Type="http://schemas.openxmlformats.org/officeDocument/2006/relationships/image" Target="/ppt/media/image8.svg" Id="Rd74c2897d4194806" /><Relationship Type="http://schemas.openxmlformats.org/officeDocument/2006/relationships/image" Target="/ppt/media/image11.png" Id="Redc8629566644cbe" /><Relationship Type="http://schemas.openxmlformats.org/officeDocument/2006/relationships/image" Target="/ppt/media/image9.svg" Id="Rb05c16c0a24b455f" /><Relationship Type="http://schemas.openxmlformats.org/officeDocument/2006/relationships/notesSlide" Target="/ppt/notesSlides/notesSlide1.xml" Id="R4e2699219e2d4c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measurement-panel-fill">
            <a:extLst xmlns:a="http://schemas.openxmlformats.org/drawingml/2006/main">
              <a:ext uri="{FF2B5EF4-FFF2-40B4-BE49-F238E27FC236}">
                <a16:creationId xmlns:a16="http://schemas.microsoft.com/office/drawing/2014/main" id="{D037595A-78D7-4BEB-83EC-CFF19B19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52500"/>
            <a:ext cx="2914650" cy="5943600"/>
          </a:xfrm>
          <a:prstGeom xmlns:a="http://schemas.openxmlformats.org/drawingml/2006/main" prst="roundRect">
            <a:avLst>
              <a:gd name="adj" fmla="val 8497"/>
            </a:avLst>
          </a:prstGeom>
          <a:gradFill xmlns:a="http://schemas.openxmlformats.org/drawingml/2006/main">
            <a:gsLst>
              <a:gs pos="0">
                <a:srgbClr val="EFF6FF"/>
              </a:gs>
              <a:gs pos="100000">
                <a:srgbClr val="E7F1FD"/>
              </a:gs>
            </a:gsLst>
            <a:lin ang="0"/>
          </a:gradFill>
          <a:ln xmlns:a="http://schemas.openxmlformats.org/drawingml/2006/main" w="953">
            <a:noFill/>
            <a:prstDash val="solid"/>
          </a:ln>
        </p:spPr>
      </p:sp>
      <p:sp>
        <p:nvSpPr>
          <p:cNvPr id="2" name="noise-frame-fill">
            <a:extLst xmlns:a="http://schemas.openxmlformats.org/drawingml/2006/main">
              <a:ext uri="{FF2B5EF4-FFF2-40B4-BE49-F238E27FC236}">
                <a16:creationId xmlns:a16="http://schemas.microsoft.com/office/drawing/2014/main" id="{20370C5C-031F-4B3B-BF84-6310BFD8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2171700" cy="219075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" name="generator-frame-fill">
            <a:extLst xmlns:a="http://schemas.openxmlformats.org/drawingml/2006/main">
              <a:ext uri="{FF2B5EF4-FFF2-40B4-BE49-F238E27FC236}">
                <a16:creationId xmlns:a16="http://schemas.microsoft.com/office/drawing/2014/main" id="{921C6BC6-9DBF-4FDE-BE7E-CD6ECC15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76650" cy="2819400"/>
          </a:xfrm>
          <a:prstGeom xmlns:a="http://schemas.openxmlformats.org/drawingml/2006/main" prst="roundRect">
            <a:avLst>
              <a:gd name="adj" fmla="val 6757"/>
            </a:avLst>
          </a:prstGeom>
          <a:gradFill xmlns:a="http://schemas.openxmlformats.org/drawingml/2006/main">
            <a:gsLst>
              <a:gs pos="0">
                <a:srgbClr val="F7F2FC"/>
              </a:gs>
              <a:gs pos="100000">
                <a:srgbClr val="F7F1FB"/>
              </a:gs>
            </a:gsLst>
            <a:lin ang="0"/>
          </a:gradFill>
          <a:ln xmlns:a="http://schemas.openxmlformats.org/drawingml/2006/main" w="953">
            <a:noFill/>
            <a:prstDash val="solid"/>
          </a:ln>
        </p:spPr>
      </p:sp>
      <p:sp>
        <p:nvSpPr>
          <p:cNvPr id="4" name="reconstruction-frame-fill">
            <a:extLst xmlns:a="http://schemas.openxmlformats.org/drawingml/2006/main">
              <a:ext uri="{FF2B5EF4-FFF2-40B4-BE49-F238E27FC236}">
                <a16:creationId xmlns:a16="http://schemas.microsoft.com/office/drawing/2014/main" id="{D61BB267-A49A-407E-B582-556BF55C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95500"/>
            <a:ext cx="2200275" cy="22288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9DEE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" name="operator-frame-fill">
            <a:extLst xmlns:a="http://schemas.openxmlformats.org/drawingml/2006/main">
              <a:ext uri="{FF2B5EF4-FFF2-40B4-BE49-F238E27FC236}">
                <a16:creationId xmlns:a16="http://schemas.microsoft.com/office/drawing/2014/main" id="{0971F0C3-1198-44E7-B1B9-4AC978A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57475"/>
            <a:ext cx="1114425" cy="1085850"/>
          </a:xfrm>
          <a:prstGeom xmlns:a="http://schemas.openxmlformats.org/drawingml/2006/main" prst="roundRect">
            <a:avLst>
              <a:gd name="adj" fmla="val 13158"/>
            </a:avLst>
          </a:prstGeom>
          <a:gradFill xmlns:a="http://schemas.openxmlformats.org/drawingml/2006/main">
            <a:gsLst>
              <a:gs pos="0">
                <a:srgbClr val="FFF9EF"/>
              </a:gs>
              <a:gs pos="100000">
                <a:srgbClr val="FFF3E4"/>
              </a:gs>
            </a:gsLst>
            <a:lin ang="0"/>
          </a:gradFill>
          <a:ln xmlns:a="http://schemas.openxmlformats.org/drawingml/2006/main" w="953">
            <a:noFill/>
            <a:prstDash val="solid"/>
          </a:ln>
        </p:spPr>
      </p:sp>
      <p:sp>
        <p:nvSpPr>
          <p:cNvPr id="6" name="predicted-frame-fill">
            <a:extLst xmlns:a="http://schemas.openxmlformats.org/drawingml/2006/main">
              <a:ext uri="{FF2B5EF4-FFF2-40B4-BE49-F238E27FC236}">
                <a16:creationId xmlns:a16="http://schemas.microsoft.com/office/drawing/2014/main" id="{3E23F03E-B630-4B59-A425-AEE9AF42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73355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" name="loss-node-fill">
            <a:extLst xmlns:a="http://schemas.openxmlformats.org/drawingml/2006/main">
              <a:ext uri="{FF2B5EF4-FFF2-40B4-BE49-F238E27FC236}">
                <a16:creationId xmlns:a16="http://schemas.microsoft.com/office/drawing/2014/main" id="{CF1E877A-0BBF-4D4D-A225-CD1BBE72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57575"/>
            <a:ext cx="1028700" cy="1019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" name="observed-frame-fill">
            <a:extLst xmlns:a="http://schemas.openxmlformats.org/drawingml/2006/main">
              <a:ext uri="{FF2B5EF4-FFF2-40B4-BE49-F238E27FC236}">
                <a16:creationId xmlns:a16="http://schemas.microsoft.com/office/drawing/2014/main" id="{572509CC-5BCE-477D-AEDA-01E800F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933950"/>
            <a:ext cx="23336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" name="flow-z-generator-shaft">
            <a:extLst xmlns:a="http://schemas.openxmlformats.org/drawingml/2006/main">
              <a:ext uri="{FF2B5EF4-FFF2-40B4-BE49-F238E27FC236}">
                <a16:creationId xmlns:a16="http://schemas.microsoft.com/office/drawing/2014/main" id="{9655A78B-4088-443B-A0F2-EC0BD611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733425" cy="9525"/>
          </a:xfrm>
          <a:custGeom xmlns:a="http://schemas.openxmlformats.org/drawingml/2006/main">
            <a:pathLst>
              <a:path w="733425" h="9525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10" name="flow-z-generator-arrowhead">
            <a:extLst xmlns:a="http://schemas.openxmlformats.org/drawingml/2006/main">
              <a:ext uri="{FF2B5EF4-FFF2-40B4-BE49-F238E27FC236}">
                <a16:creationId xmlns:a16="http://schemas.microsoft.com/office/drawing/2014/main" id="{94D5B248-5402-4833-899F-65D50D36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8133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61913"/>
                </a:move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1" name="flow-generator-reconstruction-shaft">
            <a:extLst xmlns:a="http://schemas.openxmlformats.org/drawingml/2006/main">
              <a:ext uri="{FF2B5EF4-FFF2-40B4-BE49-F238E27FC236}">
                <a16:creationId xmlns:a16="http://schemas.microsoft.com/office/drawing/2014/main" id="{2B156F93-89B3-4B45-917A-CEEBE540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12" name="flow-generator-reconstruction-arrowhead">
            <a:extLst xmlns:a="http://schemas.openxmlformats.org/drawingml/2006/main">
              <a:ext uri="{FF2B5EF4-FFF2-40B4-BE49-F238E27FC236}">
                <a16:creationId xmlns:a16="http://schemas.microsoft.com/office/drawing/2014/main" id="{9B3ABADA-4CD3-43F7-8F93-B802C542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8133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61913"/>
                </a:move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3" name="flow-reconstruction-operator-shaft">
            <a:extLst xmlns:a="http://schemas.openxmlformats.org/drawingml/2006/main">
              <a:ext uri="{FF2B5EF4-FFF2-40B4-BE49-F238E27FC236}">
                <a16:creationId xmlns:a16="http://schemas.microsoft.com/office/drawing/2014/main" id="{DD251D64-090F-4962-9F2A-F87C37FA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14" name="flow-reconstruction-operator-arrowhead">
            <a:extLst xmlns:a="http://schemas.openxmlformats.org/drawingml/2006/main">
              <a:ext uri="{FF2B5EF4-FFF2-40B4-BE49-F238E27FC236}">
                <a16:creationId xmlns:a16="http://schemas.microsoft.com/office/drawing/2014/main" id="{9466B5C9-D910-4DDA-8007-B85C3FC0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8133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61913"/>
                </a:move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5" name="flow-operator-predicted-shaft">
            <a:extLst xmlns:a="http://schemas.openxmlformats.org/drawingml/2006/main">
              <a:ext uri="{FF2B5EF4-FFF2-40B4-BE49-F238E27FC236}">
                <a16:creationId xmlns:a16="http://schemas.microsoft.com/office/drawing/2014/main" id="{D950D198-8A34-452D-9B0B-9EBD53EC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143250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16" name="flow-operator-predicted-arrowhead">
            <a:extLst xmlns:a="http://schemas.openxmlformats.org/drawingml/2006/main">
              <a:ext uri="{FF2B5EF4-FFF2-40B4-BE49-F238E27FC236}">
                <a16:creationId xmlns:a16="http://schemas.microsoft.com/office/drawing/2014/main" id="{CE411BCB-9B45-41B6-9442-9AD1DF7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081338"/>
            <a:ext cx="123825" cy="123825"/>
          </a:xfrm>
          <a:custGeom xmlns:a="http://schemas.openxmlformats.org/drawingml/2006/main">
            <a:pathLst>
              <a:path w="123825" h="123825">
                <a:moveTo>
                  <a:pt x="123825" y="61913"/>
                </a:move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7" name="flow-predicted-loss-shaft">
            <a:extLst xmlns:a="http://schemas.openxmlformats.org/drawingml/2006/main">
              <a:ext uri="{FF2B5EF4-FFF2-40B4-BE49-F238E27FC236}">
                <a16:creationId xmlns:a16="http://schemas.microsoft.com/office/drawing/2014/main" id="{B76AFB64-A203-4CFA-B180-06BF5967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971800"/>
            <a:ext cx="9525" cy="295275"/>
          </a:xfrm>
          <a:custGeom xmlns:a="http://schemas.openxmlformats.org/drawingml/2006/main"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8" name="flow-predicted-loss-arrowhead">
            <a:extLst xmlns:a="http://schemas.openxmlformats.org/drawingml/2006/main">
              <a:ext uri="{FF2B5EF4-FFF2-40B4-BE49-F238E27FC236}">
                <a16:creationId xmlns:a16="http://schemas.microsoft.com/office/drawing/2014/main" id="{0F464936-E82D-4459-92E5-8424973B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26707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9" name="flow-observed-loss-shaft">
            <a:extLst xmlns:a="http://schemas.openxmlformats.org/drawingml/2006/main">
              <a:ext uri="{FF2B5EF4-FFF2-40B4-BE49-F238E27FC236}">
                <a16:creationId xmlns:a16="http://schemas.microsoft.com/office/drawing/2014/main" id="{5941FD4D-3D4A-4C1D-93A5-B649435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6672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20" name="flow-observed-loss-arrowhead">
            <a:extLst xmlns:a="http://schemas.openxmlformats.org/drawingml/2006/main">
              <a:ext uri="{FF2B5EF4-FFF2-40B4-BE49-F238E27FC236}">
                <a16:creationId xmlns:a16="http://schemas.microsoft.com/office/drawing/2014/main" id="{905EF876-23AF-423E-8A0D-694E4E20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4552950"/>
            <a:ext cx="114300" cy="114300"/>
          </a:xfrm>
          <a:custGeom xmlns:a="http://schemas.openxmlformats.org/drawingml/2006/main">
            <a:pathLst>
              <a:path w="114300" h="114300">
                <a:moveTo>
                  <a:pt x="57150" y="0"/>
                </a:moveTo>
                <a:lnTo>
                  <a:pt x="11430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21" name="feedback-optimize-generator-shaft">
            <a:extLst xmlns:a="http://schemas.openxmlformats.org/drawingml/2006/main">
              <a:ext uri="{FF2B5EF4-FFF2-40B4-BE49-F238E27FC236}">
                <a16:creationId xmlns:a16="http://schemas.microsoft.com/office/drawing/2014/main" id="{A2BF73CA-37DF-4283-B35A-A156BC08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38700"/>
            <a:ext cx="7296150" cy="1524000"/>
          </a:xfrm>
          <a:custGeom xmlns:a="http://schemas.openxmlformats.org/drawingml/2006/main">
            <a:pathLst>
              <a:path w="7296150" h="1524000">
                <a:moveTo>
                  <a:pt x="7296150" y="1524000"/>
                </a:moveTo>
                <a:lnTo>
                  <a:pt x="0" y="15240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A258C"/>
            </a:solidFill>
            <a:prstDash val="dash"/>
          </a:ln>
        </p:spPr>
      </p:sp>
      <p:sp>
        <p:nvSpPr>
          <p:cNvPr id="22" name="feedback-optimize-generator-arrowhead">
            <a:extLst xmlns:a="http://schemas.openxmlformats.org/drawingml/2006/main">
              <a:ext uri="{FF2B5EF4-FFF2-40B4-BE49-F238E27FC236}">
                <a16:creationId xmlns:a16="http://schemas.microsoft.com/office/drawing/2014/main" id="{42F8EBF2-3B33-470E-B4F3-C847B558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47148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61913" y="0"/>
                </a:moveTo>
                <a:lnTo>
                  <a:pt x="123825" y="123825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5A258C"/>
          </a:solidFill>
          <a:ln xmlns:a="http://schemas.openxmlformats.org/drawingml/2006/main" w="953">
            <a:solidFill>
              <a:srgbClr val="5A258C"/>
            </a:solidFill>
            <a:prstDash val="solid"/>
          </a:ln>
        </p:spPr>
      </p:sp>
      <p:pic>
        <p:nvPicPr>
          <p:cNvPr id="116" name="noise-raster-ato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7285f14094bad"/>
          <a:stretch xmlns:a="http://schemas.openxmlformats.org/drawingml/2006/main"/>
        </p:blipFill>
        <p:spPr>
          <a:xfrm xmlns:a="http://schemas.openxmlformats.org/drawingml/2006/main">
            <a:off x="419100" y="2085975"/>
            <a:ext cx="2114550" cy="2114550"/>
          </a:xfrm>
          <a:prstGeom xmlns:a="http://schemas.openxmlformats.org/drawingml/2006/main" prst="rect">
            <a:avLst/>
          </a:prstGeom>
        </p:spPr>
      </p:pic>
      <p:pic>
        <p:nvPicPr>
          <p:cNvPr id="117" name="reconstruction-raster-ato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45f8562cf4a16"/>
          <a:stretch xmlns:a="http://schemas.openxmlformats.org/drawingml/2006/main"/>
        </p:blipFill>
        <p:spPr>
          <a:xfrm xmlns:a="http://schemas.openxmlformats.org/drawingml/2006/main">
            <a:off x="7943850" y="2133600"/>
            <a:ext cx="2114550" cy="2162175"/>
          </a:xfrm>
          <a:prstGeom xmlns:a="http://schemas.openxmlformats.org/drawingml/2006/main" prst="rect">
            <a:avLst/>
          </a:prstGeom>
        </p:spPr>
      </p:pic>
      <p:sp>
        <p:nvSpPr>
          <p:cNvPr id="25" name="network-layer-01-top">
            <a:extLst xmlns:a="http://schemas.openxmlformats.org/drawingml/2006/main">
              <a:ext uri="{FF2B5EF4-FFF2-40B4-BE49-F238E27FC236}">
                <a16:creationId xmlns:a16="http://schemas.microsoft.com/office/drawing/2014/main" id="{BC4E65BB-743C-495F-BBC4-10D4B0B6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352425" cy="104775"/>
          </a:xfrm>
          <a:custGeom xmlns:a="http://schemas.openxmlformats.org/drawingml/2006/main">
            <a:pathLst>
              <a:path w="352425" h="104775">
                <a:moveTo>
                  <a:pt x="0" y="57150"/>
                </a:moveTo>
                <a:lnTo>
                  <a:pt x="85725" y="0"/>
                </a:lnTo>
                <a:lnTo>
                  <a:pt x="352425" y="47625"/>
                </a:lnTo>
                <a:lnTo>
                  <a:pt x="266700" y="104775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26" name="network-layer-01-side">
            <a:extLst xmlns:a="http://schemas.openxmlformats.org/drawingml/2006/main">
              <a:ext uri="{FF2B5EF4-FFF2-40B4-BE49-F238E27FC236}">
                <a16:creationId xmlns:a16="http://schemas.microsoft.com/office/drawing/2014/main" id="{544291BA-6D27-46BA-95F4-466CD6DF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62175"/>
            <a:ext cx="85725" cy="2114550"/>
          </a:xfrm>
          <a:custGeom xmlns:a="http://schemas.openxmlformats.org/drawingml/2006/main">
            <a:pathLst>
              <a:path w="85725" h="2114550">
                <a:moveTo>
                  <a:pt x="0" y="57150"/>
                </a:moveTo>
                <a:lnTo>
                  <a:pt x="85725" y="0"/>
                </a:lnTo>
                <a:lnTo>
                  <a:pt x="85725" y="205740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27" name="network-layer-01-face">
            <a:extLst xmlns:a="http://schemas.openxmlformats.org/drawingml/2006/main">
              <a:ext uri="{FF2B5EF4-FFF2-40B4-BE49-F238E27FC236}">
                <a16:creationId xmlns:a16="http://schemas.microsoft.com/office/drawing/2014/main" id="{9FC7B78E-3809-4867-9447-92D1C5B2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71700"/>
            <a:ext cx="266700" cy="2152650"/>
          </a:xfrm>
          <a:custGeom xmlns:a="http://schemas.openxmlformats.org/drawingml/2006/main">
            <a:pathLst>
              <a:path w="266700" h="2152650">
                <a:moveTo>
                  <a:pt x="0" y="0"/>
                </a:moveTo>
                <a:lnTo>
                  <a:pt x="266700" y="47625"/>
                </a:lnTo>
                <a:lnTo>
                  <a:pt x="266700" y="2105025"/>
                </a:lnTo>
                <a:lnTo>
                  <a:pt x="0" y="21526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5E5A93"/>
              </a:gs>
              <a:gs pos="55000">
                <a:srgbClr val="736CAE"/>
              </a:gs>
              <a:gs pos="100000">
                <a:srgbClr val="958BC3"/>
              </a:gs>
            </a:gsLst>
            <a:lin ang="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28" name="network-layer-02-top">
            <a:extLst xmlns:a="http://schemas.openxmlformats.org/drawingml/2006/main">
              <a:ext uri="{FF2B5EF4-FFF2-40B4-BE49-F238E27FC236}">
                <a16:creationId xmlns:a16="http://schemas.microsoft.com/office/drawing/2014/main" id="{3E9ED9DA-DF3E-45B4-A747-EBD7C08F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371475" cy="104775"/>
          </a:xfrm>
          <a:custGeom xmlns:a="http://schemas.openxmlformats.org/drawingml/2006/main">
            <a:pathLst>
              <a:path w="371475" h="104775">
                <a:moveTo>
                  <a:pt x="0" y="57150"/>
                </a:moveTo>
                <a:lnTo>
                  <a:pt x="85725" y="0"/>
                </a:lnTo>
                <a:lnTo>
                  <a:pt x="371475" y="47625"/>
                </a:lnTo>
                <a:lnTo>
                  <a:pt x="285750" y="104775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29" name="network-layer-02-side">
            <a:extLst xmlns:a="http://schemas.openxmlformats.org/drawingml/2006/main">
              <a:ext uri="{FF2B5EF4-FFF2-40B4-BE49-F238E27FC236}">
                <a16:creationId xmlns:a16="http://schemas.microsoft.com/office/drawing/2014/main" id="{5B63B0CD-CB84-4694-9A70-767DE14E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14575"/>
            <a:ext cx="85725" cy="1809750"/>
          </a:xfrm>
          <a:custGeom xmlns:a="http://schemas.openxmlformats.org/drawingml/2006/main">
            <a:pathLst>
              <a:path w="85725" h="1809750">
                <a:moveTo>
                  <a:pt x="0" y="57150"/>
                </a:moveTo>
                <a:lnTo>
                  <a:pt x="85725" y="0"/>
                </a:lnTo>
                <a:lnTo>
                  <a:pt x="85725" y="1752600"/>
                </a:lnTo>
                <a:lnTo>
                  <a:pt x="0" y="180975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30" name="network-layer-02-face">
            <a:extLst xmlns:a="http://schemas.openxmlformats.org/drawingml/2006/main">
              <a:ext uri="{FF2B5EF4-FFF2-40B4-BE49-F238E27FC236}">
                <a16:creationId xmlns:a16="http://schemas.microsoft.com/office/drawing/2014/main" id="{6447E506-E3D1-49BA-AD6C-8DACD388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24100"/>
            <a:ext cx="285750" cy="1847850"/>
          </a:xfrm>
          <a:custGeom xmlns:a="http://schemas.openxmlformats.org/drawingml/2006/main">
            <a:pathLst>
              <a:path w="285750" h="1847850">
                <a:moveTo>
                  <a:pt x="0" y="0"/>
                </a:moveTo>
                <a:lnTo>
                  <a:pt x="285750" y="47625"/>
                </a:lnTo>
                <a:lnTo>
                  <a:pt x="285750" y="1800225"/>
                </a:lnTo>
                <a:lnTo>
                  <a:pt x="0" y="18478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736CAE"/>
              </a:gs>
              <a:gs pos="55000">
                <a:srgbClr val="958BC3"/>
              </a:gs>
              <a:gs pos="100000">
                <a:srgbClr val="B3AAD4"/>
              </a:gs>
            </a:gsLst>
            <a:lin ang="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31" name="network-layer-03-top">
            <a:extLst xmlns:a="http://schemas.openxmlformats.org/drawingml/2006/main">
              <a:ext uri="{FF2B5EF4-FFF2-40B4-BE49-F238E27FC236}">
                <a16:creationId xmlns:a16="http://schemas.microsoft.com/office/drawing/2014/main" id="{53E93D6E-C1BB-4061-8B30-01534A16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28875"/>
            <a:ext cx="381000" cy="104775"/>
          </a:xfrm>
          <a:custGeom xmlns:a="http://schemas.openxmlformats.org/drawingml/2006/main">
            <a:pathLst>
              <a:path w="381000" h="104775">
                <a:moveTo>
                  <a:pt x="0" y="57150"/>
                </a:moveTo>
                <a:lnTo>
                  <a:pt x="85725" y="0"/>
                </a:lnTo>
                <a:lnTo>
                  <a:pt x="381000" y="47625"/>
                </a:lnTo>
                <a:lnTo>
                  <a:pt x="295275" y="104775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32" name="network-layer-03-side">
            <a:extLst xmlns:a="http://schemas.openxmlformats.org/drawingml/2006/main">
              <a:ext uri="{FF2B5EF4-FFF2-40B4-BE49-F238E27FC236}">
                <a16:creationId xmlns:a16="http://schemas.microsoft.com/office/drawing/2014/main" id="{8A7FFF4D-F856-4B1D-8821-7A6163C6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85725" cy="1485900"/>
          </a:xfrm>
          <a:custGeom xmlns:a="http://schemas.openxmlformats.org/drawingml/2006/main">
            <a:pathLst>
              <a:path w="85725" h="1485900">
                <a:moveTo>
                  <a:pt x="0" y="57150"/>
                </a:moveTo>
                <a:lnTo>
                  <a:pt x="85725" y="0"/>
                </a:lnTo>
                <a:lnTo>
                  <a:pt x="85725" y="1428750"/>
                </a:lnTo>
                <a:lnTo>
                  <a:pt x="0" y="148590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33" name="network-layer-03-face">
            <a:extLst xmlns:a="http://schemas.openxmlformats.org/drawingml/2006/main">
              <a:ext uri="{FF2B5EF4-FFF2-40B4-BE49-F238E27FC236}">
                <a16:creationId xmlns:a16="http://schemas.microsoft.com/office/drawing/2014/main" id="{2CD93E1E-AF54-47C1-BE5F-82A2855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86025"/>
            <a:ext cx="295275" cy="1524000"/>
          </a:xfrm>
          <a:custGeom xmlns:a="http://schemas.openxmlformats.org/drawingml/2006/main">
            <a:pathLst>
              <a:path w="295275" h="1524000">
                <a:moveTo>
                  <a:pt x="0" y="0"/>
                </a:moveTo>
                <a:lnTo>
                  <a:pt x="295275" y="47625"/>
                </a:lnTo>
                <a:lnTo>
                  <a:pt x="295275" y="1476375"/>
                </a:lnTo>
                <a:lnTo>
                  <a:pt x="0" y="15240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958BC3"/>
              </a:gs>
              <a:gs pos="55000">
                <a:srgbClr val="B3AAD4"/>
              </a:gs>
              <a:gs pos="100000">
                <a:srgbClr val="C0B8DF"/>
              </a:gs>
            </a:gsLst>
            <a:lin ang="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34" name="network-layer-04-top">
            <a:extLst xmlns:a="http://schemas.openxmlformats.org/drawingml/2006/main">
              <a:ext uri="{FF2B5EF4-FFF2-40B4-BE49-F238E27FC236}">
                <a16:creationId xmlns:a16="http://schemas.microsoft.com/office/drawing/2014/main" id="{FDB8B0AB-7F7F-4010-878D-DD5C5F3C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90800"/>
            <a:ext cx="371475" cy="104775"/>
          </a:xfrm>
          <a:custGeom xmlns:a="http://schemas.openxmlformats.org/drawingml/2006/main">
            <a:pathLst>
              <a:path w="371475" h="104775">
                <a:moveTo>
                  <a:pt x="0" y="57150"/>
                </a:moveTo>
                <a:lnTo>
                  <a:pt x="85725" y="0"/>
                </a:lnTo>
                <a:lnTo>
                  <a:pt x="371475" y="47625"/>
                </a:lnTo>
                <a:lnTo>
                  <a:pt x="285750" y="104775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35" name="network-layer-04-side">
            <a:extLst xmlns:a="http://schemas.openxmlformats.org/drawingml/2006/main">
              <a:ext uri="{FF2B5EF4-FFF2-40B4-BE49-F238E27FC236}">
                <a16:creationId xmlns:a16="http://schemas.microsoft.com/office/drawing/2014/main" id="{5E3821C3-131C-4277-9F29-6A885846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38425"/>
            <a:ext cx="85725" cy="1162050"/>
          </a:xfrm>
          <a:custGeom xmlns:a="http://schemas.openxmlformats.org/drawingml/2006/main">
            <a:pathLst>
              <a:path w="85725" h="1162050">
                <a:moveTo>
                  <a:pt x="0" y="57150"/>
                </a:moveTo>
                <a:lnTo>
                  <a:pt x="85725" y="0"/>
                </a:lnTo>
                <a:lnTo>
                  <a:pt x="85725" y="1104900"/>
                </a:lnTo>
                <a:lnTo>
                  <a:pt x="0" y="116205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36" name="network-layer-04-face">
            <a:extLst xmlns:a="http://schemas.openxmlformats.org/drawingml/2006/main">
              <a:ext uri="{FF2B5EF4-FFF2-40B4-BE49-F238E27FC236}">
                <a16:creationId xmlns:a16="http://schemas.microsoft.com/office/drawing/2014/main" id="{09DFA84A-311E-4828-8649-BD607D7F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85750" cy="1200150"/>
          </a:xfrm>
          <a:custGeom xmlns:a="http://schemas.openxmlformats.org/drawingml/2006/main">
            <a:pathLst>
              <a:path w="285750" h="1200150">
                <a:moveTo>
                  <a:pt x="0" y="0"/>
                </a:moveTo>
                <a:lnTo>
                  <a:pt x="285750" y="47625"/>
                </a:lnTo>
                <a:lnTo>
                  <a:pt x="285750" y="1152525"/>
                </a:lnTo>
                <a:lnTo>
                  <a:pt x="0" y="12001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B3AAD4"/>
              </a:gs>
              <a:gs pos="55000">
                <a:srgbClr val="C0B8DF"/>
              </a:gs>
              <a:gs pos="100000">
                <a:srgbClr val="D8D1EB"/>
              </a:gs>
            </a:gsLst>
            <a:lin ang="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37" name="network-layer-05-top">
            <a:extLst xmlns:a="http://schemas.openxmlformats.org/drawingml/2006/main">
              <a:ext uri="{FF2B5EF4-FFF2-40B4-BE49-F238E27FC236}">
                <a16:creationId xmlns:a16="http://schemas.microsoft.com/office/drawing/2014/main" id="{3FE62AA3-C7C9-4EB7-88C6-00AAD72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62250"/>
            <a:ext cx="314325" cy="104775"/>
          </a:xfrm>
          <a:custGeom xmlns:a="http://schemas.openxmlformats.org/drawingml/2006/main">
            <a:pathLst>
              <a:path w="314325" h="104775">
                <a:moveTo>
                  <a:pt x="0" y="57150"/>
                </a:moveTo>
                <a:lnTo>
                  <a:pt x="85725" y="0"/>
                </a:lnTo>
                <a:lnTo>
                  <a:pt x="314325" y="47625"/>
                </a:lnTo>
                <a:lnTo>
                  <a:pt x="228600" y="104775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38" name="network-layer-05-side">
            <a:extLst xmlns:a="http://schemas.openxmlformats.org/drawingml/2006/main">
              <a:ext uri="{FF2B5EF4-FFF2-40B4-BE49-F238E27FC236}">
                <a16:creationId xmlns:a16="http://schemas.microsoft.com/office/drawing/2014/main" id="{24E3CF88-B8F8-4C33-BD49-5E3A7EF7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9875"/>
            <a:ext cx="85725" cy="819150"/>
          </a:xfrm>
          <a:custGeom xmlns:a="http://schemas.openxmlformats.org/drawingml/2006/main">
            <a:pathLst>
              <a:path w="85725" h="819150">
                <a:moveTo>
                  <a:pt x="0" y="57150"/>
                </a:moveTo>
                <a:lnTo>
                  <a:pt x="85725" y="0"/>
                </a:lnTo>
                <a:lnTo>
                  <a:pt x="85725" y="76200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39" name="network-layer-05-face">
            <a:extLst xmlns:a="http://schemas.openxmlformats.org/drawingml/2006/main">
              <a:ext uri="{FF2B5EF4-FFF2-40B4-BE49-F238E27FC236}">
                <a16:creationId xmlns:a16="http://schemas.microsoft.com/office/drawing/2014/main" id="{6747EB79-7868-461F-BAF0-FC852C74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228600" cy="857250"/>
          </a:xfrm>
          <a:custGeom xmlns:a="http://schemas.openxmlformats.org/drawingml/2006/main">
            <a:pathLst>
              <a:path w="228600" h="857250">
                <a:moveTo>
                  <a:pt x="0" y="0"/>
                </a:moveTo>
                <a:lnTo>
                  <a:pt x="228600" y="47625"/>
                </a:lnTo>
                <a:lnTo>
                  <a:pt x="228600" y="809625"/>
                </a:lnTo>
                <a:lnTo>
                  <a:pt x="0" y="8572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0B8DF"/>
              </a:gs>
              <a:gs pos="55000">
                <a:srgbClr val="D8D1EB"/>
              </a:gs>
              <a:gs pos="100000">
                <a:srgbClr val="EEEAF5"/>
              </a:gs>
            </a:gsLst>
            <a:lin ang="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40" name="network-layer-06-top">
            <a:extLst xmlns:a="http://schemas.openxmlformats.org/drawingml/2006/main">
              <a:ext uri="{FF2B5EF4-FFF2-40B4-BE49-F238E27FC236}">
                <a16:creationId xmlns:a16="http://schemas.microsoft.com/office/drawing/2014/main" id="{6FBBE92C-5425-41F4-9812-7BB82C3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33700"/>
            <a:ext cx="257175" cy="104775"/>
          </a:xfrm>
          <a:custGeom xmlns:a="http://schemas.openxmlformats.org/drawingml/2006/main">
            <a:pathLst>
              <a:path w="257175" h="104775">
                <a:moveTo>
                  <a:pt x="0" y="57150"/>
                </a:moveTo>
                <a:lnTo>
                  <a:pt x="85725" y="0"/>
                </a:lnTo>
                <a:lnTo>
                  <a:pt x="257175" y="47625"/>
                </a:lnTo>
                <a:lnTo>
                  <a:pt x="171450" y="104775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41" name="network-layer-06-side">
            <a:extLst xmlns:a="http://schemas.openxmlformats.org/drawingml/2006/main">
              <a:ext uri="{FF2B5EF4-FFF2-40B4-BE49-F238E27FC236}">
                <a16:creationId xmlns:a16="http://schemas.microsoft.com/office/drawing/2014/main" id="{3F880FE5-FF01-49B0-880E-6CC65505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81325"/>
            <a:ext cx="85725" cy="476250"/>
          </a:xfrm>
          <a:custGeom xmlns:a="http://schemas.openxmlformats.org/drawingml/2006/main">
            <a:pathLst>
              <a:path w="85725" h="476250">
                <a:moveTo>
                  <a:pt x="0" y="57150"/>
                </a:moveTo>
                <a:lnTo>
                  <a:pt x="85725" y="0"/>
                </a:lnTo>
                <a:lnTo>
                  <a:pt x="85725" y="419100"/>
                </a:lnTo>
                <a:lnTo>
                  <a:pt x="0" y="47625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42" name="network-layer-06-face">
            <a:extLst xmlns:a="http://schemas.openxmlformats.org/drawingml/2006/main">
              <a:ext uri="{FF2B5EF4-FFF2-40B4-BE49-F238E27FC236}">
                <a16:creationId xmlns:a16="http://schemas.microsoft.com/office/drawing/2014/main" id="{DBFA6230-1A70-438D-A9D8-B7036924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90850"/>
            <a:ext cx="171450" cy="514350"/>
          </a:xfrm>
          <a:custGeom xmlns:a="http://schemas.openxmlformats.org/drawingml/2006/main">
            <a:pathLst>
              <a:path w="171450" h="514350">
                <a:moveTo>
                  <a:pt x="0" y="0"/>
                </a:moveTo>
                <a:lnTo>
                  <a:pt x="171450" y="47625"/>
                </a:lnTo>
                <a:lnTo>
                  <a:pt x="171450" y="466725"/>
                </a:lnTo>
                <a:lnTo>
                  <a:pt x="0" y="5143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958BC3"/>
              </a:gs>
              <a:gs pos="55000">
                <a:srgbClr val="B3AAD4"/>
              </a:gs>
              <a:gs pos="100000">
                <a:srgbClr val="D8D1EB"/>
              </a:gs>
            </a:gsLst>
            <a:lin ang="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43" name="network-layer-07-top">
            <a:extLst xmlns:a="http://schemas.openxmlformats.org/drawingml/2006/main">
              <a:ext uri="{FF2B5EF4-FFF2-40B4-BE49-F238E27FC236}">
                <a16:creationId xmlns:a16="http://schemas.microsoft.com/office/drawing/2014/main" id="{D86825B6-8BEB-499D-BC08-7204C0EF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71775"/>
            <a:ext cx="314325" cy="95250"/>
          </a:xfrm>
          <a:custGeom xmlns:a="http://schemas.openxmlformats.org/drawingml/2006/main">
            <a:pathLst>
              <a:path w="314325" h="95250">
                <a:moveTo>
                  <a:pt x="0" y="47625"/>
                </a:moveTo>
                <a:lnTo>
                  <a:pt x="228600" y="0"/>
                </a:lnTo>
                <a:lnTo>
                  <a:pt x="31432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44" name="network-layer-07-side">
            <a:extLst xmlns:a="http://schemas.openxmlformats.org/drawingml/2006/main">
              <a:ext uri="{FF2B5EF4-FFF2-40B4-BE49-F238E27FC236}">
                <a16:creationId xmlns:a16="http://schemas.microsoft.com/office/drawing/2014/main" id="{22274144-F82E-4B39-9990-7CFE0FA3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19400"/>
            <a:ext cx="85725" cy="809625"/>
          </a:xfrm>
          <a:custGeom xmlns:a="http://schemas.openxmlformats.org/drawingml/2006/main">
            <a:pathLst>
              <a:path w="85725" h="809625">
                <a:moveTo>
                  <a:pt x="0" y="0"/>
                </a:moveTo>
                <a:lnTo>
                  <a:pt x="85725" y="47625"/>
                </a:lnTo>
                <a:lnTo>
                  <a:pt x="85725" y="809625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45" name="network-layer-07-face">
            <a:extLst xmlns:a="http://schemas.openxmlformats.org/drawingml/2006/main">
              <a:ext uri="{FF2B5EF4-FFF2-40B4-BE49-F238E27FC236}">
                <a16:creationId xmlns:a16="http://schemas.microsoft.com/office/drawing/2014/main" id="{B2901CD8-7451-458A-B83F-C22F4CB5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19400"/>
            <a:ext cx="228600" cy="857250"/>
          </a:xfrm>
          <a:custGeom xmlns:a="http://schemas.openxmlformats.org/drawingml/2006/main">
            <a:pathLst>
              <a:path w="228600" h="857250">
                <a:moveTo>
                  <a:pt x="0" y="47625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096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0B8DF"/>
              </a:gs>
              <a:gs pos="55000">
                <a:srgbClr val="D8D1EB"/>
              </a:gs>
              <a:gs pos="100000">
                <a:srgbClr val="EEEAF5"/>
              </a:gs>
            </a:gsLst>
            <a:lin ang="1080000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46" name="network-layer-08-top">
            <a:extLst xmlns:a="http://schemas.openxmlformats.org/drawingml/2006/main">
              <a:ext uri="{FF2B5EF4-FFF2-40B4-BE49-F238E27FC236}">
                <a16:creationId xmlns:a16="http://schemas.microsoft.com/office/drawing/2014/main" id="{3DAD6DC0-E85E-420D-A3A2-BCB21031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0325"/>
            <a:ext cx="371475" cy="95250"/>
          </a:xfrm>
          <a:custGeom xmlns:a="http://schemas.openxmlformats.org/drawingml/2006/main">
            <a:pathLst>
              <a:path w="371475" h="95250">
                <a:moveTo>
                  <a:pt x="0" y="47625"/>
                </a:moveTo>
                <a:lnTo>
                  <a:pt x="285750" y="0"/>
                </a:lnTo>
                <a:lnTo>
                  <a:pt x="37147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47" name="network-layer-08-side">
            <a:extLst xmlns:a="http://schemas.openxmlformats.org/drawingml/2006/main">
              <a:ext uri="{FF2B5EF4-FFF2-40B4-BE49-F238E27FC236}">
                <a16:creationId xmlns:a16="http://schemas.microsoft.com/office/drawing/2014/main" id="{C93B6C07-B9A7-4CDA-B550-B2772143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85725" cy="1152525"/>
          </a:xfrm>
          <a:custGeom xmlns:a="http://schemas.openxmlformats.org/drawingml/2006/main">
            <a:pathLst>
              <a:path w="85725" h="1152525">
                <a:moveTo>
                  <a:pt x="0" y="0"/>
                </a:moveTo>
                <a:lnTo>
                  <a:pt x="85725" y="47625"/>
                </a:lnTo>
                <a:lnTo>
                  <a:pt x="85725" y="1152525"/>
                </a:lnTo>
                <a:lnTo>
                  <a:pt x="0" y="110490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48" name="network-layer-08-face">
            <a:extLst xmlns:a="http://schemas.openxmlformats.org/drawingml/2006/main">
              <a:ext uri="{FF2B5EF4-FFF2-40B4-BE49-F238E27FC236}">
                <a16:creationId xmlns:a16="http://schemas.microsoft.com/office/drawing/2014/main" id="{12D52E74-1C31-4DCD-BE68-25491C80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47950"/>
            <a:ext cx="285750" cy="1200150"/>
          </a:xfrm>
          <a:custGeom xmlns:a="http://schemas.openxmlformats.org/drawingml/2006/main">
            <a:pathLst>
              <a:path w="285750" h="1200150">
                <a:moveTo>
                  <a:pt x="0" y="47625"/>
                </a:moveTo>
                <a:lnTo>
                  <a:pt x="285750" y="0"/>
                </a:lnTo>
                <a:lnTo>
                  <a:pt x="285750" y="1200150"/>
                </a:lnTo>
                <a:lnTo>
                  <a:pt x="0" y="11525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B3AAD4"/>
              </a:gs>
              <a:gs pos="55000">
                <a:srgbClr val="C0B8DF"/>
              </a:gs>
              <a:gs pos="100000">
                <a:srgbClr val="D8D1EB"/>
              </a:gs>
            </a:gsLst>
            <a:lin ang="1080000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49" name="network-layer-09-top">
            <a:extLst xmlns:a="http://schemas.openxmlformats.org/drawingml/2006/main">
              <a:ext uri="{FF2B5EF4-FFF2-40B4-BE49-F238E27FC236}">
                <a16:creationId xmlns:a16="http://schemas.microsoft.com/office/drawing/2014/main" id="{C95BAF36-10B8-4227-A19B-66E425DD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38400"/>
            <a:ext cx="381000" cy="95250"/>
          </a:xfrm>
          <a:custGeom xmlns:a="http://schemas.openxmlformats.org/drawingml/2006/main">
            <a:pathLst>
              <a:path w="381000" h="95250">
                <a:moveTo>
                  <a:pt x="0" y="47625"/>
                </a:moveTo>
                <a:lnTo>
                  <a:pt x="295275" y="0"/>
                </a:lnTo>
                <a:lnTo>
                  <a:pt x="381000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50" name="network-layer-09-side">
            <a:extLst xmlns:a="http://schemas.openxmlformats.org/drawingml/2006/main">
              <a:ext uri="{FF2B5EF4-FFF2-40B4-BE49-F238E27FC236}">
                <a16:creationId xmlns:a16="http://schemas.microsoft.com/office/drawing/2014/main" id="{93D8BEC9-DCFF-423D-9549-660B3D06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86025"/>
            <a:ext cx="85725" cy="1476375"/>
          </a:xfrm>
          <a:custGeom xmlns:a="http://schemas.openxmlformats.org/drawingml/2006/main">
            <a:pathLst>
              <a:path w="85725" h="1476375">
                <a:moveTo>
                  <a:pt x="0" y="0"/>
                </a:moveTo>
                <a:lnTo>
                  <a:pt x="85725" y="47625"/>
                </a:lnTo>
                <a:lnTo>
                  <a:pt x="85725" y="147637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51" name="network-layer-09-face">
            <a:extLst xmlns:a="http://schemas.openxmlformats.org/drawingml/2006/main">
              <a:ext uri="{FF2B5EF4-FFF2-40B4-BE49-F238E27FC236}">
                <a16:creationId xmlns:a16="http://schemas.microsoft.com/office/drawing/2014/main" id="{935EC5CE-C7B1-4970-811D-E789369D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86025"/>
            <a:ext cx="295275" cy="1524000"/>
          </a:xfrm>
          <a:custGeom xmlns:a="http://schemas.openxmlformats.org/drawingml/2006/main">
            <a:pathLst>
              <a:path w="295275" h="1524000">
                <a:moveTo>
                  <a:pt x="0" y="47625"/>
                </a:moveTo>
                <a:lnTo>
                  <a:pt x="295275" y="0"/>
                </a:lnTo>
                <a:lnTo>
                  <a:pt x="295275" y="1524000"/>
                </a:lnTo>
                <a:lnTo>
                  <a:pt x="0" y="14763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958BC3"/>
              </a:gs>
              <a:gs pos="55000">
                <a:srgbClr val="B3AAD4"/>
              </a:gs>
              <a:gs pos="100000">
                <a:srgbClr val="C0B8DF"/>
              </a:gs>
            </a:gsLst>
            <a:lin ang="1080000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52" name="network-layer-10-top">
            <a:extLst xmlns:a="http://schemas.openxmlformats.org/drawingml/2006/main">
              <a:ext uri="{FF2B5EF4-FFF2-40B4-BE49-F238E27FC236}">
                <a16:creationId xmlns:a16="http://schemas.microsoft.com/office/drawing/2014/main" id="{0F2E9298-4D4C-4B4B-96B6-D8900CFC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76475"/>
            <a:ext cx="371475" cy="95250"/>
          </a:xfrm>
          <a:custGeom xmlns:a="http://schemas.openxmlformats.org/drawingml/2006/main">
            <a:pathLst>
              <a:path w="371475" h="95250">
                <a:moveTo>
                  <a:pt x="0" y="47625"/>
                </a:moveTo>
                <a:lnTo>
                  <a:pt x="285750" y="0"/>
                </a:lnTo>
                <a:lnTo>
                  <a:pt x="37147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53" name="network-layer-10-side">
            <a:extLst xmlns:a="http://schemas.openxmlformats.org/drawingml/2006/main">
              <a:ext uri="{FF2B5EF4-FFF2-40B4-BE49-F238E27FC236}">
                <a16:creationId xmlns:a16="http://schemas.microsoft.com/office/drawing/2014/main" id="{8E9733F0-581A-429B-B987-EABE4FFF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85725" cy="1800225"/>
          </a:xfrm>
          <a:custGeom xmlns:a="http://schemas.openxmlformats.org/drawingml/2006/main">
            <a:pathLst>
              <a:path w="85725" h="1800225">
                <a:moveTo>
                  <a:pt x="0" y="0"/>
                </a:moveTo>
                <a:lnTo>
                  <a:pt x="85725" y="47625"/>
                </a:lnTo>
                <a:lnTo>
                  <a:pt x="85725" y="1800225"/>
                </a:lnTo>
                <a:lnTo>
                  <a:pt x="0" y="175260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54" name="network-layer-10-face">
            <a:extLst xmlns:a="http://schemas.openxmlformats.org/drawingml/2006/main">
              <a:ext uri="{FF2B5EF4-FFF2-40B4-BE49-F238E27FC236}">
                <a16:creationId xmlns:a16="http://schemas.microsoft.com/office/drawing/2014/main" id="{A05BEC14-D133-4664-BA20-D75C344C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85750" cy="1847850"/>
          </a:xfrm>
          <a:custGeom xmlns:a="http://schemas.openxmlformats.org/drawingml/2006/main">
            <a:pathLst>
              <a:path w="285750" h="1847850">
                <a:moveTo>
                  <a:pt x="0" y="47625"/>
                </a:moveTo>
                <a:lnTo>
                  <a:pt x="285750" y="0"/>
                </a:lnTo>
                <a:lnTo>
                  <a:pt x="285750" y="1847850"/>
                </a:lnTo>
                <a:lnTo>
                  <a:pt x="0" y="18002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736CAE"/>
              </a:gs>
              <a:gs pos="55000">
                <a:srgbClr val="958BC3"/>
              </a:gs>
              <a:gs pos="100000">
                <a:srgbClr val="B3AAD4"/>
              </a:gs>
            </a:gsLst>
            <a:lin ang="1080000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55" name="network-layer-11-top">
            <a:extLst xmlns:a="http://schemas.openxmlformats.org/drawingml/2006/main">
              <a:ext uri="{FF2B5EF4-FFF2-40B4-BE49-F238E27FC236}">
                <a16:creationId xmlns:a16="http://schemas.microsoft.com/office/drawing/2014/main" id="{60A50490-10F7-4D9D-8BDB-3A164F86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352425" cy="95250"/>
          </a:xfrm>
          <a:custGeom xmlns:a="http://schemas.openxmlformats.org/drawingml/2006/main">
            <a:pathLst>
              <a:path w="352425" h="95250">
                <a:moveTo>
                  <a:pt x="0" y="47625"/>
                </a:moveTo>
                <a:lnTo>
                  <a:pt x="266700" y="0"/>
                </a:lnTo>
                <a:lnTo>
                  <a:pt x="35242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E6E2F1">
              <a:alpha val="78000"/>
            </a:srgbClr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56" name="network-layer-11-side">
            <a:extLst xmlns:a="http://schemas.openxmlformats.org/drawingml/2006/main">
              <a:ext uri="{FF2B5EF4-FFF2-40B4-BE49-F238E27FC236}">
                <a16:creationId xmlns:a16="http://schemas.microsoft.com/office/drawing/2014/main" id="{DC929C44-685C-4FB0-BAB0-D11CBA9C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85725" cy="2105025"/>
          </a:xfrm>
          <a:custGeom xmlns:a="http://schemas.openxmlformats.org/drawingml/2006/main">
            <a:pathLst>
              <a:path w="85725" h="2105025">
                <a:moveTo>
                  <a:pt x="0" y="0"/>
                </a:moveTo>
                <a:lnTo>
                  <a:pt x="85725" y="47625"/>
                </a:lnTo>
                <a:lnTo>
                  <a:pt x="85725" y="2105025"/>
                </a:lnTo>
                <a:lnTo>
                  <a:pt x="0" y="2057400"/>
                </a:lnTo>
                <a:close/>
              </a:path>
            </a:pathLst>
          </a:custGeom>
          <a:solidFill xmlns:a="http://schemas.openxmlformats.org/drawingml/2006/main">
            <a:srgbClr val="7771A7">
              <a:alpha val="88000"/>
            </a:srgbClr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57" name="network-layer-11-face">
            <a:extLst xmlns:a="http://schemas.openxmlformats.org/drawingml/2006/main">
              <a:ext uri="{FF2B5EF4-FFF2-40B4-BE49-F238E27FC236}">
                <a16:creationId xmlns:a16="http://schemas.microsoft.com/office/drawing/2014/main" id="{F95EF153-4D76-42DC-8492-4DCAA45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71700"/>
            <a:ext cx="266700" cy="2152650"/>
          </a:xfrm>
          <a:custGeom xmlns:a="http://schemas.openxmlformats.org/drawingml/2006/main">
            <a:pathLst>
              <a:path w="266700" h="2152650">
                <a:moveTo>
                  <a:pt x="0" y="47625"/>
                </a:moveTo>
                <a:lnTo>
                  <a:pt x="266700" y="0"/>
                </a:lnTo>
                <a:lnTo>
                  <a:pt x="266700" y="2152650"/>
                </a:lnTo>
                <a:lnTo>
                  <a:pt x="0" y="21050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5E5A93"/>
              </a:gs>
              <a:gs pos="55000">
                <a:srgbClr val="736CAE"/>
              </a:gs>
              <a:gs pos="100000">
                <a:srgbClr val="958BC3"/>
              </a:gs>
            </a:gsLst>
            <a:lin ang="10800000"/>
          </a:gra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58" name="predicted-plot-grid-v-1">
            <a:extLst xmlns:a="http://schemas.openxmlformats.org/drawingml/2006/main">
              <a:ext uri="{FF2B5EF4-FFF2-40B4-BE49-F238E27FC236}">
                <a16:creationId xmlns:a16="http://schemas.microsoft.com/office/drawing/2014/main" id="{BAB900CA-35F1-412F-8E66-6A3AB628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59" name="predicted-plot-grid-v-2">
            <a:extLst xmlns:a="http://schemas.openxmlformats.org/drawingml/2006/main">
              <a:ext uri="{FF2B5EF4-FFF2-40B4-BE49-F238E27FC236}">
                <a16:creationId xmlns:a16="http://schemas.microsoft.com/office/drawing/2014/main" id="{157EA65A-3487-4810-8AC1-E77BDDF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0" name="predicted-plot-grid-v-3">
            <a:extLst xmlns:a="http://schemas.openxmlformats.org/drawingml/2006/main">
              <a:ext uri="{FF2B5EF4-FFF2-40B4-BE49-F238E27FC236}">
                <a16:creationId xmlns:a16="http://schemas.microsoft.com/office/drawing/2014/main" id="{C703781B-AD9F-46EA-AC9D-38051F2E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1" name="predicted-plot-grid-v-4">
            <a:extLst xmlns:a="http://schemas.openxmlformats.org/drawingml/2006/main">
              <a:ext uri="{FF2B5EF4-FFF2-40B4-BE49-F238E27FC236}">
                <a16:creationId xmlns:a16="http://schemas.microsoft.com/office/drawing/2014/main" id="{DC305F40-D97A-4783-A0F8-E5D6A80F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2" name="predicted-plot-grid-v-5">
            <a:extLst xmlns:a="http://schemas.openxmlformats.org/drawingml/2006/main">
              <a:ext uri="{FF2B5EF4-FFF2-40B4-BE49-F238E27FC236}">
                <a16:creationId xmlns:a16="http://schemas.microsoft.com/office/drawing/2014/main" id="{6EE84657-04B5-4DBC-879C-2CCEB5CA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3" name="predicted-plot-grid-v-6">
            <a:extLst xmlns:a="http://schemas.openxmlformats.org/drawingml/2006/main">
              <a:ext uri="{FF2B5EF4-FFF2-40B4-BE49-F238E27FC236}">
                <a16:creationId xmlns:a16="http://schemas.microsoft.com/office/drawing/2014/main" id="{F1CB17A0-E77F-47DB-A7F5-1EBD0313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4" name="predicted-plot-grid-h-1">
            <a:extLst xmlns:a="http://schemas.openxmlformats.org/drawingml/2006/main">
              <a:ext uri="{FF2B5EF4-FFF2-40B4-BE49-F238E27FC236}">
                <a16:creationId xmlns:a16="http://schemas.microsoft.com/office/drawing/2014/main" id="{AB11CB72-0680-4E69-8C2F-8CD1EED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043113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5" name="predicted-plot-grid-h-2">
            <a:extLst xmlns:a="http://schemas.openxmlformats.org/drawingml/2006/main">
              <a:ext uri="{FF2B5EF4-FFF2-40B4-BE49-F238E27FC236}">
                <a16:creationId xmlns:a16="http://schemas.microsoft.com/office/drawing/2014/main" id="{97A4FC8C-C3EE-43AE-99ED-A73EEB5A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563178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6" name="predicted-plot-curve">
            <a:extLst xmlns:a="http://schemas.openxmlformats.org/drawingml/2006/main">
              <a:ext uri="{FF2B5EF4-FFF2-40B4-BE49-F238E27FC236}">
                <a16:creationId xmlns:a16="http://schemas.microsoft.com/office/drawing/2014/main" id="{B4059B1D-17C6-4070-8168-6762E76D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1924050"/>
            <a:ext cx="2057400" cy="723900"/>
          </a:xfrm>
          <a:custGeom xmlns:a="http://schemas.openxmlformats.org/drawingml/2006/main">
            <a:pathLst>
              <a:path w="2057400" h="723900">
                <a:moveTo>
                  <a:pt x="0" y="561975"/>
                </a:moveTo>
                <a:lnTo>
                  <a:pt x="57150" y="542925"/>
                </a:lnTo>
                <a:lnTo>
                  <a:pt x="66675" y="533400"/>
                </a:lnTo>
                <a:lnTo>
                  <a:pt x="133350" y="533400"/>
                </a:lnTo>
                <a:lnTo>
                  <a:pt x="304800" y="638175"/>
                </a:lnTo>
                <a:lnTo>
                  <a:pt x="352425" y="647700"/>
                </a:lnTo>
                <a:lnTo>
                  <a:pt x="390525" y="633413"/>
                </a:lnTo>
                <a:lnTo>
                  <a:pt x="428625" y="600075"/>
                </a:lnTo>
                <a:lnTo>
                  <a:pt x="476250" y="533400"/>
                </a:lnTo>
                <a:lnTo>
                  <a:pt x="533400" y="423863"/>
                </a:lnTo>
                <a:lnTo>
                  <a:pt x="647700" y="157163"/>
                </a:lnTo>
                <a:lnTo>
                  <a:pt x="685800" y="85725"/>
                </a:lnTo>
                <a:lnTo>
                  <a:pt x="714375" y="42863"/>
                </a:lnTo>
                <a:lnTo>
                  <a:pt x="752475" y="4763"/>
                </a:lnTo>
                <a:lnTo>
                  <a:pt x="790575" y="0"/>
                </a:lnTo>
                <a:lnTo>
                  <a:pt x="819150" y="19050"/>
                </a:lnTo>
                <a:lnTo>
                  <a:pt x="857250" y="76200"/>
                </a:lnTo>
                <a:lnTo>
                  <a:pt x="1057275" y="585788"/>
                </a:lnTo>
                <a:lnTo>
                  <a:pt x="1095375" y="652463"/>
                </a:lnTo>
                <a:lnTo>
                  <a:pt x="1152525" y="709613"/>
                </a:lnTo>
                <a:lnTo>
                  <a:pt x="1190625" y="723900"/>
                </a:lnTo>
                <a:lnTo>
                  <a:pt x="1228725" y="723900"/>
                </a:lnTo>
                <a:lnTo>
                  <a:pt x="1276350" y="700088"/>
                </a:lnTo>
                <a:lnTo>
                  <a:pt x="1419225" y="571500"/>
                </a:lnTo>
                <a:lnTo>
                  <a:pt x="1466850" y="542925"/>
                </a:lnTo>
                <a:lnTo>
                  <a:pt x="1514475" y="542925"/>
                </a:lnTo>
                <a:lnTo>
                  <a:pt x="1543050" y="557213"/>
                </a:lnTo>
                <a:lnTo>
                  <a:pt x="1600200" y="614363"/>
                </a:lnTo>
                <a:lnTo>
                  <a:pt x="1638300" y="633413"/>
                </a:lnTo>
                <a:lnTo>
                  <a:pt x="1657350" y="633413"/>
                </a:lnTo>
                <a:lnTo>
                  <a:pt x="1704975" y="609600"/>
                </a:lnTo>
                <a:lnTo>
                  <a:pt x="1781175" y="523875"/>
                </a:lnTo>
                <a:lnTo>
                  <a:pt x="1809750" y="500063"/>
                </a:lnTo>
                <a:lnTo>
                  <a:pt x="1828800" y="495300"/>
                </a:lnTo>
                <a:lnTo>
                  <a:pt x="1866900" y="495300"/>
                </a:lnTo>
                <a:lnTo>
                  <a:pt x="1895475" y="509588"/>
                </a:lnTo>
                <a:lnTo>
                  <a:pt x="2000250" y="595313"/>
                </a:lnTo>
                <a:lnTo>
                  <a:pt x="205740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D2F6E"/>
            </a:solidFill>
            <a:prstDash val="solid"/>
          </a:ln>
        </p:spPr>
      </p:sp>
      <p:sp>
        <p:nvSpPr>
          <p:cNvPr id="67" name="observed-plot-grid-v-1">
            <a:extLst xmlns:a="http://schemas.openxmlformats.org/drawingml/2006/main">
              <a:ext uri="{FF2B5EF4-FFF2-40B4-BE49-F238E27FC236}">
                <a16:creationId xmlns:a16="http://schemas.microsoft.com/office/drawing/2014/main" id="{03E51CD1-96AF-47FD-8AC3-7ECA659B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8" name="observed-plot-grid-v-2">
            <a:extLst xmlns:a="http://schemas.openxmlformats.org/drawingml/2006/main">
              <a:ext uri="{FF2B5EF4-FFF2-40B4-BE49-F238E27FC236}">
                <a16:creationId xmlns:a16="http://schemas.microsoft.com/office/drawing/2014/main" id="{3A0F7AA5-4857-4D86-9973-860E44F6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69" name="observed-plot-grid-v-3">
            <a:extLst xmlns:a="http://schemas.openxmlformats.org/drawingml/2006/main">
              <a:ext uri="{FF2B5EF4-FFF2-40B4-BE49-F238E27FC236}">
                <a16:creationId xmlns:a16="http://schemas.microsoft.com/office/drawing/2014/main" id="{9971928B-1322-4D6B-9771-02E12FA0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70" name="observed-plot-grid-v-4">
            <a:extLst xmlns:a="http://schemas.openxmlformats.org/drawingml/2006/main">
              <a:ext uri="{FF2B5EF4-FFF2-40B4-BE49-F238E27FC236}">
                <a16:creationId xmlns:a16="http://schemas.microsoft.com/office/drawing/2014/main" id="{1169E04D-6770-4864-BF46-209631E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71" name="observed-plot-grid-v-5">
            <a:extLst xmlns:a="http://schemas.openxmlformats.org/drawingml/2006/main">
              <a:ext uri="{FF2B5EF4-FFF2-40B4-BE49-F238E27FC236}">
                <a16:creationId xmlns:a16="http://schemas.microsoft.com/office/drawing/2014/main" id="{8786B80F-9A12-4446-ADF9-02177A57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72" name="observed-plot-grid-v-6">
            <a:extLst xmlns:a="http://schemas.openxmlformats.org/drawingml/2006/main">
              <a:ext uri="{FF2B5EF4-FFF2-40B4-BE49-F238E27FC236}">
                <a16:creationId xmlns:a16="http://schemas.microsoft.com/office/drawing/2014/main" id="{14110068-CE38-4064-A8BD-41BC0CA1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73" name="observed-plot-grid-h-1">
            <a:extLst xmlns:a="http://schemas.openxmlformats.org/drawingml/2006/main">
              <a:ext uri="{FF2B5EF4-FFF2-40B4-BE49-F238E27FC236}">
                <a16:creationId xmlns:a16="http://schemas.microsoft.com/office/drawing/2014/main" id="{171B85BA-94D7-4E07-89F7-5E1E3933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238750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74" name="observed-plot-grid-h-2">
            <a:extLst xmlns:a="http://schemas.openxmlformats.org/drawingml/2006/main">
              <a:ext uri="{FF2B5EF4-FFF2-40B4-BE49-F238E27FC236}">
                <a16:creationId xmlns:a16="http://schemas.microsoft.com/office/drawing/2014/main" id="{016BAA66-848A-4CFE-A893-62D655B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750814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dash"/>
          </a:ln>
        </p:spPr>
      </p:sp>
      <p:sp>
        <p:nvSpPr>
          <p:cNvPr id="75" name="observed-plot-curve">
            <a:extLst xmlns:a="http://schemas.openxmlformats.org/drawingml/2006/main">
              <a:ext uri="{FF2B5EF4-FFF2-40B4-BE49-F238E27FC236}">
                <a16:creationId xmlns:a16="http://schemas.microsoft.com/office/drawing/2014/main" id="{6BD0D249-8108-452C-9D5A-CE059A54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5105400"/>
            <a:ext cx="2057400" cy="790575"/>
          </a:xfrm>
          <a:custGeom xmlns:a="http://schemas.openxmlformats.org/drawingml/2006/main">
            <a:pathLst>
              <a:path w="2057400" h="790575">
                <a:moveTo>
                  <a:pt x="0" y="566738"/>
                </a:moveTo>
                <a:lnTo>
                  <a:pt x="57150" y="542925"/>
                </a:lnTo>
                <a:lnTo>
                  <a:pt x="114300" y="542925"/>
                </a:lnTo>
                <a:lnTo>
                  <a:pt x="161925" y="566738"/>
                </a:lnTo>
                <a:lnTo>
                  <a:pt x="276225" y="661988"/>
                </a:lnTo>
                <a:lnTo>
                  <a:pt x="304800" y="676275"/>
                </a:lnTo>
                <a:lnTo>
                  <a:pt x="371475" y="671513"/>
                </a:lnTo>
                <a:lnTo>
                  <a:pt x="438150" y="604838"/>
                </a:lnTo>
                <a:lnTo>
                  <a:pt x="485775" y="519113"/>
                </a:lnTo>
                <a:lnTo>
                  <a:pt x="609600" y="219075"/>
                </a:lnTo>
                <a:lnTo>
                  <a:pt x="676275" y="76200"/>
                </a:lnTo>
                <a:lnTo>
                  <a:pt x="733425" y="4763"/>
                </a:lnTo>
                <a:lnTo>
                  <a:pt x="781050" y="0"/>
                </a:lnTo>
                <a:lnTo>
                  <a:pt x="819150" y="28575"/>
                </a:lnTo>
                <a:lnTo>
                  <a:pt x="866775" y="114300"/>
                </a:lnTo>
                <a:lnTo>
                  <a:pt x="914400" y="228600"/>
                </a:lnTo>
                <a:lnTo>
                  <a:pt x="1038225" y="581025"/>
                </a:lnTo>
                <a:lnTo>
                  <a:pt x="1085850" y="685800"/>
                </a:lnTo>
                <a:lnTo>
                  <a:pt x="1123950" y="747713"/>
                </a:lnTo>
                <a:lnTo>
                  <a:pt x="1171575" y="790575"/>
                </a:lnTo>
                <a:lnTo>
                  <a:pt x="1238250" y="785813"/>
                </a:lnTo>
                <a:lnTo>
                  <a:pt x="1304925" y="714375"/>
                </a:lnTo>
                <a:lnTo>
                  <a:pt x="1390650" y="600075"/>
                </a:lnTo>
                <a:lnTo>
                  <a:pt x="1419225" y="571500"/>
                </a:lnTo>
                <a:lnTo>
                  <a:pt x="1466850" y="542925"/>
                </a:lnTo>
                <a:lnTo>
                  <a:pt x="1504950" y="542925"/>
                </a:lnTo>
                <a:lnTo>
                  <a:pt x="1533525" y="557213"/>
                </a:lnTo>
                <a:lnTo>
                  <a:pt x="1600200" y="614363"/>
                </a:lnTo>
                <a:lnTo>
                  <a:pt x="1628775" y="628650"/>
                </a:lnTo>
                <a:lnTo>
                  <a:pt x="1657350" y="628650"/>
                </a:lnTo>
                <a:lnTo>
                  <a:pt x="1685925" y="614363"/>
                </a:lnTo>
                <a:lnTo>
                  <a:pt x="1790700" y="495300"/>
                </a:lnTo>
                <a:lnTo>
                  <a:pt x="1828800" y="471488"/>
                </a:lnTo>
                <a:lnTo>
                  <a:pt x="1857375" y="471488"/>
                </a:lnTo>
                <a:lnTo>
                  <a:pt x="1895475" y="490538"/>
                </a:lnTo>
                <a:lnTo>
                  <a:pt x="1990725" y="595313"/>
                </a:lnTo>
                <a:lnTo>
                  <a:pt x="2028825" y="609600"/>
                </a:lnTo>
                <a:lnTo>
                  <a:pt x="2057400" y="60960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D2F6E"/>
            </a:solidFill>
            <a:prstDash val="solid"/>
          </a:ln>
        </p:spPr>
      </p:sp>
      <p:sp>
        <p:nvSpPr>
          <p:cNvPr id="76" name="measurement-panel">
            <a:extLst xmlns:a="http://schemas.openxmlformats.org/drawingml/2006/main">
              <a:ext uri="{FF2B5EF4-FFF2-40B4-BE49-F238E27FC236}">
                <a16:creationId xmlns:a16="http://schemas.microsoft.com/office/drawing/2014/main" id="{4D52FA31-93E5-4BB9-B7F2-C82F7D33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52500"/>
            <a:ext cx="2914650" cy="5943600"/>
          </a:xfrm>
          <a:prstGeom xmlns:a="http://schemas.openxmlformats.org/drawingml/2006/main" prst="roundRect">
            <a:avLst>
              <a:gd name="adj" fmla="val 8497"/>
            </a:avLst>
          </a:prstGeom>
          <a:noFill xmlns:a="http://schemas.openxmlformats.org/drawingml/2006/main"/>
          <a:ln xmlns:a="http://schemas.openxmlformats.org/drawingml/2006/main" w="30480">
            <a:solidFill>
              <a:srgbClr val="5D8FC6"/>
            </a:solidFill>
            <a:prstDash val="dash"/>
          </a:ln>
        </p:spPr>
      </p:sp>
      <p:sp>
        <p:nvSpPr>
          <p:cNvPr id="77" name="noise-frame">
            <a:extLst xmlns:a="http://schemas.openxmlformats.org/drawingml/2006/main">
              <a:ext uri="{FF2B5EF4-FFF2-40B4-BE49-F238E27FC236}">
                <a16:creationId xmlns:a16="http://schemas.microsoft.com/office/drawing/2014/main" id="{F063FFBC-A582-4016-A126-5033A22B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2171700" cy="2190750"/>
          </a:xfrm>
          <a:prstGeom xmlns:a="http://schemas.openxmlformats.org/drawingml/2006/main" prst="roundRect">
            <a:avLst>
              <a:gd name="adj" fmla="val 6579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78" name="generator-frame">
            <a:extLst xmlns:a="http://schemas.openxmlformats.org/drawingml/2006/main">
              <a:ext uri="{FF2B5EF4-FFF2-40B4-BE49-F238E27FC236}">
                <a16:creationId xmlns:a16="http://schemas.microsoft.com/office/drawing/2014/main" id="{580464E0-7DC8-46C3-A730-154978B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76650" cy="2819400"/>
          </a:xfrm>
          <a:prstGeom xmlns:a="http://schemas.openxmlformats.org/drawingml/2006/main" prst="roundRect">
            <a:avLst>
              <a:gd name="adj" fmla="val 6757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5A258C"/>
            </a:solidFill>
            <a:prstDash val="solid"/>
          </a:ln>
        </p:spPr>
      </p:sp>
      <p:sp>
        <p:nvSpPr>
          <p:cNvPr id="79" name="reconstruction-frame">
            <a:extLst xmlns:a="http://schemas.openxmlformats.org/drawingml/2006/main">
              <a:ext uri="{FF2B5EF4-FFF2-40B4-BE49-F238E27FC236}">
                <a16:creationId xmlns:a16="http://schemas.microsoft.com/office/drawing/2014/main" id="{D2D4BF01-5BEB-4F14-92CB-5A61D0EB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95500"/>
            <a:ext cx="2200275" cy="22288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0B6262"/>
            </a:solidFill>
            <a:prstDash val="solid"/>
          </a:ln>
        </p:spPr>
      </p:sp>
      <p:sp>
        <p:nvSpPr>
          <p:cNvPr id="80" name="operator-frame">
            <a:extLst xmlns:a="http://schemas.openxmlformats.org/drawingml/2006/main">
              <a:ext uri="{FF2B5EF4-FFF2-40B4-BE49-F238E27FC236}">
                <a16:creationId xmlns:a16="http://schemas.microsoft.com/office/drawing/2014/main" id="{FC3A2F14-3C6F-4C4E-86C2-E894F71D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57475"/>
            <a:ext cx="1114425" cy="1085850"/>
          </a:xfrm>
          <a:prstGeom xmlns:a="http://schemas.openxmlformats.org/drawingml/2006/main" prst="roundRect">
            <a:avLst>
              <a:gd name="adj" fmla="val 13158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C57300"/>
            </a:solidFill>
            <a:prstDash val="solid"/>
          </a:ln>
        </p:spPr>
      </p:sp>
      <p:sp>
        <p:nvSpPr>
          <p:cNvPr id="81" name="predicted-frame">
            <a:extLst xmlns:a="http://schemas.openxmlformats.org/drawingml/2006/main">
              <a:ext uri="{FF2B5EF4-FFF2-40B4-BE49-F238E27FC236}">
                <a16:creationId xmlns:a16="http://schemas.microsoft.com/office/drawing/2014/main" id="{19B40F8B-B162-4574-9BD1-5F24AAD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73355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82" name="loss-node">
            <a:extLst xmlns:a="http://schemas.openxmlformats.org/drawingml/2006/main">
              <a:ext uri="{FF2B5EF4-FFF2-40B4-BE49-F238E27FC236}">
                <a16:creationId xmlns:a16="http://schemas.microsoft.com/office/drawing/2014/main" id="{EE4D9624-67F4-4A60-A838-10A13C34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57575"/>
            <a:ext cx="1028700" cy="1019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83" name="observed-frame">
            <a:extLst xmlns:a="http://schemas.openxmlformats.org/drawingml/2006/main">
              <a:ext uri="{FF2B5EF4-FFF2-40B4-BE49-F238E27FC236}">
                <a16:creationId xmlns:a16="http://schemas.microsoft.com/office/drawing/2014/main" id="{A0F35230-441A-43E6-9434-D46431D5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933950"/>
            <a:ext cx="2333625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84" name="feedback-caption">
            <a:extLst xmlns:a="http://schemas.openxmlformats.org/drawingml/2006/main">
              <a:ext uri="{FF2B5EF4-FFF2-40B4-BE49-F238E27FC236}">
                <a16:creationId xmlns:a16="http://schemas.microsoft.com/office/drawing/2014/main" id="{8876054B-4D68-4943-A337-055BF796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86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A258C"/>
                </a:solidFill>
              </a:defRPr>
            </a:pPr>
            <a:r>
              <a:rPr sz="1575">
                <a:solidFill>
                  <a:srgbClr val="5A258C"/>
                </a:solidFill>
              </a:rPr>
              <a:t>optimize θ</a:t>
            </a:r>
          </a:p>
        </p:txBody>
      </p:sp>
      <p:pic>
        <p:nvPicPr>
          <p:cNvPr id="178" name="eq-z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218861e4141e8">
            <a:extLst>
              <a:ext uri="{96DAC541-7B7A-43D3-8B79-37D633B846F1}">
                <asvg:svgBlip xmlns:asvg="http://schemas.microsoft.com/office/drawing/2016/SVG/main" r:embed="R5d49c4961a5a4e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6361" y="1381125"/>
            <a:ext cx="437178" cy="428625"/>
          </a:xfrm>
          <a:prstGeom xmlns:a="http://schemas.openxmlformats.org/drawingml/2006/main" prst="rect">
            <a:avLst/>
          </a:prstGeom>
        </p:spPr>
      </p:pic>
      <p:pic>
        <p:nvPicPr>
          <p:cNvPr id="179" name="eq-genera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90c3613604cb9">
            <a:extLst>
              <a:ext uri="{96DAC541-7B7A-43D3-8B79-37D633B846F1}">
                <asvg:svgBlip xmlns:asvg="http://schemas.microsoft.com/office/drawing/2016/SVG/main" r:embed="R58714727487746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6302" y="2009775"/>
            <a:ext cx="531596" cy="419100"/>
          </a:xfrm>
          <a:prstGeom xmlns:a="http://schemas.openxmlformats.org/drawingml/2006/main" prst="rect">
            <a:avLst/>
          </a:prstGeom>
        </p:spPr>
      </p:pic>
      <p:pic>
        <p:nvPicPr>
          <p:cNvPr id="180" name="eq-xha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a1339101c4270">
            <a:extLst>
              <a:ext uri="{96DAC541-7B7A-43D3-8B79-37D633B846F1}">
                <asvg:svgBlip xmlns:asvg="http://schemas.microsoft.com/office/drawing/2016/SVG/main" r:embed="Rb6611bb8610446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13358" y="1381125"/>
            <a:ext cx="375534" cy="514350"/>
          </a:xfrm>
          <a:prstGeom xmlns:a="http://schemas.openxmlformats.org/drawingml/2006/main" prst="rect">
            <a:avLst/>
          </a:prstGeom>
        </p:spPr>
      </p:pic>
      <p:pic>
        <p:nvPicPr>
          <p:cNvPr id="181" name="eq-opera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77555063b4c6a">
            <a:extLst>
              <a:ext uri="{96DAC541-7B7A-43D3-8B79-37D633B846F1}">
                <asvg:svgBlip xmlns:asvg="http://schemas.microsoft.com/office/drawing/2016/SVG/main" r:embed="R8de2fa6e57304a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18770" y="2838450"/>
            <a:ext cx="546260" cy="552450"/>
          </a:xfrm>
          <a:prstGeom xmlns:a="http://schemas.openxmlformats.org/drawingml/2006/main" prst="rect">
            <a:avLst/>
          </a:prstGeom>
        </p:spPr>
      </p:pic>
      <p:pic>
        <p:nvPicPr>
          <p:cNvPr id="182" name="eq-yha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7f48616af49c3">
            <a:extLst>
              <a:ext uri="{96DAC541-7B7A-43D3-8B79-37D633B846F1}">
                <asvg:svgBlip xmlns:asvg="http://schemas.microsoft.com/office/drawing/2016/SVG/main" r:embed="R2b73ea70f1204b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33772" y="1104900"/>
            <a:ext cx="278856" cy="523875"/>
          </a:xfrm>
          <a:prstGeom xmlns:a="http://schemas.openxmlformats.org/drawingml/2006/main" prst="rect">
            <a:avLst/>
          </a:prstGeom>
        </p:spPr>
      </p:pic>
      <p:pic>
        <p:nvPicPr>
          <p:cNvPr id="183" name="eq-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d47ab47a049ab">
            <a:extLst>
              <a:ext uri="{96DAC541-7B7A-43D3-8B79-37D633B846F1}">
                <asvg:svgBlip xmlns:asvg="http://schemas.microsoft.com/office/drawing/2016/SVG/main" r:embed="R442b740b8a1e42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13313" y="6210300"/>
            <a:ext cx="338824" cy="457200"/>
          </a:xfrm>
          <a:prstGeom xmlns:a="http://schemas.openxmlformats.org/drawingml/2006/main" prst="rect">
            <a:avLst/>
          </a:prstGeom>
        </p:spPr>
      </p:pic>
      <p:pic>
        <p:nvPicPr>
          <p:cNvPr id="184" name="eq-los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3bf8925794efa">
            <a:extLst>
              <a:ext uri="{96DAC541-7B7A-43D3-8B79-37D633B846F1}">
                <asvg:svgBlip xmlns:asvg="http://schemas.microsoft.com/office/drawing/2016/SVG/main" r:embed="R277670d2130841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884654" y="3752850"/>
            <a:ext cx="577091" cy="400050"/>
          </a:xfrm>
          <a:prstGeom xmlns:a="http://schemas.openxmlformats.org/drawingml/2006/main" prst="rect">
            <a:avLst/>
          </a:prstGeom>
        </p:spPr>
      </p:pic>
      <p:pic>
        <p:nvPicPr>
          <p:cNvPr id="185" name="eq-objectiv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a0b64b18d41a7">
            <a:extLst>
              <a:ext uri="{96DAC541-7B7A-43D3-8B79-37D633B846F1}">
                <asvg:svgBlip xmlns:asvg="http://schemas.microsoft.com/office/drawing/2016/SVG/main" r:embed="Rd74c2897d41948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05150" y="7337463"/>
            <a:ext cx="6162675" cy="869873"/>
          </a:xfrm>
          <a:prstGeom xmlns:a="http://schemas.openxmlformats.org/drawingml/2006/main" prst="rect">
            <a:avLst/>
          </a:prstGeom>
        </p:spPr>
      </p:pic>
      <p:pic>
        <p:nvPicPr>
          <p:cNvPr id="186" name="eq-reconstruc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8629566644cbe">
            <a:extLst>
              <a:ext uri="{96DAC541-7B7A-43D3-8B79-37D633B846F1}">
                <asvg:svgBlip xmlns:asvg="http://schemas.microsoft.com/office/drawing/2016/SVG/main" r:embed="Rb05c16c0a24b45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63175" y="7481384"/>
            <a:ext cx="2390775" cy="4677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45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2026-08-27T23:13:49.6120000Z</dcterms:created>
  <dcterms:modified xsi:type="dcterms:W3CDTF">2026-08-27T23:13:49.6120000Z</dcterms:modified>
</coreProperties>
</file>