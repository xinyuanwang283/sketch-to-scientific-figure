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1f83c4a26b4a5e" /><Relationship Type="http://schemas.openxmlformats.org/officeDocument/2006/relationships/extended-properties" Target="/docProps/app.xml" Id="R1934b3451a0e4faf" /><Relationship Type="http://schemas.openxmlformats.org/officeDocument/2006/relationships/officeDocument" Target="/ppt/presentation.xml" Id="Rb4ba233da2f64f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9aa98f0e294339"/>
  </p:sldMasterIdLst>
  <p:notesMasterIdLst>
    <p:notesMasterId xmlns:r="http://schemas.openxmlformats.org/officeDocument/2006/relationships" r:id="Rbe786a9fd4754304"/>
  </p:notesMasterIdLst>
  <p:sldIdLst>
    <p:sldId xmlns:r="http://schemas.openxmlformats.org/officeDocument/2006/relationships" id="256" r:id="R7ddde4238db94bf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98270ed29a493c" /><Relationship Type="http://schemas.openxmlformats.org/officeDocument/2006/relationships/slideMaster" Target="/ppt/slideMasters/slideMaster1.xml" Id="R619aa98f0e294339" /><Relationship Type="http://schemas.openxmlformats.org/officeDocument/2006/relationships/notesMaster" Target="/ppt/notesMasters/notesMaster1.xml" Id="Rbe786a9fd4754304" /><Relationship Type="http://schemas.openxmlformats.org/officeDocument/2006/relationships/presProps" Target="/ppt/presProps.xml" Id="R4e284fa3faa54a10" /><Relationship Type="http://schemas.openxmlformats.org/officeDocument/2006/relationships/tableStyles" Target="/ppt/tableStyles.xml" Id="R5ef38fba94564cb5" /><Relationship Type="http://schemas.openxmlformats.org/officeDocument/2006/relationships/slide" Target="/ppt/slides/slide1.xml" Id="R7ddde4238db94b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c94435ebee44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578efcfccc42f0" /><Relationship Type="http://schemas.openxmlformats.org/officeDocument/2006/relationships/notesMaster" Target="/ppt/notesMasters/notesMaster1.xml" Id="Rff6620bd11654b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semantic source: source/semantic_figure.json</a:t>
            </a:r>
          </a:p>
          <a:p xmlns:a="http://schemas.openxmlformats.org/drawingml/2006/main">
            <a:r>
              <a:t>Figure ID: deep-image-prior-C-presentation</a:t>
            </a:r>
          </a:p>
          <a:p xmlns:a="http://schemas.openxmlformats.org/drawingml/2006/main">
            <a:r>
              <a:t>Equations:</a:t>
            </a:r>
          </a:p>
          <a:p xmlns:a="http://schemas.openxmlformats.org/drawingml/2006/main">
            <a:r>
              <a:t>eq_z: z</a:t>
            </a:r>
          </a:p>
          <a:p xmlns:a="http://schemas.openxmlformats.org/drawingml/2006/main">
            <a:r>
              <a:t>eq_generator: G_{\theta}</a:t>
            </a:r>
          </a:p>
          <a:p xmlns:a="http://schemas.openxmlformats.org/drawingml/2006/main">
            <a:r>
              <a:t>eq_xhat: \hat{x}</a:t>
            </a:r>
          </a:p>
          <a:p xmlns:a="http://schemas.openxmlformats.org/drawingml/2006/main">
            <a:r>
              <a:t>eq_operator: A</a:t>
            </a:r>
          </a:p>
          <a:p xmlns:a="http://schemas.openxmlformats.org/drawingml/2006/main">
            <a:r>
              <a:t>eq_yhat: \hat{y}</a:t>
            </a:r>
          </a:p>
          <a:p xmlns:a="http://schemas.openxmlformats.org/drawingml/2006/main">
            <a:r>
              <a:t>eq_y: y</a:t>
            </a:r>
          </a:p>
          <a:p xmlns:a="http://schemas.openxmlformats.org/drawingml/2006/main">
            <a:r>
              <a:t>eq_loss: \lVert\cdot\rVert_2^2</a:t>
            </a:r>
          </a:p>
          <a:p xmlns:a="http://schemas.openxmlformats.org/drawingml/2006/main">
            <a:r>
              <a:t>eq_objective: \theta^\* = \operatorname*{arg\,min}_{\theta}\lVert A G_{\theta}(z)-y\rVert_2^2</a:t>
            </a:r>
          </a:p>
          <a:p xmlns:a="http://schemas.openxmlformats.org/drawingml/2006/main">
            <a:r>
              <a:t>eq_reconstruction: \hat{x}=G_{\theta^\*}(z)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eabbbcf0746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cb6a5134d241c0" /><Relationship Type="http://schemas.openxmlformats.org/officeDocument/2006/relationships/slideLayout" Target="/ppt/slideLayouts/slideLayout1.xml" Id="R62f0ee6f112246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f0ee6f112246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4629ba8624803" /><Relationship Type="http://schemas.openxmlformats.org/officeDocument/2006/relationships/notesSlide" Target="/ppt/notesSlides/notesSlide1.xml" Id="R7816f444a00b4309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BFB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72" name="measurement-panel">
            <ns1:extLst>
              <ns1:ext uri="{FF2B5EF4-FFF2-40B4-BE49-F238E27FC236}">
                <ns2:creationId id="{37C73074-0EB9-470F-90F0-380FDFD66ED4}"/>
              </ns1:ext>
            </ns1:extLst>
          </ns0:cNvPr>
          <ns0:cNvSpPr>
            <ns1:spLocks noGrp="1"/>
          </ns0:cNvSpPr>
          <ns0:nvPr/>
        </ns0:nvSpPr>
        <ns0:spPr>
          <ns1:xfrm>
            <ns1:off x="12163425" y="914400"/>
            <ns1:ext cx="2790825" cy="5676900"/>
          </ns1:xfrm>
          <ns1:prstGeom prst="roundRect">
            <ns1:avLst>
              <ns1:gd name="adj" fmla="val 2730"/>
            </ns1:avLst>
          </ns1:prstGeom>
          <ns1:solidFill>
            <ns1:srgbClr val="EFF5FB"/>
          </ns1:solidFill>
          <ns1:ln w="28575">
            <ns1:solidFill>
              <ns1:srgbClr val="648EC4"/>
            </ns1:solidFill>
            <ns1:prstDash val="dash"/>
          </ns1:ln>
        </ns0:spPr>
      </ns0:sp>
      <ns0:sp>
        <ns0:nvSpPr>
          <ns0:cNvPr id="2" name="noise-frame">
            <ns1:extLst>
              <ns1:ext uri="{FF2B5EF4-FFF2-40B4-BE49-F238E27FC236}">
                <ns2:creationId id="{DFD8A4AF-23ED-4CDA-BBC1-2D1490BF81B7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1952625"/>
            <ns1:ext cx="2047875" cy="2095500"/>
          </ns1:xfrm>
          <ns1:prstGeom prst="roundRect">
            <ns1:avLst>
              <ns1:gd name="adj" fmla="val 3721"/>
            </ns1:avLst>
          </ns1:prstGeom>
          <ns1:solidFill>
            <ns1:srgbClr val="FFFFFF"/>
          </ns1:solidFill>
          <ns1:ln w="28575">
            <ns1:solidFill>
              <ns1:srgbClr val="0E2061"/>
            </ns1:solidFill>
            <ns1:prstDash val="solid"/>
          </ns1:ln>
        </ns0:spPr>
      </ns0:sp>
      <ns0:sp>
        <ns0:nvSpPr>
          <ns0:cNvPr id="3" name="generator-frame">
            <ns1:extLst>
              <ns1:ext uri="{FF2B5EF4-FFF2-40B4-BE49-F238E27FC236}">
                <ns2:creationId id="{9183335A-021C-4F21-8AB4-099E3760C2BB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1743075"/>
            <ns1:ext cx="3524250" cy="2695575"/>
          </ns1:xfrm>
          <ns1:prstGeom prst="roundRect">
            <ns1:avLst>
              <ns1:gd name="adj" fmla="val 2827"/>
            </ns1:avLst>
          </ns1:prstGeom>
          <ns1:solidFill>
            <ns1:srgbClr val="F7F3FB"/>
          </ns1:solidFill>
          <ns1:ln w="30480">
            <ns1:solidFill>
              <ns1:srgbClr val="57218C"/>
            </ns1:solidFill>
            <ns1:prstDash val="solid"/>
          </ns1:ln>
        </ns0:spPr>
      </ns0:sp>
      <ns0:sp>
        <ns0:nvSpPr>
          <ns0:cNvPr id="4" name="reconstruction-background">
            <ns1:extLst>
              <ns1:ext uri="{FF2B5EF4-FFF2-40B4-BE49-F238E27FC236}">
                <ns2:creationId id="{2B999B17-37F8-491C-A473-680BD68F5EEC}"/>
              </ns1:ext>
            </ns1:extLst>
          </ns0:cNvPr>
          <ns0:cNvSpPr>
            <ns1:spLocks noGrp="1"/>
          </ns0:cNvSpPr>
          <ns0:nvPr/>
        </ns0:nvSpPr>
        <ns0:spPr>
          <ns1:xfrm>
            <ns1:off x="7572375" y="2000250"/>
            <ns1:ext cx="2076450" cy="2143125"/>
          </ns1:xfrm>
          <ns1:prstGeom prst="roundRect">
            <ns1:avLst>
              <ns1:gd name="adj" fmla="val 3670"/>
            </ns1:avLst>
          </ns1:prstGeom>
          <ns1:solidFill>
            <ns1:srgbClr val="ECEFF3"/>
          </ns1:solidFill>
          <ns1:ln w="30480">
            <ns1:solidFill>
              <ns1:srgbClr val="125460"/>
            </ns1:solidFill>
            <ns1:prstDash val="solid"/>
          </ns1:ln>
        </ns0:spPr>
      </ns0:sp>
      <ns0:sp>
        <ns0:nvSpPr>
          <ns0:cNvPr id="5" name="operator-frame">
            <ns1:extLst>
              <ns1:ext uri="{FF2B5EF4-FFF2-40B4-BE49-F238E27FC236}">
                <ns2:creationId id="{08843F37-2134-4FFB-8AF9-61CFF792D863}"/>
              </ns1:ext>
            </ns1:extLst>
          </ns0:cNvPr>
          <ns0:cNvSpPr>
            <ns1:spLocks noGrp="1"/>
          </ns0:cNvSpPr>
          <ns0:nvPr/>
        </ns0:nvSpPr>
        <ns0:spPr>
          <ns1:xfrm>
            <ns1:off x="10363200" y="2476500"/>
            <ns1:ext cx="1066800" cy="1047750"/>
          </ns1:xfrm>
          <ns1:prstGeom prst="roundRect">
            <ns1:avLst>
              <ns1:gd name="adj" fmla="val 7273"/>
            </ns1:avLst>
          </ns1:prstGeom>
          <ns1:solidFill>
            <ns1:srgbClr val="FFF8ED"/>
          </ns1:solidFill>
          <ns1:ln w="28575">
            <ns1:solidFill>
              <ns1:srgbClr val="C37107"/>
            </ns1:solidFill>
            <ns1:prstDash val="solid"/>
          </ns1:ln>
        </ns0:spPr>
      </ns0:sp>
      <ns0:sp>
        <ns0:nvSpPr>
          <ns0:cNvPr id="6" name="predicted-frame">
            <ns1:extLst>
              <ns1:ext uri="{FF2B5EF4-FFF2-40B4-BE49-F238E27FC236}">
                <ns2:creationId id="{25634362-34A1-4319-8705-EE4A2F8623A1}"/>
              </ns1:ext>
            </ns1:extLst>
          </ns0:cNvPr>
          <ns0:cNvSpPr>
            <ns1:spLocks noGrp="1"/>
          </ns0:cNvSpPr>
          <ns0:nvPr/>
        </ns0:nvSpPr>
        <ns0:spPr>
          <ns1:xfrm>
            <ns1:off x="12439650" y="1657350"/>
            <ns1:ext cx="2238375" cy="1200150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28575">
            <ns1:solidFill>
              <ns1:srgbClr val="0E2061"/>
            </ns1:solidFill>
            <ns1:prstDash val="solid"/>
          </ns1:ln>
        </ns0:spPr>
      </ns0:sp>
      <ns0:sp>
        <ns0:nvSpPr>
          <ns0:cNvPr id="7" name="observed-frame">
            <ns1:extLst>
              <ns1:ext uri="{FF2B5EF4-FFF2-40B4-BE49-F238E27FC236}">
                <ns2:creationId id="{9891EA8B-2FFC-4624-9C53-54D9C770DC97}"/>
              </ns1:ext>
            </ns1:extLst>
          </ns0:cNvPr>
          <ns0:cNvSpPr>
            <ns1:spLocks noGrp="1"/>
          </ns0:cNvSpPr>
          <ns0:nvPr/>
        </ns0:nvSpPr>
        <ns0:spPr>
          <ns1:xfrm>
            <ns1:off x="12439650" y="4714875"/>
            <ns1:ext cx="2238375" cy="1200150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28575">
            <ns1:solidFill>
              <ns1:srgbClr val="0E2061"/>
            </ns1:solidFill>
            <ns1:prstDash val="solid"/>
          </ns1:ln>
        </ns0:spPr>
      </ns0:sp>
      <ns0:sp>
        <ns0:nvSpPr>
          <ns0:cNvPr id="8" name="comparison-node">
            <ns1:extLst>
              <ns1:ext uri="{FF2B5EF4-FFF2-40B4-BE49-F238E27FC236}">
                <ns2:creationId id="{5FEB9F6D-0E1E-48D8-B0BA-EA5BC52097A2}"/>
              </ns1:ext>
            </ns1:extLst>
          </ns0:cNvPr>
          <ns0:cNvSpPr>
            <ns1:spLocks noGrp="1"/>
          </ns0:cNvSpPr>
          <ns0:nvPr/>
        </ns0:nvSpPr>
        <ns0:spPr>
          <ns1:xfrm>
            <ns1:off x="13020675" y="3248025"/>
            <ns1:ext cx="1066800" cy="106680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0E2061"/>
            </ns1:solidFill>
            <ns1:prstDash val="solid"/>
          </ns1:ln>
        </ns0:spPr>
      </ns0:sp>
      <ns0:sp>
        <ns0:nvSpPr>
          <ns0:cNvPr id="9" name="noise-dot-c-001">
            <ns1:extLst>
              <ns1:ext uri="{FF2B5EF4-FFF2-40B4-BE49-F238E27FC236}">
                <ns2:creationId id="{4E7F3853-D49E-4CC2-9F5A-7EFE526F8DA1}"/>
              </ns1:ext>
            </ns1:extLst>
          </ns0:cNvPr>
          <ns0:cNvSpPr>
            <ns1:spLocks noGrp="1"/>
          </ns0:cNvSpPr>
          <ns0:nvPr/>
        </ns0:nvSpPr>
        <ns0:spPr>
          <ns1:xfrm>
            <ns1:off x="1435779" y="2362090"/>
            <ns1:ext cx="27301" cy="27301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0" name="noise-dot-c-002">
            <ns1:extLst>
              <ns1:ext uri="{FF2B5EF4-FFF2-40B4-BE49-F238E27FC236}">
                <ns2:creationId id="{BFAB7DBF-4F9B-4FC2-B56B-8E6F727E324D}"/>
              </ns1:ext>
            </ns1:extLst>
          </ns0:cNvPr>
          <ns0:cNvSpPr>
            <ns1:spLocks noGrp="1"/>
          </ns0:cNvSpPr>
          <ns0:nvPr/>
        </ns0:nvSpPr>
        <ns0:spPr>
          <ns1:xfrm>
            <ns1:off x="527375" y="3296601"/>
            <ns1:ext cx="15153" cy="15153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1" name="noise-dot-c-003">
            <ns1:extLst>
              <ns1:ext uri="{FF2B5EF4-FFF2-40B4-BE49-F238E27FC236}">
                <ns2:creationId id="{B39D25F8-8169-44AB-895E-F14623F38DAD}"/>
              </ns1:ext>
            </ns1:extLst>
          </ns0:cNvPr>
          <ns0:cNvSpPr>
            <ns1:spLocks noGrp="1"/>
          </ns0:cNvSpPr>
          <ns0:nvPr/>
        </ns0:nvSpPr>
        <ns0:spPr>
          <ns1:xfrm>
            <ns1:off x="839352" y="2401172"/>
            <ns1:ext cx="28272" cy="28272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2" name="noise-dot-c-004">
            <ns1:extLst>
              <ns1:ext uri="{FF2B5EF4-FFF2-40B4-BE49-F238E27FC236}">
                <ns2:creationId id="{02059EAA-B8EE-4C0C-9B3A-CEE6CDADAE51}"/>
              </ns1:ext>
            </ns1:extLst>
          </ns0:cNvPr>
          <ns0:cNvSpPr>
            <ns1:spLocks noGrp="1"/>
          </ns0:cNvSpPr>
          <ns0:nvPr/>
        </ns0:nvSpPr>
        <ns0:spPr>
          <ns1:xfrm>
            <ns1:off x="1516446" y="2914175"/>
            <ns1:ext cx="33705" cy="33705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3" name="noise-dot-c-005">
            <ns1:extLst>
              <ns1:ext uri="{FF2B5EF4-FFF2-40B4-BE49-F238E27FC236}">
                <ns2:creationId id="{186B4D08-5CCD-4688-8D63-FE229387FE00}"/>
              </ns1:ext>
            </ns1:extLst>
          </ns0:cNvPr>
          <ns0:cNvSpPr>
            <ns1:spLocks noGrp="1"/>
          </ns0:cNvSpPr>
          <ns0:nvPr/>
        </ns0:nvSpPr>
        <ns0:spPr>
          <ns1:xfrm>
            <ns1:off x="2067600" y="3244630"/>
            <ns1:ext cx="31231" cy="3123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4" name="noise-dot-c-006">
            <ns1:extLst>
              <ns1:ext uri="{FF2B5EF4-FFF2-40B4-BE49-F238E27FC236}">
                <ns2:creationId id="{72B5FF35-4949-416D-A27D-9CD23A7D1818}"/>
              </ns1:ext>
            </ns1:extLst>
          </ns0:cNvPr>
          <ns0:cNvSpPr>
            <ns1:spLocks noGrp="1"/>
          </ns0:cNvSpPr>
          <ns0:nvPr/>
        </ns0:nvSpPr>
        <ns0:spPr>
          <ns1:xfrm>
            <ns1:off x="2108028" y="3227293"/>
            <ns1:ext cx="23380" cy="23380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5" name="noise-dot-c-007">
            <ns1:extLst>
              <ns1:ext uri="{FF2B5EF4-FFF2-40B4-BE49-F238E27FC236}">
                <ns2:creationId id="{8E8D9570-B1E6-4223-B0FD-B8884BAAD1EA}"/>
              </ns1:ext>
            </ns1:extLst>
          </ns0:cNvPr>
          <ns0:cNvSpPr>
            <ns1:spLocks noGrp="1"/>
          </ns0:cNvSpPr>
          <ns0:nvPr/>
        </ns0:nvSpPr>
        <ns0:spPr>
          <ns1:xfrm>
            <ns1:off x="811163" y="2111672"/>
            <ns1:ext cx="21239" cy="21239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6" name="noise-dot-c-008">
            <ns1:extLst>
              <ns1:ext uri="{FF2B5EF4-FFF2-40B4-BE49-F238E27FC236}">
                <ns2:creationId id="{B7A3C000-08A7-467A-9FDB-19D51912792C}"/>
              </ns1:ext>
            </ns1:extLst>
          </ns0:cNvPr>
          <ns0:cNvSpPr>
            <ns1:spLocks noGrp="1"/>
          </ns0:cNvSpPr>
          <ns0:nvPr/>
        </ns0:nvSpPr>
        <ns0:spPr>
          <ns1:xfrm>
            <ns1:off x="1887492" y="3131975"/>
            <ns1:ext cx="33348" cy="3334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7" name="noise-dot-c-009">
            <ns1:extLst>
              <ns1:ext uri="{FF2B5EF4-FFF2-40B4-BE49-F238E27FC236}">
                <ns2:creationId id="{DC5944A6-3657-42B9-824E-853D34EF3344}"/>
              </ns1:ext>
            </ns1:extLst>
          </ns0:cNvPr>
          <ns0:cNvSpPr>
            <ns1:spLocks noGrp="1"/>
          </ns0:cNvSpPr>
          <ns0:nvPr/>
        </ns0:nvSpPr>
        <ns0:spPr>
          <ns1:xfrm>
            <ns1:off x="1833366" y="3420134"/>
            <ns1:ext cx="33048" cy="3304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8" name="noise-dot-c-010">
            <ns1:extLst>
              <ns1:ext uri="{FF2B5EF4-FFF2-40B4-BE49-F238E27FC236}">
                <ns2:creationId id="{59B2498F-043D-4A70-A42F-B672CFB6A06A}"/>
              </ns1:ext>
            </ns1:extLst>
          </ns0:cNvPr>
          <ns0:cNvSpPr>
            <ns1:spLocks noGrp="1"/>
          </ns0:cNvSpPr>
          <ns0:nvPr/>
        </ns0:nvSpPr>
        <ns0:spPr>
          <ns1:xfrm>
            <ns1:off x="1192130" y="3430645"/>
            <ns1:ext cx="29241" cy="2924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9" name="noise-dot-c-011">
            <ns1:extLst>
              <ns1:ext uri="{FF2B5EF4-FFF2-40B4-BE49-F238E27FC236}">
                <ns2:creationId id="{8515AA87-8D96-49EA-9AEC-33B52CBEF4F9}"/>
              </ns1:ext>
            </ns1:extLst>
          </ns0:cNvPr>
          <ns0:cNvSpPr>
            <ns1:spLocks noGrp="1"/>
          </ns0:cNvSpPr>
          <ns0:nvPr/>
        </ns0:nvSpPr>
        <ns0:spPr>
          <ns1:xfrm>
            <ns1:off x="1368048" y="2440726"/>
            <ns1:ext cx="24357" cy="24357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0" name="noise-dot-c-012">
            <ns1:extLst>
              <ns1:ext uri="{FF2B5EF4-FFF2-40B4-BE49-F238E27FC236}">
                <ns2:creationId id="{FBAFBF3A-26A5-4DD8-B201-871EE9EFDDD7}"/>
              </ns1:ext>
            </ns1:extLst>
          </ns0:cNvPr>
          <ns0:cNvSpPr>
            <ns1:spLocks noGrp="1"/>
          </ns0:cNvSpPr>
          <ns0:nvPr/>
        </ns0:nvSpPr>
        <ns0:spPr>
          <ns1:xfrm>
            <ns1:off x="1248103" y="3412270"/>
            <ns1:ext cx="14350" cy="14350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1" name="noise-dot-c-013">
            <ns1:extLst>
              <ns1:ext uri="{FF2B5EF4-FFF2-40B4-BE49-F238E27FC236}">
                <ns2:creationId id="{35A8BF69-FC86-4E4F-9F5A-321E4F79867F}"/>
              </ns1:ext>
            </ns1:extLst>
          </ns0:cNvPr>
          <ns0:cNvSpPr>
            <ns1:spLocks noGrp="1"/>
          </ns0:cNvSpPr>
          <ns0:nvPr/>
        </ns0:nvSpPr>
        <ns0:spPr>
          <ns1:xfrm>
            <ns1:off x="930022" y="2556555"/>
            <ns1:ext cx="26474" cy="26474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2" name="noise-dot-c-014">
            <ns1:extLst>
              <ns1:ext uri="{FF2B5EF4-FFF2-40B4-BE49-F238E27FC236}">
                <ns2:creationId id="{95C7FC24-6EA5-4800-8765-DD2761C82D32}"/>
              </ns1:ext>
            </ns1:extLst>
          </ns0:cNvPr>
          <ns0:cNvSpPr>
            <ns1:spLocks noGrp="1"/>
          </ns0:cNvSpPr>
          <ns0:nvPr/>
        </ns0:nvSpPr>
        <ns0:spPr>
          <ns1:xfrm>
            <ns1:off x="1681396" y="3106327"/>
            <ns1:ext cx="18277" cy="18277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3" name="noise-dot-c-015">
            <ns1:extLst>
              <ns1:ext uri="{FF2B5EF4-FFF2-40B4-BE49-F238E27FC236}">
                <ns2:creationId id="{DEEA4951-D0BA-454F-BA07-C29269770ADC}"/>
              </ns1:ext>
            </ns1:extLst>
          </ns0:cNvPr>
          <ns0:cNvSpPr>
            <ns1:spLocks noGrp="1"/>
          </ns0:cNvSpPr>
          <ns0:nvPr/>
        </ns0:nvSpPr>
        <ns0:spPr>
          <ns1:xfrm>
            <ns1:off x="1733052" y="3719353"/>
            <ns1:ext cx="24596" cy="24596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4" name="noise-dot-c-016">
            <ns1:extLst>
              <ns1:ext uri="{FF2B5EF4-FFF2-40B4-BE49-F238E27FC236}">
                <ns2:creationId id="{D80844D8-8630-4261-BBB0-5D8418DB27B1}"/>
              </ns1:ext>
            </ns1:extLst>
          </ns0:cNvPr>
          <ns0:cNvSpPr>
            <ns1:spLocks noGrp="1"/>
          </ns0:cNvSpPr>
          <ns0:nvPr/>
        </ns0:nvSpPr>
        <ns0:spPr>
          <ns1:xfrm>
            <ns1:off x="2039869" y="3092455"/>
            <ns1:ext cx="32883" cy="32883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5" name="noise-dot-c-017">
            <ns1:extLst>
              <ns1:ext uri="{FF2B5EF4-FFF2-40B4-BE49-F238E27FC236}">
                <ns2:creationId id="{1FD6D22E-7059-419E-B22B-6D77C6310B20}"/>
              </ns1:ext>
            </ns1:extLst>
          </ns0:cNvPr>
          <ns0:cNvSpPr>
            <ns1:spLocks noGrp="1"/>
          </ns0:cNvSpPr>
          <ns0:nvPr/>
        </ns0:nvSpPr>
        <ns0:spPr>
          <ns1:xfrm>
            <ns1:off x="1454617" y="2561201"/>
            <ns1:ext cx="16634" cy="16634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6" name="noise-dot-c-018">
            <ns1:extLst>
              <ns1:ext uri="{FF2B5EF4-FFF2-40B4-BE49-F238E27FC236}">
                <ns2:creationId id="{4CC555BF-9391-4F73-8CD7-77260F9E9228}"/>
              </ns1:ext>
            </ns1:extLst>
          </ns0:cNvPr>
          <ns0:cNvSpPr>
            <ns1:spLocks noGrp="1"/>
          </ns0:cNvSpPr>
          <ns0:nvPr/>
        </ns0:nvSpPr>
        <ns0:spPr>
          <ns1:xfrm>
            <ns1:off x="997847" y="3001999"/>
            <ns1:ext cx="15087" cy="15087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7" name="noise-dot-c-019">
            <ns1:extLst>
              <ns1:ext uri="{FF2B5EF4-FFF2-40B4-BE49-F238E27FC236}">
                <ns2:creationId id="{816D02DE-5A3B-4DDF-A670-C87576812F10}"/>
              </ns1:ext>
            </ns1:extLst>
          </ns0:cNvPr>
          <ns0:cNvSpPr>
            <ns1:spLocks noGrp="1"/>
          </ns0:cNvSpPr>
          <ns0:nvPr/>
        </ns0:nvSpPr>
        <ns0:spPr>
          <ns1:xfrm>
            <ns1:off x="580575" y="2594252"/>
            <ns1:ext cx="30354" cy="30354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8" name="noise-dot-c-020">
            <ns1:extLst>
              <ns1:ext uri="{FF2B5EF4-FFF2-40B4-BE49-F238E27FC236}">
                <ns2:creationId id="{874E3627-AED7-40BA-B53D-6C2B6FB9DAC9}"/>
              </ns1:ext>
            </ns1:extLst>
          </ns0:cNvPr>
          <ns0:cNvSpPr>
            <ns1:spLocks noGrp="1"/>
          </ns0:cNvSpPr>
          <ns0:nvPr/>
        </ns0:nvSpPr>
        <ns0:spPr>
          <ns1:xfrm>
            <ns1:off x="1182401" y="2362951"/>
            <ns1:ext cx="19905" cy="19905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9" name="noise-dot-c-021">
            <ns1:extLst>
              <ns1:ext uri="{FF2B5EF4-FFF2-40B4-BE49-F238E27FC236}">
                <ns2:creationId id="{7F6248D9-FC44-419D-90D2-E433FEA31F23}"/>
              </ns1:ext>
            </ns1:extLst>
          </ns0:cNvPr>
          <ns0:cNvSpPr>
            <ns1:spLocks noGrp="1"/>
          </ns0:cNvSpPr>
          <ns0:nvPr/>
        </ns0:nvSpPr>
        <ns0:spPr>
          <ns1:xfrm>
            <ns1:off x="924633" y="3646530"/>
            <ns1:ext cx="29858" cy="2985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30" name="noise-dot-c-022">
            <ns1:extLst>
              <ns1:ext uri="{FF2B5EF4-FFF2-40B4-BE49-F238E27FC236}">
                <ns2:creationId id="{3FFFE3A4-50B4-4F37-8A00-93BA9BD30561}"/>
              </ns1:ext>
            </ns1:extLst>
          </ns0:cNvPr>
          <ns0:cNvSpPr>
            <ns1:spLocks noGrp="1"/>
          </ns0:cNvSpPr>
          <ns0:nvPr/>
        </ns0:nvSpPr>
        <ns0:spPr>
          <ns1:xfrm>
            <ns1:off x="1519618" y="3162498"/>
            <ns1:ext cx="31436" cy="3143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31" name="noise-dot-c-023">
            <ns1:extLst>
              <ns1:ext uri="{FF2B5EF4-FFF2-40B4-BE49-F238E27FC236}">
                <ns2:creationId id="{6A207833-E127-42D4-9637-A7B18DCFC3F2}"/>
              </ns1:ext>
            </ns1:extLst>
          </ns0:cNvPr>
          <ns0:cNvSpPr>
            <ns1:spLocks noGrp="1"/>
          </ns0:cNvSpPr>
          <ns0:nvPr/>
        </ns0:nvSpPr>
        <ns0:spPr>
          <ns1:xfrm>
            <ns1:off x="2023749" y="2708983"/>
            <ns1:ext cx="15225" cy="15225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32" name="noise-dot-c-024">
            <ns1:extLst>
              <ns1:ext uri="{FF2B5EF4-FFF2-40B4-BE49-F238E27FC236}">
                <ns2:creationId id="{B3EF579D-DFE2-45D4-A042-9400086FAEEA}"/>
              </ns1:ext>
            </ns1:extLst>
          </ns0:cNvPr>
          <ns0:cNvSpPr>
            <ns1:spLocks noGrp="1"/>
          </ns0:cNvSpPr>
          <ns0:nvPr/>
        </ns0:nvSpPr>
        <ns0:spPr>
          <ns1:xfrm>
            <ns1:off x="1731919" y="3508070"/>
            <ns1:ext cx="19181" cy="1918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33" name="noise-dot-c-025">
            <ns1:extLst>
              <ns1:ext uri="{FF2B5EF4-FFF2-40B4-BE49-F238E27FC236}">
                <ns2:creationId id="{3F9F61F8-5FE5-4950-B296-9EC6B7F5E779}"/>
              </ns1:ext>
            </ns1:extLst>
          </ns0:cNvPr>
          <ns0:cNvSpPr>
            <ns1:spLocks noGrp="1"/>
          </ns0:cNvSpPr>
          <ns0:nvPr/>
        </ns0:nvSpPr>
        <ns0:spPr>
          <ns1:xfrm>
            <ns1:off x="2109346" y="3296947"/>
            <ns1:ext cx="30092" cy="30092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34" name="noise-dot-c-026">
            <ns1:extLst>
              <ns1:ext uri="{FF2B5EF4-FFF2-40B4-BE49-F238E27FC236}">
                <ns2:creationId id="{DEF5B93C-CBB6-490F-9D84-C545416FFF61}"/>
              </ns1:ext>
            </ns1:extLst>
          </ns0:cNvPr>
          <ns0:cNvSpPr>
            <ns1:spLocks noGrp="1"/>
          </ns0:cNvSpPr>
          <ns0:nvPr/>
        </ns0:nvSpPr>
        <ns0:spPr>
          <ns1:xfrm>
            <ns1:off x="1720506" y="3421597"/>
            <ns1:ext cx="33237" cy="33237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35" name="noise-dot-c-027">
            <ns1:extLst>
              <ns1:ext uri="{FF2B5EF4-FFF2-40B4-BE49-F238E27FC236}">
                <ns2:creationId id="{915E02B0-E4B7-4F3B-B758-73996B2821F8}"/>
              </ns1:ext>
            </ns1:extLst>
          </ns0:cNvPr>
          <ns0:cNvSpPr>
            <ns1:spLocks noGrp="1"/>
          </ns0:cNvSpPr>
          <ns0:nvPr/>
        </ns0:nvSpPr>
        <ns0:spPr>
          <ns1:xfrm>
            <ns1:off x="1154164" y="3661765"/>
            <ns1:ext cx="33688" cy="3368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36" name="noise-dot-c-028">
            <ns1:extLst>
              <ns1:ext uri="{FF2B5EF4-FFF2-40B4-BE49-F238E27FC236}">
                <ns2:creationId id="{53C4ED17-4D3D-4893-9101-14FF547AF2E1}"/>
              </ns1:ext>
            </ns1:extLst>
          </ns0:cNvPr>
          <ns0:cNvSpPr>
            <ns1:spLocks noGrp="1"/>
          </ns0:cNvSpPr>
          <ns0:nvPr/>
        </ns0:nvSpPr>
        <ns0:spPr>
          <ns1:xfrm>
            <ns1:off x="1254245" y="3131121"/>
            <ns1:ext cx="19106" cy="19106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37" name="noise-dot-c-029">
            <ns1:extLst>
              <ns1:ext uri="{FF2B5EF4-FFF2-40B4-BE49-F238E27FC236}">
                <ns2:creationId id="{BA61F6C2-7BD3-4690-BCAE-1E278108C4F4}"/>
              </ns1:ext>
            </ns1:extLst>
          </ns0:cNvPr>
          <ns0:cNvSpPr>
            <ns1:spLocks noGrp="1"/>
          </ns0:cNvSpPr>
          <ns0:nvPr/>
        </ns0:nvSpPr>
        <ns0:spPr>
          <ns1:xfrm>
            <ns1:off x="1059659" y="3769716"/>
            <ns1:ext cx="29140" cy="29140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38" name="noise-dot-c-030">
            <ns1:extLst>
              <ns1:ext uri="{FF2B5EF4-FFF2-40B4-BE49-F238E27FC236}">
                <ns2:creationId id="{303AAE10-8A29-4A8B-99FA-F28C329341E3}"/>
              </ns1:ext>
            </ns1:extLst>
          </ns0:cNvPr>
          <ns0:cNvSpPr>
            <ns1:spLocks noGrp="1"/>
          </ns0:cNvSpPr>
          <ns0:nvPr/>
        </ns0:nvSpPr>
        <ns0:spPr>
          <ns1:xfrm>
            <ns1:off x="1626946" y="2263784"/>
            <ns1:ext cx="29063" cy="29063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39" name="noise-dot-c-031">
            <ns1:extLst>
              <ns1:ext uri="{FF2B5EF4-FFF2-40B4-BE49-F238E27FC236}">
                <ns2:creationId id="{610B0F1A-DBCB-429C-B02E-7B2DD3857D4B}"/>
              </ns1:ext>
            </ns1:extLst>
          </ns0:cNvPr>
          <ns0:cNvSpPr>
            <ns1:spLocks noGrp="1"/>
          </ns0:cNvSpPr>
          <ns0:nvPr/>
        </ns0:nvSpPr>
        <ns0:spPr>
          <ns1:xfrm>
            <ns1:off x="1883902" y="3412308"/>
            <ns1:ext cx="26533" cy="26533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40" name="noise-dot-c-032">
            <ns1:extLst>
              <ns1:ext uri="{FF2B5EF4-FFF2-40B4-BE49-F238E27FC236}">
                <ns2:creationId id="{6B5FD577-A55E-4A99-9210-6B839D7B19CB}"/>
              </ns1:ext>
            </ns1:extLst>
          </ns0:cNvPr>
          <ns0:cNvSpPr>
            <ns1:spLocks noGrp="1"/>
          </ns0:cNvSpPr>
          <ns0:nvPr/>
        </ns0:nvSpPr>
        <ns0:spPr>
          <ns1:xfrm>
            <ns1:off x="2047140" y="2932654"/>
            <ns1:ext cx="18239" cy="18239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41" name="noise-dot-c-033">
            <ns1:extLst>
              <ns1:ext uri="{FF2B5EF4-FFF2-40B4-BE49-F238E27FC236}">
                <ns2:creationId id="{0670EC1C-EAA6-4710-BE41-5D7DC3947F5C}"/>
              </ns1:ext>
            </ns1:extLst>
          </ns0:cNvPr>
          <ns0:cNvSpPr>
            <ns1:spLocks noGrp="1"/>
          </ns0:cNvSpPr>
          <ns0:nvPr/>
        </ns0:nvSpPr>
        <ns0:spPr>
          <ns1:xfrm>
            <ns1:off x="1571963" y="3164738"/>
            <ns1:ext cx="23059" cy="23059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42" name="noise-dot-c-034">
            <ns1:extLst>
              <ns1:ext uri="{FF2B5EF4-FFF2-40B4-BE49-F238E27FC236}">
                <ns2:creationId id="{6DE992AA-0390-4E14-9240-A4632B1B86B8}"/>
              </ns1:ext>
            </ns1:extLst>
          </ns0:cNvPr>
          <ns0:cNvSpPr>
            <ns1:spLocks noGrp="1"/>
          </ns0:cNvSpPr>
          <ns0:nvPr/>
        </ns0:nvSpPr>
        <ns0:spPr>
          <ns1:xfrm>
            <ns1:off x="2001771" y="2112050"/>
            <ns1:ext cx="17643" cy="17643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43" name="noise-dot-c-035">
            <ns1:extLst>
              <ns1:ext uri="{FF2B5EF4-FFF2-40B4-BE49-F238E27FC236}">
                <ns2:creationId id="{1C7C098C-090B-445D-83A9-AC728EE3198C}"/>
              </ns1:ext>
            </ns1:extLst>
          </ns0:cNvPr>
          <ns0:cNvSpPr>
            <ns1:spLocks noGrp="1"/>
          </ns0:cNvSpPr>
          <ns0:nvPr/>
        </ns0:nvSpPr>
        <ns0:spPr>
          <ns1:xfrm>
            <ns1:off x="860793" y="3363968"/>
            <ns1:ext cx="34769" cy="34769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44" name="noise-dot-c-036">
            <ns1:extLst>
              <ns1:ext uri="{FF2B5EF4-FFF2-40B4-BE49-F238E27FC236}">
                <ns2:creationId id="{C2CD14D1-CCCE-4E31-B674-AC89B9062AA0}"/>
              </ns1:ext>
            </ns1:extLst>
          </ns0:cNvPr>
          <ns0:cNvSpPr>
            <ns1:spLocks noGrp="1"/>
          </ns0:cNvSpPr>
          <ns0:nvPr/>
        </ns0:nvSpPr>
        <ns0:spPr>
          <ns1:xfrm>
            <ns1:off x="2044893" y="3389690"/>
            <ns1:ext cx="28827" cy="28827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45" name="noise-dot-c-037">
            <ns1:extLst>
              <ns1:ext uri="{FF2B5EF4-FFF2-40B4-BE49-F238E27FC236}">
                <ns2:creationId id="{C775B07B-1F12-4FF8-BE9B-4EF0007361C6}"/>
              </ns1:ext>
            </ns1:extLst>
          </ns0:cNvPr>
          <ns0:cNvSpPr>
            <ns1:spLocks noGrp="1"/>
          </ns0:cNvSpPr>
          <ns0:nvPr/>
        </ns0:nvSpPr>
        <ns0:spPr>
          <ns1:xfrm>
            <ns1:off x="1663258" y="3495005"/>
            <ns1:ext cx="33267" cy="33267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46" name="noise-dot-c-038">
            <ns1:extLst>
              <ns1:ext uri="{FF2B5EF4-FFF2-40B4-BE49-F238E27FC236}">
                <ns2:creationId id="{DA6F3D0F-6B0A-4FEA-B133-58D1A565081A}"/>
              </ns1:ext>
            </ns1:extLst>
          </ns0:cNvPr>
          <ns0:cNvSpPr>
            <ns1:spLocks noGrp="1"/>
          </ns0:cNvSpPr>
          <ns0:nvPr/>
        </ns0:nvSpPr>
        <ns0:spPr>
          <ns1:xfrm>
            <ns1:off x="915445" y="2907230"/>
            <ns1:ext cx="34907" cy="34907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47" name="noise-dot-c-039">
            <ns1:extLst>
              <ns1:ext uri="{FF2B5EF4-FFF2-40B4-BE49-F238E27FC236}">
                <ns2:creationId id="{55A333EF-17B0-45F1-8DD4-01375750FB96}"/>
              </ns1:ext>
            </ns1:extLst>
          </ns0:cNvPr>
          <ns0:cNvSpPr>
            <ns1:spLocks noGrp="1"/>
          </ns0:cNvSpPr>
          <ns0:nvPr/>
        </ns0:nvSpPr>
        <ns0:spPr>
          <ns1:xfrm>
            <ns1:off x="1610976" y="3480235"/>
            <ns1:ext cx="20427" cy="20427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48" name="noise-dot-c-040">
            <ns1:extLst>
              <ns1:ext uri="{FF2B5EF4-FFF2-40B4-BE49-F238E27FC236}">
                <ns2:creationId id="{13123801-1FC4-4122-BEA9-7C77474F75C5}"/>
              </ns1:ext>
            </ns1:extLst>
          </ns0:cNvPr>
          <ns0:cNvSpPr>
            <ns1:spLocks noGrp="1"/>
          </ns0:cNvSpPr>
          <ns0:nvPr/>
        </ns0:nvSpPr>
        <ns0:spPr>
          <ns1:xfrm>
            <ns1:off x="761031" y="3532060"/>
            <ns1:ext cx="34893" cy="34893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49" name="noise-dot-c-041">
            <ns1:extLst>
              <ns1:ext uri="{FF2B5EF4-FFF2-40B4-BE49-F238E27FC236}">
                <ns2:creationId id="{FCECABA7-3994-451B-84D8-D91AE952CF8E}"/>
              </ns1:ext>
            </ns1:extLst>
          </ns0:cNvPr>
          <ns0:cNvSpPr>
            <ns1:spLocks noGrp="1"/>
          </ns0:cNvSpPr>
          <ns0:nvPr/>
        </ns0:nvSpPr>
        <ns0:spPr>
          <ns1:xfrm>
            <ns1:off x="1123249" y="3753485"/>
            <ns1:ext cx="35024" cy="35024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50" name="noise-dot-c-042">
            <ns1:extLst>
              <ns1:ext uri="{FF2B5EF4-FFF2-40B4-BE49-F238E27FC236}">
                <ns2:creationId id="{C0067C04-8277-4173-A0DA-593FC4B17824}"/>
              </ns1:ext>
            </ns1:extLst>
          </ns0:cNvPr>
          <ns0:cNvSpPr>
            <ns1:spLocks noGrp="1"/>
          </ns0:cNvSpPr>
          <ns0:nvPr/>
        </ns0:nvSpPr>
        <ns0:spPr>
          <ns1:xfrm>
            <ns1:off x="1719930" y="2949364"/>
            <ns1:ext cx="24655" cy="2465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51" name="noise-dot-c-043">
            <ns1:extLst>
              <ns1:ext uri="{FF2B5EF4-FFF2-40B4-BE49-F238E27FC236}">
                <ns2:creationId id="{BE5DC7D9-E29A-4300-9B90-CB3436CC4CDF}"/>
              </ns1:ext>
            </ns1:extLst>
          </ns0:cNvPr>
          <ns0:cNvSpPr>
            <ns1:spLocks noGrp="1"/>
          </ns0:cNvSpPr>
          <ns0:nvPr/>
        </ns0:nvSpPr>
        <ns0:spPr>
          <ns1:xfrm>
            <ns1:off x="1824840" y="3617859"/>
            <ns1:ext cx="23712" cy="23712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52" name="noise-dot-c-044">
            <ns1:extLst>
              <ns1:ext uri="{FF2B5EF4-FFF2-40B4-BE49-F238E27FC236}">
                <ns2:creationId id="{3C9755E2-AC80-4687-95F1-C417F186E672}"/>
              </ns1:ext>
            </ns1:extLst>
          </ns0:cNvPr>
          <ns0:cNvSpPr>
            <ns1:spLocks noGrp="1"/>
          </ns0:cNvSpPr>
          <ns0:nvPr/>
        </ns0:nvSpPr>
        <ns0:spPr>
          <ns1:xfrm>
            <ns1:off x="2199092" y="3555063"/>
            <ns1:ext cx="28608" cy="28608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53" name="noise-dot-c-045">
            <ns1:extLst>
              <ns1:ext uri="{FF2B5EF4-FFF2-40B4-BE49-F238E27FC236}">
                <ns2:creationId id="{9F0F9F21-D01F-4906-97E2-DF3217872BC0}"/>
              </ns1:ext>
            </ns1:extLst>
          </ns0:cNvPr>
          <ns0:cNvSpPr>
            <ns1:spLocks noGrp="1"/>
          </ns0:cNvSpPr>
          <ns0:nvPr/>
        </ns0:nvSpPr>
        <ns0:spPr>
          <ns1:xfrm>
            <ns1:off x="1950604" y="3279086"/>
            <ns1:ext cx="26388" cy="26388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54" name="noise-dot-c-046">
            <ns1:extLst>
              <ns1:ext uri="{FF2B5EF4-FFF2-40B4-BE49-F238E27FC236}">
                <ns2:creationId id="{BE1159DD-2454-4743-9712-75BF11710F54}"/>
              </ns1:ext>
            </ns1:extLst>
          </ns0:cNvPr>
          <ns0:cNvSpPr>
            <ns1:spLocks noGrp="1"/>
          </ns0:cNvSpPr>
          <ns0:nvPr/>
        </ns0:nvSpPr>
        <ns0:spPr>
          <ns1:xfrm>
            <ns1:off x="1139270" y="3801621"/>
            <ns1:ext cx="32532" cy="32532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55" name="noise-dot-c-047">
            <ns1:extLst>
              <ns1:ext uri="{FF2B5EF4-FFF2-40B4-BE49-F238E27FC236}">
                <ns2:creationId id="{4504357C-DDEB-4112-8AF2-8E83C21C114C}"/>
              </ns1:ext>
            </ns1:extLst>
          </ns0:cNvPr>
          <ns0:cNvSpPr>
            <ns1:spLocks noGrp="1"/>
          </ns0:cNvSpPr>
          <ns0:nvPr/>
        </ns0:nvSpPr>
        <ns0:spPr>
          <ns1:xfrm>
            <ns1:off x="1706682" y="3695457"/>
            <ns1:ext cx="32842" cy="32842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56" name="noise-dot-c-048">
            <ns1:extLst>
              <ns1:ext uri="{FF2B5EF4-FFF2-40B4-BE49-F238E27FC236}">
                <ns2:creationId id="{437C802A-1BB0-45EB-B5DC-3DF706345FB7}"/>
              </ns1:ext>
            </ns1:extLst>
          </ns0:cNvPr>
          <ns0:cNvSpPr>
            <ns1:spLocks noGrp="1"/>
          </ns0:cNvSpPr>
          <ns0:nvPr/>
        </ns0:nvSpPr>
        <ns0:spPr>
          <ns1:xfrm>
            <ns1:off x="756062" y="3879683"/>
            <ns1:ext cx="24239" cy="24239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57" name="noise-dot-c-049">
            <ns1:extLst>
              <ns1:ext uri="{FF2B5EF4-FFF2-40B4-BE49-F238E27FC236}">
                <ns2:creationId id="{25945ED1-9634-4014-A6D0-934DDE0192DF}"/>
              </ns1:ext>
            </ns1:extLst>
          </ns0:cNvPr>
          <ns0:cNvSpPr>
            <ns1:spLocks noGrp="1"/>
          </ns0:cNvSpPr>
          <ns0:nvPr/>
        </ns0:nvSpPr>
        <ns0:spPr>
          <ns1:xfrm>
            <ns1:off x="1581125" y="3079729"/>
            <ns1:ext cx="25021" cy="25021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58" name="noise-dot-c-050">
            <ns1:extLst>
              <ns1:ext uri="{FF2B5EF4-FFF2-40B4-BE49-F238E27FC236}">
                <ns2:creationId id="{9F6C8098-739C-4E1C-BD83-216CDE880AFC}"/>
              </ns1:ext>
            </ns1:extLst>
          </ns0:cNvPr>
          <ns0:cNvSpPr>
            <ns1:spLocks noGrp="1"/>
          </ns0:cNvSpPr>
          <ns0:nvPr/>
        </ns0:nvSpPr>
        <ns0:spPr>
          <ns1:xfrm>
            <ns1:off x="553385" y="2728563"/>
            <ns1:ext cx="26212" cy="26212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59" name="noise-dot-c-051">
            <ns1:extLst>
              <ns1:ext uri="{FF2B5EF4-FFF2-40B4-BE49-F238E27FC236}">
                <ns2:creationId id="{FEC758D2-787A-48F1-8360-A04821E2E2F7}"/>
              </ns1:ext>
            </ns1:extLst>
          </ns0:cNvPr>
          <ns0:cNvSpPr>
            <ns1:spLocks noGrp="1"/>
          </ns0:cNvSpPr>
          <ns0:nvPr/>
        </ns0:nvSpPr>
        <ns0:spPr>
          <ns1:xfrm>
            <ns1:off x="1535527" y="2343111"/>
            <ns1:ext cx="16561" cy="1656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60" name="noise-dot-c-052">
            <ns1:extLst>
              <ns1:ext uri="{FF2B5EF4-FFF2-40B4-BE49-F238E27FC236}">
                <ns2:creationId id="{7DFF7506-9A0A-46F8-BB09-A4DF36F1E40E}"/>
              </ns1:ext>
            </ns1:extLst>
          </ns0:cNvPr>
          <ns0:cNvSpPr>
            <ns1:spLocks noGrp="1"/>
          </ns0:cNvSpPr>
          <ns0:nvPr/>
        </ns0:nvSpPr>
        <ns0:spPr>
          <ns1:xfrm>
            <ns1:off x="2067005" y="3644780"/>
            <ns1:ext cx="31552" cy="31552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61" name="noise-dot-c-053">
            <ns1:extLst>
              <ns1:ext uri="{FF2B5EF4-FFF2-40B4-BE49-F238E27FC236}">
                <ns2:creationId id="{4C1C6808-FFA8-4340-B60E-1CDA394E5E49}"/>
              </ns1:ext>
            </ns1:extLst>
          </ns0:cNvPr>
          <ns0:cNvSpPr>
            <ns1:spLocks noGrp="1"/>
          </ns0:cNvSpPr>
          <ns0:nvPr/>
        </ns0:nvSpPr>
        <ns0:spPr>
          <ns1:xfrm>
            <ns1:off x="879507" y="3533822"/>
            <ns1:ext cx="14574" cy="14574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62" name="noise-dot-c-054">
            <ns1:extLst>
              <ns1:ext uri="{FF2B5EF4-FFF2-40B4-BE49-F238E27FC236}">
                <ns2:creationId id="{74AB3776-E096-48B4-9FD5-F5D275EC573C}"/>
              </ns1:ext>
            </ns1:extLst>
          </ns0:cNvPr>
          <ns0:cNvSpPr>
            <ns1:spLocks noGrp="1"/>
          </ns0:cNvSpPr>
          <ns0:nvPr/>
        </ns0:nvSpPr>
        <ns0:spPr>
          <ns1:xfrm>
            <ns1:off x="941145" y="3523449"/>
            <ns1:ext cx="27540" cy="27540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63" name="noise-dot-c-055">
            <ns1:extLst>
              <ns1:ext uri="{FF2B5EF4-FFF2-40B4-BE49-F238E27FC236}">
                <ns2:creationId id="{39F1D774-F246-4FB9-A40F-11E3A1711584}"/>
              </ns1:ext>
            </ns1:extLst>
          </ns0:cNvPr>
          <ns0:cNvSpPr>
            <ns1:spLocks noGrp="1"/>
          </ns0:cNvSpPr>
          <ns0:nvPr/>
        </ns0:nvSpPr>
        <ns0:spPr>
          <ns1:xfrm>
            <ns1:off x="761428" y="2486401"/>
            <ns1:ext cx="32385" cy="3238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64" name="noise-dot-c-056">
            <ns1:extLst>
              <ns1:ext uri="{FF2B5EF4-FFF2-40B4-BE49-F238E27FC236}">
                <ns2:creationId id="{A7D2C408-E367-4F74-A3DD-999D7DD2FE6A}"/>
              </ns1:ext>
            </ns1:extLst>
          </ns0:cNvPr>
          <ns0:cNvSpPr>
            <ns1:spLocks noGrp="1"/>
          </ns0:cNvSpPr>
          <ns0:nvPr/>
        </ns0:nvSpPr>
        <ns0:spPr>
          <ns1:xfrm>
            <ns1:off x="1531044" y="2164404"/>
            <ns1:ext cx="23288" cy="23288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65" name="noise-dot-c-057">
            <ns1:extLst>
              <ns1:ext uri="{FF2B5EF4-FFF2-40B4-BE49-F238E27FC236}">
                <ns2:creationId id="{74817FBB-0FCE-4805-9FA5-862898E67C7C}"/>
              </ns1:ext>
            </ns1:extLst>
          </ns0:cNvPr>
          <ns0:cNvSpPr>
            <ns1:spLocks noGrp="1"/>
          </ns0:cNvSpPr>
          <ns0:nvPr/>
        </ns0:nvSpPr>
        <ns0:spPr>
          <ns1:xfrm>
            <ns1:off x="1682017" y="3308977"/>
            <ns1:ext cx="20758" cy="2075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66" name="noise-dot-c-058">
            <ns1:extLst>
              <ns1:ext uri="{FF2B5EF4-FFF2-40B4-BE49-F238E27FC236}">
                <ns2:creationId id="{E7171A87-D414-4744-9798-88302DFF2A57}"/>
              </ns1:ext>
            </ns1:extLst>
          </ns0:cNvPr>
          <ns0:cNvSpPr>
            <ns1:spLocks noGrp="1"/>
          </ns0:cNvSpPr>
          <ns0:nvPr/>
        </ns0:nvSpPr>
        <ns0:spPr>
          <ns1:xfrm>
            <ns1:off x="2140873" y="3096682"/>
            <ns1:ext cx="22062" cy="22062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67" name="noise-dot-c-059">
            <ns1:extLst>
              <ns1:ext uri="{FF2B5EF4-FFF2-40B4-BE49-F238E27FC236}">
                <ns2:creationId id="{858094FD-760B-43B4-B085-799FA3455FFA}"/>
              </ns1:ext>
            </ns1:extLst>
          </ns0:cNvPr>
          <ns0:cNvSpPr>
            <ns1:spLocks noGrp="1"/>
          </ns0:cNvSpPr>
          <ns0:nvPr/>
        </ns0:nvSpPr>
        <ns0:spPr>
          <ns1:xfrm>
            <ns1:off x="2014721" y="2446406"/>
            <ns1:ext cx="31466" cy="31466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68" name="noise-dot-c-060">
            <ns1:extLst>
              <ns1:ext uri="{FF2B5EF4-FFF2-40B4-BE49-F238E27FC236}">
                <ns2:creationId id="{0AD6B5C4-DB78-454D-B9DF-7EF364D5C688}"/>
              </ns1:ext>
            </ns1:extLst>
          </ns0:cNvPr>
          <ns0:cNvSpPr>
            <ns1:spLocks noGrp="1"/>
          </ns0:cNvSpPr>
          <ns0:nvPr/>
        </ns0:nvSpPr>
        <ns0:spPr>
          <ns1:xfrm>
            <ns1:off x="525157" y="3424857"/>
            <ns1:ext cx="20610" cy="20610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69" name="noise-dot-c-061">
            <ns1:extLst>
              <ns1:ext uri="{FF2B5EF4-FFF2-40B4-BE49-F238E27FC236}">
                <ns2:creationId id="{019640C9-030D-4AA8-BEBB-7EF3559916C0}"/>
              </ns1:ext>
            </ns1:extLst>
          </ns0:cNvPr>
          <ns0:cNvSpPr>
            <ns1:spLocks noGrp="1"/>
          </ns0:cNvSpPr>
          <ns0:nvPr/>
        </ns0:nvSpPr>
        <ns0:spPr>
          <ns1:xfrm>
            <ns1:off x="1694569" y="3189539"/>
            <ns1:ext cx="17440" cy="1744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70" name="noise-dot-c-062">
            <ns1:extLst>
              <ns1:ext uri="{FF2B5EF4-FFF2-40B4-BE49-F238E27FC236}">
                <ns2:creationId id="{0B107132-A73E-4892-BEBB-40F0D8083E98}"/>
              </ns1:ext>
            </ns1:extLst>
          </ns0:cNvPr>
          <ns0:cNvSpPr>
            <ns1:spLocks noGrp="1"/>
          </ns0:cNvSpPr>
          <ns0:nvPr/>
        </ns0:nvSpPr>
        <ns0:spPr>
          <ns1:xfrm>
            <ns1:off x="905647" y="2735770"/>
            <ns1:ext cx="27631" cy="2763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71" name="noise-dot-c-063">
            <ns1:extLst>
              <ns1:ext uri="{FF2B5EF4-FFF2-40B4-BE49-F238E27FC236}">
                <ns2:creationId id="{1354CABB-C89C-4AFE-9B1A-942F5A0A5A03}"/>
              </ns1:ext>
            </ns1:extLst>
          </ns0:cNvPr>
          <ns0:cNvSpPr>
            <ns1:spLocks noGrp="1"/>
          </ns0:cNvSpPr>
          <ns0:nvPr/>
        </ns0:nvSpPr>
        <ns0:spPr>
          <ns1:xfrm>
            <ns1:off x="1666257" y="3058938"/>
            <ns1:ext cx="16602" cy="16602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72" name="noise-dot-c-064">
            <ns1:extLst>
              <ns1:ext uri="{FF2B5EF4-FFF2-40B4-BE49-F238E27FC236}">
                <ns2:creationId id="{C1B7C2D9-64D8-4FDC-9771-1B3BE4533C6B}"/>
              </ns1:ext>
            </ns1:extLst>
          </ns0:cNvPr>
          <ns0:cNvSpPr>
            <ns1:spLocks noGrp="1"/>
          </ns0:cNvSpPr>
          <ns0:nvPr/>
        </ns0:nvSpPr>
        <ns0:spPr>
          <ns1:xfrm>
            <ns1:off x="1478670" y="3401494"/>
            <ns1:ext cx="29421" cy="29421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73" name="noise-dot-c-065">
            <ns1:extLst>
              <ns1:ext uri="{FF2B5EF4-FFF2-40B4-BE49-F238E27FC236}">
                <ns2:creationId id="{65906657-E19A-4E6E-9B61-FDCB294E5A4F}"/>
              </ns1:ext>
            </ns1:extLst>
          </ns0:cNvPr>
          <ns0:cNvSpPr>
            <ns1:spLocks noGrp="1"/>
          </ns0:cNvSpPr>
          <ns0:nvPr/>
        </ns0:nvSpPr>
        <ns0:spPr>
          <ns1:xfrm>
            <ns1:off x="843830" y="3566032"/>
            <ns1:ext cx="31419" cy="31419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74" name="noise-dot-c-066">
            <ns1:extLst>
              <ns1:ext uri="{FF2B5EF4-FFF2-40B4-BE49-F238E27FC236}">
                <ns2:creationId id="{4E6F219B-789B-4C50-86E8-E7972A47A3E0}"/>
              </ns1:ext>
            </ns1:extLst>
          </ns0:cNvPr>
          <ns0:cNvSpPr>
            <ns1:spLocks noGrp="1"/>
          </ns0:cNvSpPr>
          <ns0:nvPr/>
        </ns0:nvSpPr>
        <ns0:spPr>
          <ns1:xfrm>
            <ns1:off x="1929031" y="3362460"/>
            <ns1:ext cx="16644" cy="16644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75" name="noise-dot-c-067">
            <ns1:extLst>
              <ns1:ext uri="{FF2B5EF4-FFF2-40B4-BE49-F238E27FC236}">
                <ns2:creationId id="{57818580-1CFB-41BD-ABF7-61C8B179368D}"/>
              </ns1:ext>
            </ns1:extLst>
          </ns0:cNvPr>
          <ns0:cNvSpPr>
            <ns1:spLocks noGrp="1"/>
          </ns0:cNvSpPr>
          <ns0:nvPr/>
        </ns0:nvSpPr>
        <ns0:spPr>
          <ns1:xfrm>
            <ns1:off x="1987286" y="2450882"/>
            <ns1:ext cx="19843" cy="19843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76" name="noise-dot-c-068">
            <ns1:extLst>
              <ns1:ext uri="{FF2B5EF4-FFF2-40B4-BE49-F238E27FC236}">
                <ns2:creationId id="{99E4EAC6-65F9-44F8-846C-B0D6CD5212DA}"/>
              </ns1:ext>
            </ns1:extLst>
          </ns0:cNvPr>
          <ns0:cNvSpPr>
            <ns1:spLocks noGrp="1"/>
          </ns0:cNvSpPr>
          <ns0:nvPr/>
        </ns0:nvSpPr>
        <ns0:spPr>
          <ns1:xfrm>
            <ns1:off x="1878966" y="3539892"/>
            <ns1:ext cx="26460" cy="26460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77" name="noise-dot-c-069">
            <ns1:extLst>
              <ns1:ext uri="{FF2B5EF4-FFF2-40B4-BE49-F238E27FC236}">
                <ns2:creationId id="{944DB9E1-3FCC-4356-8596-2FC70342A1E4}"/>
              </ns1:ext>
            </ns1:extLst>
          </ns0:cNvPr>
          <ns0:cNvSpPr>
            <ns1:spLocks noGrp="1"/>
          </ns0:cNvSpPr>
          <ns0:nvPr/>
        </ns0:nvSpPr>
        <ns0:spPr>
          <ns1:xfrm>
            <ns1:off x="2157352" y="3550243"/>
            <ns1:ext cx="23095" cy="23095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78" name="noise-dot-c-070">
            <ns1:extLst>
              <ns1:ext uri="{FF2B5EF4-FFF2-40B4-BE49-F238E27FC236}">
                <ns2:creationId id="{0A989532-8F90-4512-9415-9A315F28EA0F}"/>
              </ns1:ext>
            </ns1:extLst>
          </ns0:cNvPr>
          <ns0:cNvSpPr>
            <ns1:spLocks noGrp="1"/>
          </ns0:cNvSpPr>
          <ns0:nvPr/>
        </ns0:nvSpPr>
        <ns0:spPr>
          <ns1:xfrm>
            <ns1:off x="1141468" y="3418056"/>
            <ns1:ext cx="18005" cy="18005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79" name="noise-dot-c-071">
            <ns1:extLst>
              <ns1:ext uri="{FF2B5EF4-FFF2-40B4-BE49-F238E27FC236}">
                <ns2:creationId id="{4A029612-6E1A-4906-9F1C-D1C3C08640D2}"/>
              </ns1:ext>
            </ns1:extLst>
          </ns0:cNvPr>
          <ns0:cNvSpPr>
            <ns1:spLocks noGrp="1"/>
          </ns0:cNvSpPr>
          <ns0:nvPr/>
        </ns0:nvSpPr>
        <ns0:spPr>
          <ns1:xfrm>
            <ns1:off x="1936665" y="2460271"/>
            <ns1:ext cx="24489" cy="24489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80" name="noise-dot-c-072">
            <ns1:extLst>
              <ns1:ext uri="{FF2B5EF4-FFF2-40B4-BE49-F238E27FC236}">
                <ns2:creationId id="{234B337B-E329-4208-B504-18CC3DBDDD7A}"/>
              </ns1:ext>
            </ns1:extLst>
          </ns0:cNvPr>
          <ns0:cNvSpPr>
            <ns1:spLocks noGrp="1"/>
          </ns0:cNvSpPr>
          <ns0:nvPr/>
        </ns0:nvSpPr>
        <ns0:spPr>
          <ns1:xfrm>
            <ns1:off x="802570" y="3639232"/>
            <ns1:ext cx="29181" cy="29181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81" name="noise-dot-c-073">
            <ns1:extLst>
              <ns1:ext uri="{FF2B5EF4-FFF2-40B4-BE49-F238E27FC236}">
                <ns2:creationId id="{70151BBB-F638-422D-8D51-9DE616BD1C8D}"/>
              </ns1:ext>
            </ns1:extLst>
          </ns0:cNvPr>
          <ns0:cNvSpPr>
            <ns1:spLocks noGrp="1"/>
          </ns0:cNvSpPr>
          <ns0:nvPr/>
        </ns0:nvSpPr>
        <ns0:spPr>
          <ns1:xfrm>
            <ns1:off x="2125205" y="2200356"/>
            <ns1:ext cx="23033" cy="23033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82" name="noise-dot-c-074">
            <ns1:extLst>
              <ns1:ext uri="{FF2B5EF4-FFF2-40B4-BE49-F238E27FC236}">
                <ns2:creationId id="{4402EDC3-8EBA-4822-B337-B317DDFA0FE8}"/>
              </ns1:ext>
            </ns1:extLst>
          </ns0:cNvPr>
          <ns0:cNvSpPr>
            <ns1:spLocks noGrp="1"/>
          </ns0:cNvSpPr>
          <ns0:nvPr/>
        </ns0:nvSpPr>
        <ns0:spPr>
          <ns1:xfrm>
            <ns1:off x="1050482" y="2481985"/>
            <ns1:ext cx="15027" cy="15027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83" name="noise-dot-c-075">
            <ns1:extLst>
              <ns1:ext uri="{FF2B5EF4-FFF2-40B4-BE49-F238E27FC236}">
                <ns2:creationId id="{7E31236E-25C1-4A2B-9CB8-2A61A7018F31}"/>
              </ns1:ext>
            </ns1:extLst>
          </ns0:cNvPr>
          <ns0:cNvSpPr>
            <ns1:spLocks noGrp="1"/>
          </ns0:cNvSpPr>
          <ns0:nvPr/>
        </ns0:nvSpPr>
        <ns0:spPr>
          <ns1:xfrm>
            <ns1:off x="1158174" y="3796868"/>
            <ns1:ext cx="17429" cy="17429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84" name="noise-dot-c-076">
            <ns1:extLst>
              <ns1:ext uri="{FF2B5EF4-FFF2-40B4-BE49-F238E27FC236}">
                <ns2:creationId id="{DDABB787-AB3E-450B-A976-E30443A6C725}"/>
              </ns1:ext>
            </ns1:extLst>
          </ns0:cNvPr>
          <ns0:cNvSpPr>
            <ns1:spLocks noGrp="1"/>
          </ns0:cNvSpPr>
          <ns0:nvPr/>
        </ns0:nvSpPr>
        <ns0:spPr>
          <ns1:xfrm>
            <ns1:off x="1823629" y="3245189"/>
            <ns1:ext cx="31358" cy="31358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85" name="noise-dot-c-077">
            <ns1:extLst>
              <ns1:ext uri="{FF2B5EF4-FFF2-40B4-BE49-F238E27FC236}">
                <ns2:creationId id="{4D823A1A-A15D-4602-8573-79EFCDE21D2A}"/>
              </ns1:ext>
            </ns1:extLst>
          </ns0:cNvPr>
          <ns0:cNvSpPr>
            <ns1:spLocks noGrp="1"/>
          </ns0:cNvSpPr>
          <ns0:nvPr/>
        </ns0:nvSpPr>
        <ns0:spPr>
          <ns1:xfrm>
            <ns1:off x="2166632" y="3584991"/>
            <ns1:ext cx="30233" cy="30233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86" name="noise-dot-c-078">
            <ns1:extLst>
              <ns1:ext uri="{FF2B5EF4-FFF2-40B4-BE49-F238E27FC236}">
                <ns2:creationId id="{3F24A356-0B58-4096-BEEF-A1426662A2F5}"/>
              </ns1:ext>
            </ns1:extLst>
          </ns0:cNvPr>
          <ns0:cNvSpPr>
            <ns1:spLocks noGrp="1"/>
          </ns0:cNvSpPr>
          <ns0:nvPr/>
        </ns0:nvSpPr>
        <ns0:spPr>
          <ns1:xfrm>
            <ns1:off x="699195" y="2647494"/>
            <ns1:ext cx="34522" cy="34522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87" name="noise-dot-c-079">
            <ns1:extLst>
              <ns1:ext uri="{FF2B5EF4-FFF2-40B4-BE49-F238E27FC236}">
                <ns2:creationId id="{5D35AE94-E2B6-4F61-A0DE-3C64233DD4F3}"/>
              </ns1:ext>
            </ns1:extLst>
          </ns0:cNvPr>
          <ns0:cNvSpPr>
            <ns1:spLocks noGrp="1"/>
          </ns0:cNvSpPr>
          <ns0:nvPr/>
        </ns0:nvSpPr>
        <ns0:spPr>
          <ns1:xfrm>
            <ns1:off x="2176174" y="3718866"/>
            <ns1:ext cx="30180" cy="3018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88" name="noise-dot-c-080">
            <ns1:extLst>
              <ns1:ext uri="{FF2B5EF4-FFF2-40B4-BE49-F238E27FC236}">
                <ns2:creationId id="{F4B617E9-DD8E-456F-A0F3-53471C0A36F9}"/>
              </ns1:ext>
            </ns1:extLst>
          </ns0:cNvPr>
          <ns0:cNvSpPr>
            <ns1:spLocks noGrp="1"/>
          </ns0:cNvSpPr>
          <ns0:nvPr/>
        </ns0:nvSpPr>
        <ns0:spPr>
          <ns1:xfrm>
            <ns1:off x="1246117" y="2972626"/>
            <ns1:ext cx="15190" cy="15190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89" name="noise-dot-c-081">
            <ns1:extLst>
              <ns1:ext uri="{FF2B5EF4-FFF2-40B4-BE49-F238E27FC236}">
                <ns2:creationId id="{C5FAC237-BF22-4E67-A0B0-634614B36306}"/>
              </ns1:ext>
            </ns1:extLst>
          </ns0:cNvPr>
          <ns0:cNvSpPr>
            <ns1:spLocks noGrp="1"/>
          </ns0:cNvSpPr>
          <ns0:nvPr/>
        </ns0:nvSpPr>
        <ns0:spPr>
          <ns1:xfrm>
            <ns1:off x="1527560" y="3482507"/>
            <ns1:ext cx="15055" cy="1505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90" name="noise-dot-c-082">
            <ns1:extLst>
              <ns1:ext uri="{FF2B5EF4-FFF2-40B4-BE49-F238E27FC236}">
                <ns2:creationId id="{00C93526-09E3-4BB9-B11C-60E9AC44B08C}"/>
              </ns1:ext>
            </ns1:extLst>
          </ns0:cNvPr>
          <ns0:cNvSpPr>
            <ns1:spLocks noGrp="1"/>
          </ns0:cNvSpPr>
          <ns0:nvPr/>
        </ns0:nvSpPr>
        <ns0:spPr>
          <ns1:xfrm>
            <ns1:off x="1510484" y="2798025"/>
            <ns1:ext cx="20105" cy="20105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91" name="noise-dot-c-083">
            <ns1:extLst>
              <ns1:ext uri="{FF2B5EF4-FFF2-40B4-BE49-F238E27FC236}">
                <ns2:creationId id="{1B73BB13-F1D2-417A-A928-4E34036C3F80}"/>
              </ns1:ext>
            </ns1:extLst>
          </ns0:cNvPr>
          <ns0:cNvSpPr>
            <ns1:spLocks noGrp="1"/>
          </ns0:cNvSpPr>
          <ns0:nvPr/>
        </ns0:nvSpPr>
        <ns0:spPr>
          <ns1:xfrm>
            <ns1:off x="2204654" y="3301562"/>
            <ns1:ext cx="34179" cy="34179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92" name="noise-dot-c-084">
            <ns1:extLst>
              <ns1:ext uri="{FF2B5EF4-FFF2-40B4-BE49-F238E27FC236}">
                <ns2:creationId id="{CC66DE25-99B0-49D8-9A0C-03ED1DF883AD}"/>
              </ns1:ext>
            </ns1:extLst>
          </ns0:cNvPr>
          <ns0:cNvSpPr>
            <ns1:spLocks noGrp="1"/>
          </ns0:cNvSpPr>
          <ns0:nvPr/>
        </ns0:nvSpPr>
        <ns0:spPr>
          <ns1:xfrm>
            <ns1:off x="1893719" y="2437176"/>
            <ns1:ext cx="27307" cy="27307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93" name="noise-dot-c-085">
            <ns1:extLst>
              <ns1:ext uri="{FF2B5EF4-FFF2-40B4-BE49-F238E27FC236}">
                <ns2:creationId id="{8CECF4B7-DB9D-4905-8CB2-A0C253EBA424}"/>
              </ns1:ext>
            </ns1:extLst>
          </ns0:cNvPr>
          <ns0:cNvSpPr>
            <ns1:spLocks noGrp="1"/>
          </ns0:cNvSpPr>
          <ns0:nvPr/>
        </ns0:nvSpPr>
        <ns0:spPr>
          <ns1:xfrm>
            <ns1:off x="1725205" y="2280243"/>
            <ns1:ext cx="27497" cy="27497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94" name="noise-dot-c-086">
            <ns1:extLst>
              <ns1:ext uri="{FF2B5EF4-FFF2-40B4-BE49-F238E27FC236}">
                <ns2:creationId id="{6D05706E-F875-4E60-BC67-B29A2296D3A7}"/>
              </ns1:ext>
            </ns1:extLst>
          </ns0:cNvPr>
          <ns0:cNvSpPr>
            <ns1:spLocks noGrp="1"/>
          </ns0:cNvSpPr>
          <ns0:nvPr/>
        </ns0:nvSpPr>
        <ns0:spPr>
          <ns1:xfrm>
            <ns1:off x="1674792" y="3462205"/>
            <ns1:ext cx="33812" cy="33812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95" name="noise-dot-c-087">
            <ns1:extLst>
              <ns1:ext uri="{FF2B5EF4-FFF2-40B4-BE49-F238E27FC236}">
                <ns2:creationId id="{BE85D3BA-E1FC-4873-9527-BEC9ECC29642}"/>
              </ns1:ext>
            </ns1:extLst>
          </ns0:cNvPr>
          <ns0:cNvSpPr>
            <ns1:spLocks noGrp="1"/>
          </ns0:cNvSpPr>
          <ns0:nvPr/>
        </ns0:nvSpPr>
        <ns0:spPr>
          <ns1:xfrm>
            <ns1:off x="1230450" y="3107724"/>
            <ns1:ext cx="17224" cy="17224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96" name="noise-dot-c-088">
            <ns1:extLst>
              <ns1:ext uri="{FF2B5EF4-FFF2-40B4-BE49-F238E27FC236}">
                <ns2:creationId id="{20C9B3A3-730E-46C7-8D75-C9D7F900BE38}"/>
              </ns1:ext>
            </ns1:extLst>
          </ns0:cNvPr>
          <ns0:cNvSpPr>
            <ns1:spLocks noGrp="1"/>
          </ns0:cNvSpPr>
          <ns0:nvPr/>
        </ns0:nvSpPr>
        <ns0:spPr>
          <ns1:xfrm>
            <ns1:off x="2174120" y="2985731"/>
            <ns1:ext cx="34046" cy="34046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97" name="noise-dot-c-089">
            <ns1:extLst>
              <ns1:ext uri="{FF2B5EF4-FFF2-40B4-BE49-F238E27FC236}">
                <ns2:creationId id="{8A49EEFF-FB56-481D-9F77-B531E79A8A3B}"/>
              </ns1:ext>
            </ns1:extLst>
          </ns0:cNvPr>
          <ns0:cNvSpPr>
            <ns1:spLocks noGrp="1"/>
          </ns0:cNvSpPr>
          <ns0:nvPr/>
        </ns0:nvSpPr>
        <ns0:spPr>
          <ns1:xfrm>
            <ns1:off x="518511" y="2215292"/>
            <ns1:ext cx="34164" cy="34164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98" name="noise-dot-c-090">
            <ns1:extLst>
              <ns1:ext uri="{FF2B5EF4-FFF2-40B4-BE49-F238E27FC236}">
                <ns2:creationId id="{59649DC7-835D-4DAF-A231-7ED90523FCAD}"/>
              </ns1:ext>
            </ns1:extLst>
          </ns0:cNvPr>
          <ns0:cNvSpPr>
            <ns1:spLocks noGrp="1"/>
          </ns0:cNvSpPr>
          <ns0:nvPr/>
        </ns0:nvSpPr>
        <ns0:spPr>
          <ns1:xfrm>
            <ns1:off x="1385490" y="3770354"/>
            <ns1:ext cx="21930" cy="2193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99" name="noise-dot-c-091">
            <ns1:extLst>
              <ns1:ext uri="{FF2B5EF4-FFF2-40B4-BE49-F238E27FC236}">
                <ns2:creationId id="{1545B923-AF17-44DE-8654-D1B638F00ABB}"/>
              </ns1:ext>
            </ns1:extLst>
          </ns0:cNvPr>
          <ns0:cNvSpPr>
            <ns1:spLocks noGrp="1"/>
          </ns0:cNvSpPr>
          <ns0:nvPr/>
        </ns0:nvSpPr>
        <ns0:spPr>
          <ns1:xfrm>
            <ns1:off x="758795" y="2520303"/>
            <ns1:ext cx="35048" cy="3504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00" name="noise-dot-c-092">
            <ns1:extLst>
              <ns1:ext uri="{FF2B5EF4-FFF2-40B4-BE49-F238E27FC236}">
                <ns2:creationId id="{5D75A6A8-E210-469A-9959-27F78604D74F}"/>
              </ns1:ext>
            </ns1:extLst>
          </ns0:cNvPr>
          <ns0:cNvSpPr>
            <ns1:spLocks noGrp="1"/>
          </ns0:cNvSpPr>
          <ns0:nvPr/>
        </ns0:nvSpPr>
        <ns0:spPr>
          <ns1:xfrm>
            <ns1:off x="1107094" y="2451349"/>
            <ns1:ext cx="17037" cy="17037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01" name="noise-dot-c-093">
            <ns1:extLst>
              <ns1:ext uri="{FF2B5EF4-FFF2-40B4-BE49-F238E27FC236}">
                <ns2:creationId id="{C13BB0F7-47CC-4896-8BE7-3A2A7306E896}"/>
              </ns1:ext>
            </ns1:extLst>
          </ns0:cNvPr>
          <ns0:cNvSpPr>
            <ns1:spLocks noGrp="1"/>
          </ns0:cNvSpPr>
          <ns0:nvPr/>
        </ns0:nvSpPr>
        <ns0:spPr>
          <ns1:xfrm>
            <ns1:off x="1303399" y="3853411"/>
            <ns1:ext cx="21538" cy="2153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02" name="noise-dot-c-094">
            <ns1:extLst>
              <ns1:ext uri="{FF2B5EF4-FFF2-40B4-BE49-F238E27FC236}">
                <ns2:creationId id="{F44CAC53-8C3F-4D0F-9B71-A05EE480CD7C}"/>
              </ns1:ext>
            </ns1:extLst>
          </ns0:cNvPr>
          <ns0:cNvSpPr>
            <ns1:spLocks noGrp="1"/>
          </ns0:cNvSpPr>
          <ns0:nvPr/>
        </ns0:nvSpPr>
        <ns0:spPr>
          <ns1:xfrm>
            <ns1:off x="1151889" y="3644296"/>
            <ns1:ext cx="16100" cy="16100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03" name="noise-dot-c-095">
            <ns1:extLst>
              <ns1:ext uri="{FF2B5EF4-FFF2-40B4-BE49-F238E27FC236}">
                <ns2:creationId id="{2531A766-F4A0-47CF-B7C3-2C32799456FD}"/>
              </ns1:ext>
            </ns1:extLst>
          </ns0:cNvPr>
          <ns0:cNvSpPr>
            <ns1:spLocks noGrp="1"/>
          </ns0:cNvSpPr>
          <ns0:nvPr/>
        </ns0:nvSpPr>
        <ns0:spPr>
          <ns1:xfrm>
            <ns1:off x="1014165" y="2792251"/>
            <ns1:ext cx="29305" cy="29305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04" name="noise-dot-c-096">
            <ns1:extLst>
              <ns1:ext uri="{FF2B5EF4-FFF2-40B4-BE49-F238E27FC236}">
                <ns2:creationId id="{579BDD11-E4A5-4153-BDDC-6A165C425A8A}"/>
              </ns1:ext>
            </ns1:extLst>
          </ns0:cNvPr>
          <ns0:cNvSpPr>
            <ns1:spLocks noGrp="1"/>
          </ns0:cNvSpPr>
          <ns0:nvPr/>
        </ns0:nvSpPr>
        <ns0:spPr>
          <ns1:xfrm>
            <ns1:off x="2238205" y="2141989"/>
            <ns1:ext cx="16972" cy="16972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05" name="noise-dot-c-097">
            <ns1:extLst>
              <ns1:ext uri="{FF2B5EF4-FFF2-40B4-BE49-F238E27FC236}">
                <ns2:creationId id="{DCE94DAA-0ED8-433F-87DB-8597861AA4A0}"/>
              </ns1:ext>
            </ns1:extLst>
          </ns0:cNvPr>
          <ns0:cNvSpPr>
            <ns1:spLocks noGrp="1"/>
          </ns0:cNvSpPr>
          <ns0:nvPr/>
        </ns0:nvSpPr>
        <ns0:spPr>
          <ns1:xfrm>
            <ns1:off x="1643369" y="2395475"/>
            <ns1:ext cx="29953" cy="29953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06" name="noise-dot-c-098">
            <ns1:extLst>
              <ns1:ext uri="{FF2B5EF4-FFF2-40B4-BE49-F238E27FC236}">
                <ns2:creationId id="{97824090-F297-4408-91BC-18E7A85EC094}"/>
              </ns1:ext>
            </ns1:extLst>
          </ns0:cNvPr>
          <ns0:cNvSpPr>
            <ns1:spLocks noGrp="1"/>
          </ns0:cNvSpPr>
          <ns0:nvPr/>
        </ns0:nvSpPr>
        <ns0:spPr>
          <ns1:xfrm>
            <ns1:off x="1403885" y="2192622"/>
            <ns1:ext cx="26387" cy="26387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07" name="noise-dot-c-099">
            <ns1:extLst>
              <ns1:ext uri="{FF2B5EF4-FFF2-40B4-BE49-F238E27FC236}">
                <ns2:creationId id="{A77369AA-8A9B-4659-89C0-6967A46732B3}"/>
              </ns1:ext>
            </ns1:extLst>
          </ns0:cNvPr>
          <ns0:cNvSpPr>
            <ns1:spLocks noGrp="1"/>
          </ns0:cNvSpPr>
          <ns0:nvPr/>
        </ns0:nvSpPr>
        <ns0:spPr>
          <ns1:xfrm>
            <ns1:off x="1708183" y="2719237"/>
            <ns1:ext cx="17580" cy="1758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08" name="noise-dot-c-100">
            <ns1:extLst>
              <ns1:ext uri="{FF2B5EF4-FFF2-40B4-BE49-F238E27FC236}">
                <ns2:creationId id="{8AC87017-6C2E-43C0-B6BE-10F5640F967B}"/>
              </ns1:ext>
            </ns1:extLst>
          </ns0:cNvPr>
          <ns0:cNvSpPr>
            <ns1:spLocks noGrp="1"/>
          </ns0:cNvSpPr>
          <ns0:nvPr/>
        </ns0:nvSpPr>
        <ns0:spPr>
          <ns1:xfrm>
            <ns1:off x="1585949" y="2987919"/>
            <ns1:ext cx="20760" cy="2076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09" name="noise-dot-c-101">
            <ns1:extLst>
              <ns1:ext uri="{FF2B5EF4-FFF2-40B4-BE49-F238E27FC236}">
                <ns2:creationId id="{7B676077-7A04-4D66-AFCD-4346CA7858BF}"/>
              </ns1:ext>
            </ns1:extLst>
          </ns0:cNvPr>
          <ns0:cNvSpPr>
            <ns1:spLocks noGrp="1"/>
          </ns0:cNvSpPr>
          <ns0:nvPr/>
        </ns0:nvSpPr>
        <ns0:spPr>
          <ns1:xfrm>
            <ns1:off x="1029409" y="2438677"/>
            <ns1:ext cx="24364" cy="24364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10" name="noise-dot-c-102">
            <ns1:extLst>
              <ns1:ext uri="{FF2B5EF4-FFF2-40B4-BE49-F238E27FC236}">
                <ns2:creationId id="{44F37268-F2D2-4D6C-B53A-35A8D18E521A}"/>
              </ns1:ext>
            </ns1:extLst>
          </ns0:cNvPr>
          <ns0:cNvSpPr>
            <ns1:spLocks noGrp="1"/>
          </ns0:cNvSpPr>
          <ns0:nvPr/>
        </ns0:nvSpPr>
        <ns0:spPr>
          <ns1:xfrm>
            <ns1:off x="1613721" y="2493626"/>
            <ns1:ext cx="27440" cy="2744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11" name="noise-dot-c-103">
            <ns1:extLst>
              <ns1:ext uri="{FF2B5EF4-FFF2-40B4-BE49-F238E27FC236}">
                <ns2:creationId id="{C327C2BA-6FD9-4239-811E-9045656FEF1D}"/>
              </ns1:ext>
            </ns1:extLst>
          </ns0:cNvPr>
          <ns0:cNvSpPr>
            <ns1:spLocks noGrp="1"/>
          </ns0:cNvSpPr>
          <ns0:nvPr/>
        </ns0:nvSpPr>
        <ns0:spPr>
          <ns1:xfrm>
            <ns1:off x="1198231" y="3523245"/>
            <ns1:ext cx="32476" cy="3247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12" name="noise-dot-c-104">
            <ns1:extLst>
              <ns1:ext uri="{FF2B5EF4-FFF2-40B4-BE49-F238E27FC236}">
                <ns2:creationId id="{F493817A-02A6-4675-B82E-DA72EF8B8FF4}"/>
              </ns1:ext>
            </ns1:extLst>
          </ns0:cNvPr>
          <ns0:cNvSpPr>
            <ns1:spLocks noGrp="1"/>
          </ns0:cNvSpPr>
          <ns0:nvPr/>
        </ns0:nvSpPr>
        <ns0:spPr>
          <ns1:xfrm>
            <ns1:off x="2068993" y="2807913"/>
            <ns1:ext cx="26849" cy="26849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13" name="noise-dot-c-105">
            <ns1:extLst>
              <ns1:ext uri="{FF2B5EF4-FFF2-40B4-BE49-F238E27FC236}">
                <ns2:creationId id="{E8AE855D-0C74-4F4A-86ED-5D026C53115F}"/>
              </ns1:ext>
            </ns1:extLst>
          </ns0:cNvPr>
          <ns0:cNvSpPr>
            <ns1:spLocks noGrp="1"/>
          </ns0:cNvSpPr>
          <ns0:nvPr/>
        </ns0:nvSpPr>
        <ns0:spPr>
          <ns1:xfrm>
            <ns1:off x="577729" y="3265592"/>
            <ns1:ext cx="34880" cy="34880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14" name="noise-dot-c-106">
            <ns1:extLst>
              <ns1:ext uri="{FF2B5EF4-FFF2-40B4-BE49-F238E27FC236}">
                <ns2:creationId id="{0D5EC3A6-7C2D-4E14-BC4F-F4694B0A564C}"/>
              </ns1:ext>
            </ns1:extLst>
          </ns0:cNvPr>
          <ns0:cNvSpPr>
            <ns1:spLocks noGrp="1"/>
          </ns0:cNvSpPr>
          <ns0:nvPr/>
        </ns0:nvSpPr>
        <ns0:spPr>
          <ns1:xfrm>
            <ns1:off x="554027" y="3392505"/>
            <ns1:ext cx="14306" cy="14306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15" name="noise-dot-c-107">
            <ns1:extLst>
              <ns1:ext uri="{FF2B5EF4-FFF2-40B4-BE49-F238E27FC236}">
                <ns2:creationId id="{7636B453-AD64-4F95-969F-F924CAE1E411}"/>
              </ns1:ext>
            </ns1:extLst>
          </ns0:cNvPr>
          <ns0:cNvSpPr>
            <ns1:spLocks noGrp="1"/>
          </ns0:cNvSpPr>
          <ns0:nvPr/>
        </ns0:nvSpPr>
        <ns0:spPr>
          <ns1:xfrm>
            <ns1:off x="2031448" y="3739082"/>
            <ns1:ext cx="17726" cy="1772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16" name="noise-dot-c-108">
            <ns1:extLst>
              <ns1:ext uri="{FF2B5EF4-FFF2-40B4-BE49-F238E27FC236}">
                <ns2:creationId id="{EB07D12D-82A6-4D08-B397-77F3271531E1}"/>
              </ns1:ext>
            </ns1:extLst>
          </ns0:cNvPr>
          <ns0:cNvSpPr>
            <ns1:spLocks noGrp="1"/>
          </ns0:cNvSpPr>
          <ns0:nvPr/>
        </ns0:nvSpPr>
        <ns0:spPr>
          <ns1:xfrm>
            <ns1:off x="605181" y="2663432"/>
            <ns1:ext cx="34263" cy="34263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17" name="noise-dot-c-109">
            <ns1:extLst>
              <ns1:ext uri="{FF2B5EF4-FFF2-40B4-BE49-F238E27FC236}">
                <ns2:creationId id="{956724FA-0FB2-4095-93C5-C932463E504E}"/>
              </ns1:ext>
            </ns1:extLst>
          </ns0:cNvPr>
          <ns0:cNvSpPr>
            <ns1:spLocks noGrp="1"/>
          </ns0:cNvSpPr>
          <ns0:nvPr/>
        </ns0:nvSpPr>
        <ns0:spPr>
          <ns1:xfrm>
            <ns1:off x="1109089" y="2761335"/>
            <ns1:ext cx="23217" cy="23217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18" name="noise-dot-c-110">
            <ns1:extLst>
              <ns1:ext uri="{FF2B5EF4-FFF2-40B4-BE49-F238E27FC236}">
                <ns2:creationId id="{B05E8FD9-1799-441D-B316-84A38544D555}"/>
              </ns1:ext>
            </ns1:extLst>
          </ns0:cNvPr>
          <ns0:cNvSpPr>
            <ns1:spLocks noGrp="1"/>
          </ns0:cNvSpPr>
          <ns0:nvPr/>
        </ns0:nvSpPr>
        <ns0:spPr>
          <ns1:xfrm>
            <ns1:off x="2128197" y="3346129"/>
            <ns1:ext cx="21254" cy="21254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19" name="noise-dot-c-111">
            <ns1:extLst>
              <ns1:ext uri="{FF2B5EF4-FFF2-40B4-BE49-F238E27FC236}">
                <ns2:creationId id="{8CE59543-59B3-49C2-BACA-FA18967F003A}"/>
              </ns1:ext>
            </ns1:extLst>
          </ns0:cNvPr>
          <ns0:cNvSpPr>
            <ns1:spLocks noGrp="1"/>
          </ns0:cNvSpPr>
          <ns0:nvPr/>
        </ns0:nvSpPr>
        <ns0:spPr>
          <ns1:xfrm>
            <ns1:off x="818951" y="2455791"/>
            <ns1:ext cx="34765" cy="34765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20" name="noise-dot-c-112">
            <ns1:extLst>
              <ns1:ext uri="{FF2B5EF4-FFF2-40B4-BE49-F238E27FC236}">
                <ns2:creationId id="{835A64CF-71B8-4742-96A6-2F7499AAC876}"/>
              </ns1:ext>
            </ns1:extLst>
          </ns0:cNvPr>
          <ns0:cNvSpPr>
            <ns1:spLocks noGrp="1"/>
          </ns0:cNvSpPr>
          <ns0:nvPr/>
        </ns0:nvSpPr>
        <ns0:spPr>
          <ns1:xfrm>
            <ns1:off x="1260152" y="2720779"/>
            <ns1:ext cx="33690" cy="3369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21" name="noise-dot-c-113">
            <ns1:extLst>
              <ns1:ext uri="{FF2B5EF4-FFF2-40B4-BE49-F238E27FC236}">
                <ns2:creationId id="{96E1D3FF-66C4-4733-A043-E29CF1241ACB}"/>
              </ns1:ext>
            </ns1:extLst>
          </ns0:cNvPr>
          <ns0:cNvSpPr>
            <ns1:spLocks noGrp="1"/>
          </ns0:cNvSpPr>
          <ns0:nvPr/>
        </ns0:nvSpPr>
        <ns0:spPr>
          <ns1:xfrm>
            <ns1:off x="1085717" y="3370127"/>
            <ns1:ext cx="16800" cy="1680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22" name="noise-dot-c-114">
            <ns1:extLst>
              <ns1:ext uri="{FF2B5EF4-FFF2-40B4-BE49-F238E27FC236}">
                <ns2:creationId id="{CF39B582-E776-470E-83B7-55FB05F9A05C}"/>
              </ns1:ext>
            </ns1:extLst>
          </ns0:cNvPr>
          <ns0:cNvSpPr>
            <ns1:spLocks noGrp="1"/>
          </ns0:cNvSpPr>
          <ns0:nvPr/>
        </ns0:nvSpPr>
        <ns0:spPr>
          <ns1:xfrm>
            <ns1:off x="774345" y="2907436"/>
            <ns1:ext cx="30847" cy="30847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23" name="noise-dot-c-115">
            <ns1:extLst>
              <ns1:ext uri="{FF2B5EF4-FFF2-40B4-BE49-F238E27FC236}">
                <ns2:creationId id="{18619A70-AD3A-4239-9ADF-200E9D0AECBB}"/>
              </ns1:ext>
            </ns1:extLst>
          </ns0:cNvPr>
          <ns0:cNvSpPr>
            <ns1:spLocks noGrp="1"/>
          </ns0:cNvSpPr>
          <ns0:nvPr/>
        </ns0:nvSpPr>
        <ns0:spPr>
          <ns1:xfrm>
            <ns1:off x="738344" y="2564006"/>
            <ns1:ext cx="29946" cy="29946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24" name="noise-dot-c-116">
            <ns1:extLst>
              <ns1:ext uri="{FF2B5EF4-FFF2-40B4-BE49-F238E27FC236}">
                <ns2:creationId id="{88405EB5-F537-4AD4-BBC0-82A611A7059A}"/>
              </ns1:ext>
            </ns1:extLst>
          </ns0:cNvPr>
          <ns0:cNvSpPr>
            <ns1:spLocks noGrp="1"/>
          </ns0:cNvSpPr>
          <ns0:nvPr/>
        </ns0:nvSpPr>
        <ns0:spPr>
          <ns1:xfrm>
            <ns1:off x="627364" y="2436600"/>
            <ns1:ext cx="17624" cy="17624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25" name="noise-dot-c-117">
            <ns1:extLst>
              <ns1:ext uri="{FF2B5EF4-FFF2-40B4-BE49-F238E27FC236}">
                <ns2:creationId id="{B461077F-DB41-4304-8CA8-58B69E1DF8B2}"/>
              </ns1:ext>
            </ns1:extLst>
          </ns0:cNvPr>
          <ns0:cNvSpPr>
            <ns1:spLocks noGrp="1"/>
          </ns0:cNvSpPr>
          <ns0:nvPr/>
        </ns0:nvSpPr>
        <ns0:spPr>
          <ns1:xfrm>
            <ns1:off x="1144208" y="2303374"/>
            <ns1:ext cx="28131" cy="2813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26" name="noise-dot-c-118">
            <ns1:extLst>
              <ns1:ext uri="{FF2B5EF4-FFF2-40B4-BE49-F238E27FC236}">
                <ns2:creationId id="{D54BF9D9-BC49-466D-8359-5000910BB0BC}"/>
              </ns1:ext>
            </ns1:extLst>
          </ns0:cNvPr>
          <ns0:cNvSpPr>
            <ns1:spLocks noGrp="1"/>
          </ns0:cNvSpPr>
          <ns0:nvPr/>
        </ns0:nvSpPr>
        <ns0:spPr>
          <ns1:xfrm>
            <ns1:off x="1417050" y="2584784"/>
            <ns1:ext cx="33977" cy="33977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27" name="noise-dot-c-119">
            <ns1:extLst>
              <ns1:ext uri="{FF2B5EF4-FFF2-40B4-BE49-F238E27FC236}">
                <ns2:creationId id="{C68270CA-45FF-41D6-9DE9-4FDD0AC079F0}"/>
              </ns1:ext>
            </ns1:extLst>
          </ns0:cNvPr>
          <ns0:cNvSpPr>
            <ns1:spLocks noGrp="1"/>
          </ns0:cNvSpPr>
          <ns0:nvPr/>
        </ns0:nvSpPr>
        <ns0:spPr>
          <ns1:xfrm>
            <ns1:off x="2199874" y="2211791"/>
            <ns1:ext cx="24190" cy="24190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28" name="noise-dot-c-120">
            <ns1:extLst>
              <ns1:ext uri="{FF2B5EF4-FFF2-40B4-BE49-F238E27FC236}">
                <ns2:creationId id="{FE2A26B7-BBA5-443E-B371-57B1FE99AD38}"/>
              </ns1:ext>
            </ns1:extLst>
          </ns0:cNvPr>
          <ns0:cNvSpPr>
            <ns1:spLocks noGrp="1"/>
          </ns0:cNvSpPr>
          <ns0:nvPr/>
        </ns0:nvSpPr>
        <ns0:spPr>
          <ns1:xfrm>
            <ns1:off x="2118300" y="3384299"/>
            <ns1:ext cx="16424" cy="16424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29" name="noise-dot-c-121">
            <ns1:extLst>
              <ns1:ext uri="{FF2B5EF4-FFF2-40B4-BE49-F238E27FC236}">
                <ns2:creationId id="{F7237D21-829B-4C0B-AC36-89CAD502898B}"/>
              </ns1:ext>
            </ns1:extLst>
          </ns0:cNvPr>
          <ns0:cNvSpPr>
            <ns1:spLocks noGrp="1"/>
          </ns0:cNvSpPr>
          <ns0:nvPr/>
        </ns0:nvSpPr>
        <ns0:spPr>
          <ns1:xfrm>
            <ns1:off x="1036320" y="3347303"/>
            <ns1:ext cx="25136" cy="25136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30" name="noise-dot-c-122">
            <ns1:extLst>
              <ns1:ext uri="{FF2B5EF4-FFF2-40B4-BE49-F238E27FC236}">
                <ns2:creationId id="{400C4B3E-811B-4DEB-A093-514F279CBE82}"/>
              </ns1:ext>
            </ns1:extLst>
          </ns0:cNvPr>
          <ns0:cNvSpPr>
            <ns1:spLocks noGrp="1"/>
          </ns0:cNvSpPr>
          <ns0:nvPr/>
        </ns0:nvSpPr>
        <ns0:spPr>
          <ns1:xfrm>
            <ns1:off x="2086023" y="2274991"/>
            <ns1:ext cx="28939" cy="28939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31" name="noise-dot-c-123">
            <ns1:extLst>
              <ns1:ext uri="{FF2B5EF4-FFF2-40B4-BE49-F238E27FC236}">
                <ns2:creationId id="{C6F92759-4B8B-4B3C-92B6-A27A505EC0D5}"/>
              </ns1:ext>
            </ns1:extLst>
          </ns0:cNvPr>
          <ns0:cNvSpPr>
            <ns1:spLocks noGrp="1"/>
          </ns0:cNvSpPr>
          <ns0:nvPr/>
        </ns0:nvSpPr>
        <ns0:spPr>
          <ns1:xfrm>
            <ns1:off x="1442155" y="2726031"/>
            <ns1:ext cx="33889" cy="33889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32" name="noise-dot-c-124">
            <ns1:extLst>
              <ns1:ext uri="{FF2B5EF4-FFF2-40B4-BE49-F238E27FC236}">
                <ns2:creationId id="{3F65EEBE-922D-422D-8CA9-B310B8E32608}"/>
              </ns1:ext>
            </ns1:extLst>
          </ns0:cNvPr>
          <ns0:cNvSpPr>
            <ns1:spLocks noGrp="1"/>
          </ns0:cNvSpPr>
          <ns0:nvPr/>
        </ns0:nvSpPr>
        <ns0:spPr>
          <ns1:xfrm>
            <ns1:off x="617952" y="2283805"/>
            <ns1:ext cx="28784" cy="28784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33" name="noise-dot-c-125">
            <ns1:extLst>
              <ns1:ext uri="{FF2B5EF4-FFF2-40B4-BE49-F238E27FC236}">
                <ns2:creationId id="{9A84DCC5-B022-4F5B-97A5-9467B1CDE795}"/>
              </ns1:ext>
            </ns1:extLst>
          </ns0:cNvPr>
          <ns0:cNvSpPr>
            <ns1:spLocks noGrp="1"/>
          </ns0:cNvSpPr>
          <ns0:nvPr/>
        </ns0:nvSpPr>
        <ns0:spPr>
          <ns1:xfrm>
            <ns1:off x="645401" y="3258910"/>
            <ns1:ext cx="16996" cy="1699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34" name="noise-dot-c-126">
            <ns1:extLst>
              <ns1:ext uri="{FF2B5EF4-FFF2-40B4-BE49-F238E27FC236}">
                <ns2:creationId id="{48DFB6CD-42AC-468D-86F9-924E3B3AE123}"/>
              </ns1:ext>
            </ns1:extLst>
          </ns0:cNvPr>
          <ns0:cNvSpPr>
            <ns1:spLocks noGrp="1"/>
          </ns0:cNvSpPr>
          <ns0:nvPr/>
        </ns0:nvSpPr>
        <ns0:spPr>
          <ns1:xfrm>
            <ns1:off x="1346340" y="2846018"/>
            <ns1:ext cx="25041" cy="2504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35" name="noise-dot-c-127">
            <ns1:extLst>
              <ns1:ext uri="{FF2B5EF4-FFF2-40B4-BE49-F238E27FC236}">
                <ns2:creationId id="{B506B4B2-618C-4E08-A673-C3523769AB24}"/>
              </ns1:ext>
            </ns1:extLst>
          </ns0:cNvPr>
          <ns0:cNvSpPr>
            <ns1:spLocks noGrp="1"/>
          </ns0:cNvSpPr>
          <ns0:nvPr/>
        </ns0:nvSpPr>
        <ns0:spPr>
          <ns1:xfrm>
            <ns1:off x="1267438" y="3240568"/>
            <ns1:ext cx="34480" cy="34480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36" name="noise-dot-c-128">
            <ns1:extLst>
              <ns1:ext uri="{FF2B5EF4-FFF2-40B4-BE49-F238E27FC236}">
                <ns2:creationId id="{BE6A3DB5-F472-43AF-9DB3-93585C8445C3}"/>
              </ns1:ext>
            </ns1:extLst>
          </ns0:cNvPr>
          <ns0:cNvSpPr>
            <ns1:spLocks noGrp="1"/>
          </ns0:cNvSpPr>
          <ns0:nvPr/>
        </ns0:nvSpPr>
        <ns0:spPr>
          <ns1:xfrm>
            <ns1:off x="1480481" y="2556701"/>
            <ns1:ext cx="17946" cy="17946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37" name="noise-dot-c-129">
            <ns1:extLst>
              <ns1:ext uri="{FF2B5EF4-FFF2-40B4-BE49-F238E27FC236}">
                <ns2:creationId id="{80862A1E-AE73-4014-91F2-4BFEE1580C61}"/>
              </ns1:ext>
            </ns1:extLst>
          </ns0:cNvPr>
          <ns0:cNvSpPr>
            <ns1:spLocks noGrp="1"/>
          </ns0:cNvSpPr>
          <ns0:nvPr/>
        </ns0:nvSpPr>
        <ns0:spPr>
          <ns1:xfrm>
            <ns1:off x="919745" y="2195781"/>
            <ns1:ext cx="32871" cy="3287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38" name="noise-dot-c-130">
            <ns1:extLst>
              <ns1:ext uri="{FF2B5EF4-FFF2-40B4-BE49-F238E27FC236}">
                <ns2:creationId id="{0399A1DF-EF87-4E0C-9A52-B6CAA9BD3A07}"/>
              </ns1:ext>
            </ns1:extLst>
          </ns0:cNvPr>
          <ns0:cNvSpPr>
            <ns1:spLocks noGrp="1"/>
          </ns0:cNvSpPr>
          <ns0:nvPr/>
        </ns0:nvSpPr>
        <ns0:spPr>
          <ns1:xfrm>
            <ns1:off x="1827367" y="2777864"/>
            <ns1:ext cx="31707" cy="31707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39" name="noise-dot-c-131">
            <ns1:extLst>
              <ns1:ext uri="{FF2B5EF4-FFF2-40B4-BE49-F238E27FC236}">
                <ns2:creationId id="{9626950B-1D63-4118-972E-93A8CF4C81D2}"/>
              </ns1:ext>
            </ns1:extLst>
          </ns0:cNvPr>
          <ns0:cNvSpPr>
            <ns1:spLocks noGrp="1"/>
          </ns0:cNvSpPr>
          <ns0:nvPr/>
        </ns0:nvSpPr>
        <ns0:spPr>
          <ns1:xfrm>
            <ns1:off x="1668719" y="2448501"/>
            <ns1:ext cx="16675" cy="1667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40" name="noise-dot-c-132">
            <ns1:extLst>
              <ns1:ext uri="{FF2B5EF4-FFF2-40B4-BE49-F238E27FC236}">
                <ns2:creationId id="{61069FE2-D9DD-420F-937E-E95CF0ED9CC6}"/>
              </ns1:ext>
            </ns1:extLst>
          </ns0:cNvPr>
          <ns0:cNvSpPr>
            <ns1:spLocks noGrp="1"/>
          </ns0:cNvSpPr>
          <ns0:nvPr/>
        </ns0:nvSpPr>
        <ns0:spPr>
          <ns1:xfrm>
            <ns1:off x="545698" y="2229770"/>
            <ns1:ext cx="21982" cy="21982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41" name="noise-dot-c-133">
            <ns1:extLst>
              <ns1:ext uri="{FF2B5EF4-FFF2-40B4-BE49-F238E27FC236}">
                <ns2:creationId id="{0A1DD416-4B15-4188-BBB7-0731262C8ACA}"/>
              </ns1:ext>
            </ns1:extLst>
          </ns0:cNvPr>
          <ns0:cNvSpPr>
            <ns1:spLocks noGrp="1"/>
          </ns0:cNvSpPr>
          <ns0:nvPr/>
        </ns0:nvSpPr>
        <ns0:spPr>
          <ns1:xfrm>
            <ns1:off x="552579" y="3854418"/>
            <ns1:ext cx="20546" cy="20546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42" name="noise-dot-c-134">
            <ns1:extLst>
              <ns1:ext uri="{FF2B5EF4-FFF2-40B4-BE49-F238E27FC236}">
                <ns2:creationId id="{8C7A17DD-931E-4F2E-B133-2AE2EDEC36C0}"/>
              </ns1:ext>
            </ns1:extLst>
          </ns0:cNvPr>
          <ns0:cNvSpPr>
            <ns1:spLocks noGrp="1"/>
          </ns0:cNvSpPr>
          <ns0:nvPr/>
        </ns0:nvSpPr>
        <ns0:spPr>
          <ns1:xfrm>
            <ns1:off x="595631" y="2244298"/>
            <ns1:ext cx="20848" cy="2084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43" name="noise-dot-c-135">
            <ns1:extLst>
              <ns1:ext uri="{FF2B5EF4-FFF2-40B4-BE49-F238E27FC236}">
                <ns2:creationId id="{DA8A8F27-75E1-4411-8783-1ED4E4B7DFAF}"/>
              </ns1:ext>
            </ns1:extLst>
          </ns0:cNvPr>
          <ns0:cNvSpPr>
            <ns1:spLocks noGrp="1"/>
          </ns0:cNvSpPr>
          <ns0:nvPr/>
        </ns0:nvSpPr>
        <ns0:spPr>
          <ns1:xfrm>
            <ns1:off x="1174521" y="3463412"/>
            <ns1:ext cx="14473" cy="14473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44" name="noise-dot-c-136">
            <ns1:extLst>
              <ns1:ext uri="{FF2B5EF4-FFF2-40B4-BE49-F238E27FC236}">
                <ns2:creationId id="{58C5D41D-8112-44DC-A22D-5498CC4FF0B7}"/>
              </ns1:ext>
            </ns1:extLst>
          </ns0:cNvPr>
          <ns0:cNvSpPr>
            <ns1:spLocks noGrp="1"/>
          </ns0:cNvSpPr>
          <ns0:nvPr/>
        </ns0:nvSpPr>
        <ns0:spPr>
          <ns1:xfrm>
            <ns1:off x="566769" y="2971702"/>
            <ns1:ext cx="27245" cy="27245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45" name="noise-dot-c-137">
            <ns1:extLst>
              <ns1:ext uri="{FF2B5EF4-FFF2-40B4-BE49-F238E27FC236}">
                <ns2:creationId id="{9C637AAC-6650-448D-8872-343875C4EA2C}"/>
              </ns1:ext>
            </ns1:extLst>
          </ns0:cNvPr>
          <ns0:cNvSpPr>
            <ns1:spLocks noGrp="1"/>
          </ns0:cNvSpPr>
          <ns0:nvPr/>
        </ns0:nvSpPr>
        <ns0:spPr>
          <ns1:xfrm>
            <ns1:off x="1734235" y="3722599"/>
            <ns1:ext cx="22105" cy="22105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46" name="noise-dot-c-138">
            <ns1:extLst>
              <ns1:ext uri="{FF2B5EF4-FFF2-40B4-BE49-F238E27FC236}">
                <ns2:creationId id="{1DF57210-E71E-46CB-AFA0-976C759DA6BC}"/>
              </ns1:ext>
            </ns1:extLst>
          </ns0:cNvPr>
          <ns0:cNvSpPr>
            <ns1:spLocks noGrp="1"/>
          </ns0:cNvSpPr>
          <ns0:nvPr/>
        </ns0:nvSpPr>
        <ns0:spPr>
          <ns1:xfrm>
            <ns1:off x="1503861" y="3695429"/>
            <ns1:ext cx="32081" cy="3208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47" name="noise-dot-c-139">
            <ns1:extLst>
              <ns1:ext uri="{FF2B5EF4-FFF2-40B4-BE49-F238E27FC236}">
                <ns2:creationId id="{26E39624-E4A3-4E91-996F-3BE8E285FF75}"/>
              </ns1:ext>
            </ns1:extLst>
          </ns0:cNvPr>
          <ns0:cNvSpPr>
            <ns1:spLocks noGrp="1"/>
          </ns0:cNvSpPr>
          <ns0:nvPr/>
        </ns0:nvSpPr>
        <ns0:spPr>
          <ns1:xfrm>
            <ns1:off x="1083046" y="2777078"/>
            <ns1:ext cx="18354" cy="18354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48" name="noise-dot-c-140">
            <ns1:extLst>
              <ns1:ext uri="{FF2B5EF4-FFF2-40B4-BE49-F238E27FC236}">
                <ns2:creationId id="{83D15F54-C6D0-42AE-9B7A-4EC3E9157C0A}"/>
              </ns1:ext>
            </ns1:extLst>
          </ns0:cNvPr>
          <ns0:cNvSpPr>
            <ns1:spLocks noGrp="1"/>
          </ns0:cNvSpPr>
          <ns0:nvPr/>
        </ns0:nvSpPr>
        <ns0:spPr>
          <ns1:xfrm>
            <ns1:off x="2256725" y="2779738"/>
            <ns1:ext cx="15612" cy="15612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49" name="noise-dot-c-141">
            <ns1:extLst>
              <ns1:ext uri="{FF2B5EF4-FFF2-40B4-BE49-F238E27FC236}">
                <ns2:creationId id="{35EC116B-8172-423A-BD43-FF173BCE3A6D}"/>
              </ns1:ext>
            </ns1:extLst>
          </ns0:cNvPr>
          <ns0:cNvSpPr>
            <ns1:spLocks noGrp="1"/>
          </ns0:cNvSpPr>
          <ns0:nvPr/>
        </ns0:nvSpPr>
        <ns0:spPr>
          <ns1:xfrm>
            <ns1:off x="1582445" y="3509027"/>
            <ns1:ext cx="31550" cy="31550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50" name="noise-dot-c-142">
            <ns1:extLst>
              <ns1:ext uri="{FF2B5EF4-FFF2-40B4-BE49-F238E27FC236}">
                <ns2:creationId id="{F291B2E3-38C5-40AF-A395-D6889377A812}"/>
              </ns1:ext>
            </ns1:extLst>
          </ns0:cNvPr>
          <ns0:cNvSpPr>
            <ns1:spLocks noGrp="1"/>
          </ns0:cNvSpPr>
          <ns0:nvPr/>
        </ns0:nvSpPr>
        <ns0:spPr>
          <ns1:xfrm>
            <ns1:off x="562044" y="2212009"/>
            <ns1:ext cx="27504" cy="27504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51" name="noise-dot-c-143">
            <ns1:extLst>
              <ns1:ext uri="{FF2B5EF4-FFF2-40B4-BE49-F238E27FC236}">
                <ns2:creationId id="{4A752058-C2DD-4AF5-8D08-FBA5B90DE1AC}"/>
              </ns1:ext>
            </ns1:extLst>
          </ns0:cNvPr>
          <ns0:cNvSpPr>
            <ns1:spLocks noGrp="1"/>
          </ns0:cNvSpPr>
          <ns0:nvPr/>
        </ns0:nvSpPr>
        <ns0:spPr>
          <ns1:xfrm>
            <ns1:off x="1467277" y="3214820"/>
            <ns1:ext cx="28661" cy="2866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52" name="noise-dot-c-144">
            <ns1:extLst>
              <ns1:ext uri="{FF2B5EF4-FFF2-40B4-BE49-F238E27FC236}">
                <ns2:creationId id="{71E1D1D0-37A3-478A-B78E-7E759FEDB285}"/>
              </ns1:ext>
            </ns1:extLst>
          </ns0:cNvPr>
          <ns0:cNvSpPr>
            <ns1:spLocks noGrp="1"/>
          </ns0:cNvSpPr>
          <ns0:nvPr/>
        </ns0:nvSpPr>
        <ns0:spPr>
          <ns1:xfrm>
            <ns1:off x="1632836" y="3596199"/>
            <ns1:ext cx="16435" cy="1643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53" name="noise-dot-c-145">
            <ns1:extLst>
              <ns1:ext uri="{FF2B5EF4-FFF2-40B4-BE49-F238E27FC236}">
                <ns2:creationId id="{1FD2ED7B-AE5F-4BE9-AB27-A36F50621169}"/>
              </ns1:ext>
            </ns1:extLst>
          </ns0:cNvPr>
          <ns0:cNvSpPr>
            <ns1:spLocks noGrp="1"/>
          </ns0:cNvSpPr>
          <ns0:nvPr/>
        </ns0:nvSpPr>
        <ns0:spPr>
          <ns1:xfrm>
            <ns1:off x="559521" y="3139063"/>
            <ns1:ext cx="29952" cy="29952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54" name="noise-dot-c-146">
            <ns1:extLst>
              <ns1:ext uri="{FF2B5EF4-FFF2-40B4-BE49-F238E27FC236}">
                <ns2:creationId id="{683C23E3-68EE-495F-BE86-F9EE25CAEDD4}"/>
              </ns1:ext>
            </ns1:extLst>
          </ns0:cNvPr>
          <ns0:cNvSpPr>
            <ns1:spLocks noGrp="1"/>
          </ns0:cNvSpPr>
          <ns0:nvPr/>
        </ns0:nvSpPr>
        <ns0:spPr>
          <ns1:xfrm>
            <ns1:off x="1291162" y="2876949"/>
            <ns1:ext cx="16091" cy="16091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55" name="noise-dot-c-147">
            <ns1:extLst>
              <ns1:ext uri="{FF2B5EF4-FFF2-40B4-BE49-F238E27FC236}">
                <ns2:creationId id="{6BE201F1-B004-4367-9665-C202FC702850}"/>
              </ns1:ext>
            </ns1:extLst>
          </ns0:cNvPr>
          <ns0:cNvSpPr>
            <ns1:spLocks noGrp="1"/>
          </ns0:cNvSpPr>
          <ns0:nvPr/>
        </ns0:nvSpPr>
        <ns0:spPr>
          <ns1:xfrm>
            <ns1:off x="1647929" y="3346121"/>
            <ns1:ext cx="28953" cy="28953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56" name="noise-dot-c-148">
            <ns1:extLst>
              <ns1:ext uri="{FF2B5EF4-FFF2-40B4-BE49-F238E27FC236}">
                <ns2:creationId id="{FF8E30B9-C15F-4F52-9ECF-05AC6D257000}"/>
              </ns1:ext>
            </ns1:extLst>
          </ns0:cNvPr>
          <ns0:cNvSpPr>
            <ns1:spLocks noGrp="1"/>
          </ns0:cNvSpPr>
          <ns0:nvPr/>
        </ns0:nvSpPr>
        <ns0:spPr>
          <ns1:xfrm>
            <ns1:off x="1433872" y="3528870"/>
            <ns1:ext cx="26397" cy="26397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57" name="noise-dot-c-149">
            <ns1:extLst>
              <ns1:ext uri="{FF2B5EF4-FFF2-40B4-BE49-F238E27FC236}">
                <ns2:creationId id="{D0979A85-DA1D-47E4-A0D3-7EE07D44D10C}"/>
              </ns1:ext>
            </ns1:extLst>
          </ns0:cNvPr>
          <ns0:cNvSpPr>
            <ns1:spLocks noGrp="1"/>
          </ns0:cNvSpPr>
          <ns0:nvPr/>
        </ns0:nvSpPr>
        <ns0:spPr>
          <ns1:xfrm>
            <ns1:off x="1964646" y="3296205"/>
            <ns1:ext cx="30095" cy="30095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58" name="noise-dot-c-150">
            <ns1:extLst>
              <ns1:ext uri="{FF2B5EF4-FFF2-40B4-BE49-F238E27FC236}">
                <ns2:creationId id="{EB38824A-8472-429E-8CE9-D3D5E44C03E8}"/>
              </ns1:ext>
            </ns1:extLst>
          </ns0:cNvPr>
          <ns0:cNvSpPr>
            <ns1:spLocks noGrp="1"/>
          </ns0:cNvSpPr>
          <ns0:nvPr/>
        </ns0:nvSpPr>
        <ns0:spPr>
          <ns1:xfrm>
            <ns1:off x="877062" y="2790673"/>
            <ns1:ext cx="18346" cy="18346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59" name="noise-dot-c-151">
            <ns1:extLst>
              <ns1:ext uri="{FF2B5EF4-FFF2-40B4-BE49-F238E27FC236}">
                <ns2:creationId id="{A831EBFE-7AC0-47B1-8338-D86A5B7143B8}"/>
              </ns1:ext>
            </ns1:extLst>
          </ns0:cNvPr>
          <ns0:cNvSpPr>
            <ns1:spLocks noGrp="1"/>
          </ns0:cNvSpPr>
          <ns0:nvPr/>
        </ns0:nvSpPr>
        <ns0:spPr>
          <ns1:xfrm>
            <ns1:off x="1931370" y="3697729"/>
            <ns1:ext cx="33836" cy="33836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60" name="noise-dot-c-152">
            <ns1:extLst>
              <ns1:ext uri="{FF2B5EF4-FFF2-40B4-BE49-F238E27FC236}">
                <ns2:creationId id="{D9617981-FE42-4D10-BBC2-5C9BC582CE87}"/>
              </ns1:ext>
            </ns1:extLst>
          </ns0:cNvPr>
          <ns0:cNvSpPr>
            <ns1:spLocks noGrp="1"/>
          </ns0:cNvSpPr>
          <ns0:nvPr/>
        </ns0:nvSpPr>
        <ns0:spPr>
          <ns1:xfrm>
            <ns1:off x="778504" y="3455889"/>
            <ns1:ext cx="25244" cy="25244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61" name="noise-dot-c-153">
            <ns1:extLst>
              <ns1:ext uri="{FF2B5EF4-FFF2-40B4-BE49-F238E27FC236}">
                <ns2:creationId id="{EB57C489-AAB9-4A1F-B397-534C6FDDAEEB}"/>
              </ns1:ext>
            </ns1:extLst>
          </ns0:cNvPr>
          <ns0:cNvSpPr>
            <ns1:spLocks noGrp="1"/>
          </ns0:cNvSpPr>
          <ns0:nvPr/>
        </ns0:nvSpPr>
        <ns0:spPr>
          <ns1:xfrm>
            <ns1:off x="2119094" y="2806919"/>
            <ns1:ext cx="15764" cy="15764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62" name="noise-dot-c-154">
            <ns1:extLst>
              <ns1:ext uri="{FF2B5EF4-FFF2-40B4-BE49-F238E27FC236}">
                <ns2:creationId id="{E1D3FBAB-7700-4ED0-B455-AD9E7729AB01}"/>
              </ns1:ext>
            </ns1:extLst>
          </ns0:cNvPr>
          <ns0:cNvSpPr>
            <ns1:spLocks noGrp="1"/>
          </ns0:cNvSpPr>
          <ns0:nvPr/>
        </ns0:nvSpPr>
        <ns0:spPr>
          <ns1:xfrm>
            <ns1:off x="1422094" y="3194311"/>
            <ns1:ext cx="14858" cy="1485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63" name="noise-dot-c-155">
            <ns1:extLst>
              <ns1:ext uri="{FF2B5EF4-FFF2-40B4-BE49-F238E27FC236}">
                <ns2:creationId id="{49AD9A9E-939F-4457-BC26-2AB5023B1DF1}"/>
              </ns1:ext>
            </ns1:extLst>
          </ns0:cNvPr>
          <ns0:cNvSpPr>
            <ns1:spLocks noGrp="1"/>
          </ns0:cNvSpPr>
          <ns0:nvPr/>
        </ns0:nvSpPr>
        <ns0:spPr>
          <ns1:xfrm>
            <ns1:off x="1624128" y="2881015"/>
            <ns1:ext cx="20199" cy="20199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64" name="noise-dot-c-156">
            <ns1:extLst>
              <ns1:ext uri="{FF2B5EF4-FFF2-40B4-BE49-F238E27FC236}">
                <ns2:creationId id="{720EEA96-1114-4FCB-BA26-D2498509F2AA}"/>
              </ns1:ext>
            </ns1:extLst>
          </ns0:cNvPr>
          <ns0:cNvSpPr>
            <ns1:spLocks noGrp="1"/>
          </ns0:cNvSpPr>
          <ns0:nvPr/>
        </ns0:nvSpPr>
        <ns0:spPr>
          <ns1:xfrm>
            <ns1:off x="1172668" y="2481935"/>
            <ns1:ext cx="33708" cy="33708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65" name="noise-dot-c-157">
            <ns1:extLst>
              <ns1:ext uri="{FF2B5EF4-FFF2-40B4-BE49-F238E27FC236}">
                <ns2:creationId id="{B8899505-3BE0-4A9E-BCE8-F5AC997B87C4}"/>
              </ns1:ext>
            </ns1:extLst>
          </ns0:cNvPr>
          <ns0:cNvSpPr>
            <ns1:spLocks noGrp="1"/>
          </ns0:cNvSpPr>
          <ns0:nvPr/>
        </ns0:nvSpPr>
        <ns0:spPr>
          <ns1:xfrm>
            <ns1:off x="917753" y="2880424"/>
            <ns1:ext cx="30328" cy="30328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66" name="noise-dot-c-158">
            <ns1:extLst>
              <ns1:ext uri="{FF2B5EF4-FFF2-40B4-BE49-F238E27FC236}">
                <ns2:creationId id="{05E1C6AF-E4E5-4F2A-81F6-E31B0139D94B}"/>
              </ns1:ext>
            </ns1:extLst>
          </ns0:cNvPr>
          <ns0:cNvSpPr>
            <ns1:spLocks noGrp="1"/>
          </ns0:cNvSpPr>
          <ns0:nvPr/>
        </ns0:nvSpPr>
        <ns0:spPr>
          <ns1:xfrm>
            <ns1:off x="1894031" y="3862009"/>
            <ns1:ext cx="17301" cy="1730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67" name="noise-dot-c-159">
            <ns1:extLst>
              <ns1:ext uri="{FF2B5EF4-FFF2-40B4-BE49-F238E27FC236}">
                <ns2:creationId id="{F7DC2D50-E493-4087-9B85-591D57343E92}"/>
              </ns1:ext>
            </ns1:extLst>
          </ns0:cNvPr>
          <ns0:cNvSpPr>
            <ns1:spLocks noGrp="1"/>
          </ns0:cNvSpPr>
          <ns0:nvPr/>
        </ns0:nvSpPr>
        <ns0:spPr>
          <ns1:xfrm>
            <ns1:off x="890017" y="3242053"/>
            <ns1:ext cx="24858" cy="24858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68" name="noise-dot-c-160">
            <ns1:extLst>
              <ns1:ext uri="{FF2B5EF4-FFF2-40B4-BE49-F238E27FC236}">
                <ns2:creationId id="{62BBE3EB-3F6B-42F9-8D43-AEE0D3F53517}"/>
              </ns1:ext>
            </ns1:extLst>
          </ns0:cNvPr>
          <ns0:cNvSpPr>
            <ns1:spLocks noGrp="1"/>
          </ns0:cNvSpPr>
          <ns0:nvPr/>
        </ns0:nvSpPr>
        <ns0:spPr>
          <ns1:xfrm>
            <ns1:off x="588606" y="2975732"/>
            <ns1:ext cx="18981" cy="1898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69" name="noise-dot-c-161">
            <ns1:extLst>
              <ns1:ext uri="{FF2B5EF4-FFF2-40B4-BE49-F238E27FC236}">
                <ns2:creationId id="{CE6ED356-0B78-46B4-94F3-DE0B086DFD80}"/>
              </ns1:ext>
            </ns1:extLst>
          </ns0:cNvPr>
          <ns0:cNvSpPr>
            <ns1:spLocks noGrp="1"/>
          </ns0:cNvSpPr>
          <ns0:nvPr/>
        </ns0:nvSpPr>
        <ns0:spPr>
          <ns1:xfrm>
            <ns1:off x="2045249" y="3272331"/>
            <ns1:ext cx="30551" cy="3055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70" name="noise-dot-c-162">
            <ns1:extLst>
              <ns1:ext uri="{FF2B5EF4-FFF2-40B4-BE49-F238E27FC236}">
                <ns2:creationId id="{7F46686C-DCF2-43F1-8614-A7011294ED21}"/>
              </ns1:ext>
            </ns1:extLst>
          </ns0:cNvPr>
          <ns0:cNvSpPr>
            <ns1:spLocks noGrp="1"/>
          </ns0:cNvSpPr>
          <ns0:nvPr/>
        </ns0:nvSpPr>
        <ns0:spPr>
          <ns1:xfrm>
            <ns1:off x="1559287" y="2636108"/>
            <ns1:ext cx="31840" cy="31840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71" name="noise-dot-c-163">
            <ns1:extLst>
              <ns1:ext uri="{FF2B5EF4-FFF2-40B4-BE49-F238E27FC236}">
                <ns2:creationId id="{F8540E15-8D88-447A-8067-24EFBD512EF8}"/>
              </ns1:ext>
            </ns1:extLst>
          </ns0:cNvPr>
          <ns0:cNvSpPr>
            <ns1:spLocks noGrp="1"/>
          </ns0:cNvSpPr>
          <ns0:nvPr/>
        </ns0:nvSpPr>
        <ns0:spPr>
          <ns1:xfrm>
            <ns1:off x="2196067" y="2420043"/>
            <ns1:ext cx="29841" cy="2984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72" name="noise-dot-c-164">
            <ns1:extLst>
              <ns1:ext uri="{FF2B5EF4-FFF2-40B4-BE49-F238E27FC236}">
                <ns2:creationId id="{8CF1893C-2906-4825-9C42-4CFA7BEB86DC}"/>
              </ns1:ext>
            </ns1:extLst>
          </ns0:cNvPr>
          <ns0:cNvSpPr>
            <ns1:spLocks noGrp="1"/>
          </ns0:cNvSpPr>
          <ns0:nvPr/>
        </ns0:nvSpPr>
        <ns0:spPr>
          <ns1:xfrm>
            <ns1:off x="1952199" y="3732838"/>
            <ns1:ext cx="32294" cy="32294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73" name="noise-dot-c-165">
            <ns1:extLst>
              <ns1:ext uri="{FF2B5EF4-FFF2-40B4-BE49-F238E27FC236}">
                <ns2:creationId id="{67793AE6-80C9-49A7-BBDB-85BEA5C3B49D}"/>
              </ns1:ext>
            </ns1:extLst>
          </ns0:cNvPr>
          <ns0:cNvSpPr>
            <ns1:spLocks noGrp="1"/>
          </ns0:cNvSpPr>
          <ns0:nvPr/>
        </ns0:nvSpPr>
        <ns0:spPr>
          <ns1:xfrm>
            <ns1:off x="1015372" y="3174583"/>
            <ns1:ext cx="27791" cy="2779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74" name="noise-dot-c-166">
            <ns1:extLst>
              <ns1:ext uri="{FF2B5EF4-FFF2-40B4-BE49-F238E27FC236}">
                <ns2:creationId id="{E5BE3E56-5269-4032-8CFC-2056377324D7}"/>
              </ns1:ext>
            </ns1:extLst>
          </ns0:cNvPr>
          <ns0:cNvSpPr>
            <ns1:spLocks noGrp="1"/>
          </ns0:cNvSpPr>
          <ns0:nvPr/>
        </ns0:nvSpPr>
        <ns0:spPr>
          <ns1:xfrm>
            <ns1:off x="2128122" y="3709296"/>
            <ns1:ext cx="14838" cy="1483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75" name="noise-dot-c-167">
            <ns1:extLst>
              <ns1:ext uri="{FF2B5EF4-FFF2-40B4-BE49-F238E27FC236}">
                <ns2:creationId id="{D1EA6A4E-322C-42D5-955F-95B0D73E150D}"/>
              </ns1:ext>
            </ns1:extLst>
          </ns0:cNvPr>
          <ns0:cNvSpPr>
            <ns1:spLocks noGrp="1"/>
          </ns0:cNvSpPr>
          <ns0:nvPr/>
        </ns0:nvSpPr>
        <ns0:spPr>
          <ns1:xfrm>
            <ns1:off x="570612" y="3760977"/>
            <ns1:ext cx="22159" cy="22159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76" name="noise-dot-c-168">
            <ns1:extLst>
              <ns1:ext uri="{FF2B5EF4-FFF2-40B4-BE49-F238E27FC236}">
                <ns2:creationId id="{C5E34D30-168A-40B9-B70E-C6E7F96C8E9D}"/>
              </ns1:ext>
            </ns1:extLst>
          </ns0:cNvPr>
          <ns0:cNvSpPr>
            <ns1:spLocks noGrp="1"/>
          </ns0:cNvSpPr>
          <ns0:nvPr/>
        </ns0:nvSpPr>
        <ns0:spPr>
          <ns1:xfrm>
            <ns1:off x="1138812" y="2453862"/>
            <ns1:ext cx="27208" cy="2720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77" name="noise-dot-c-169">
            <ns1:extLst>
              <ns1:ext uri="{FF2B5EF4-FFF2-40B4-BE49-F238E27FC236}">
                <ns2:creationId id="{393E04E9-B60F-4D50-AB67-E95994AB4AA0}"/>
              </ns1:ext>
            </ns1:extLst>
          </ns0:cNvPr>
          <ns0:cNvSpPr>
            <ns1:spLocks noGrp="1"/>
          </ns0:cNvSpPr>
          <ns0:nvPr/>
        </ns0:nvSpPr>
        <ns0:spPr>
          <ns1:xfrm>
            <ns1:off x="808106" y="2642443"/>
            <ns1:ext cx="33206" cy="33206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78" name="noise-dot-c-170">
            <ns1:extLst>
              <ns1:ext uri="{FF2B5EF4-FFF2-40B4-BE49-F238E27FC236}">
                <ns2:creationId id="{8CE61E45-91DE-4340-B95F-E05386305FED}"/>
              </ns1:ext>
            </ns1:extLst>
          </ns0:cNvPr>
          <ns0:cNvSpPr>
            <ns1:spLocks noGrp="1"/>
          </ns0:cNvSpPr>
          <ns0:nvPr/>
        </ns0:nvSpPr>
        <ns0:spPr>
          <ns1:xfrm>
            <ns1:off x="1412030" y="3355778"/>
            <ns1:ext cx="31372" cy="31372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79" name="noise-dot-c-171">
            <ns1:extLst>
              <ns1:ext uri="{FF2B5EF4-FFF2-40B4-BE49-F238E27FC236}">
                <ns2:creationId id="{F887BA96-07AB-4F04-8AD1-4BDC5F57A40B}"/>
              </ns1:ext>
            </ns1:extLst>
          </ns0:cNvPr>
          <ns0:cNvSpPr>
            <ns1:spLocks noGrp="1"/>
          </ns0:cNvSpPr>
          <ns0:nvPr/>
        </ns0:nvSpPr>
        <ns0:spPr>
          <ns1:xfrm>
            <ns1:off x="1546198" y="2127411"/>
            <ns1:ext cx="23142" cy="23142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80" name="noise-dot-c-172">
            <ns1:extLst>
              <ns1:ext uri="{FF2B5EF4-FFF2-40B4-BE49-F238E27FC236}">
                <ns2:creationId id="{B384FF97-B3B0-4BF5-BA95-D7807B3AB569}"/>
              </ns1:ext>
            </ns1:extLst>
          </ns0:cNvPr>
          <ns0:cNvSpPr>
            <ns1:spLocks noGrp="1"/>
          </ns0:cNvSpPr>
          <ns0:nvPr/>
        </ns0:nvSpPr>
        <ns0:spPr>
          <ns1:xfrm>
            <ns1:off x="1950952" y="2566811"/>
            <ns1:ext cx="15324" cy="15324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81" name="noise-dot-c-173">
            <ns1:extLst>
              <ns1:ext uri="{FF2B5EF4-FFF2-40B4-BE49-F238E27FC236}">
                <ns2:creationId id="{2F1D483F-1DEC-4869-A147-B8AA26BF6AA2}"/>
              </ns1:ext>
            </ns1:extLst>
          </ns0:cNvPr>
          <ns0:cNvSpPr>
            <ns1:spLocks noGrp="1"/>
          </ns0:cNvSpPr>
          <ns0:nvPr/>
        </ns0:nvSpPr>
        <ns0:spPr>
          <ns1:xfrm>
            <ns1:off x="1773427" y="2182401"/>
            <ns1:ext cx="28005" cy="2800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82" name="noise-dot-c-174">
            <ns1:extLst>
              <ns1:ext uri="{FF2B5EF4-FFF2-40B4-BE49-F238E27FC236}">
                <ns2:creationId id="{96D0E7CD-9F12-48E8-93EA-CDFA9291D1A9}"/>
              </ns1:ext>
            </ns1:extLst>
          </ns0:cNvPr>
          <ns0:cNvSpPr>
            <ns1:spLocks noGrp="1"/>
          </ns0:cNvSpPr>
          <ns0:nvPr/>
        </ns0:nvSpPr>
        <ns0:spPr>
          <ns1:xfrm>
            <ns1:off x="1244546" y="3413378"/>
            <ns1:ext cx="24338" cy="24338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83" name="noise-dot-c-175">
            <ns1:extLst>
              <ns1:ext uri="{FF2B5EF4-FFF2-40B4-BE49-F238E27FC236}">
                <ns2:creationId id="{45C1B663-514E-4609-9C6D-352F19149C49}"/>
              </ns1:ext>
            </ns1:extLst>
          </ns0:cNvPr>
          <ns0:cNvSpPr>
            <ns1:spLocks noGrp="1"/>
          </ns0:cNvSpPr>
          <ns0:nvPr/>
        </ns0:nvSpPr>
        <ns0:spPr>
          <ns1:xfrm>
            <ns1:off x="1123487" y="2163285"/>
            <ns1:ext cx="33311" cy="3331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84" name="noise-dot-c-176">
            <ns1:extLst>
              <ns1:ext uri="{FF2B5EF4-FFF2-40B4-BE49-F238E27FC236}">
                <ns2:creationId id="{35971804-C62D-48BB-B13C-B40913446EBC}"/>
              </ns1:ext>
            </ns1:extLst>
          </ns0:cNvPr>
          <ns0:cNvSpPr>
            <ns1:spLocks noGrp="1"/>
          </ns0:cNvSpPr>
          <ns0:nvPr/>
        </ns0:nvSpPr>
        <ns0:spPr>
          <ns1:xfrm>
            <ns1:off x="683627" y="3466678"/>
            <ns1:ext cx="31159" cy="31159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85" name="noise-dot-c-177">
            <ns1:extLst>
              <ns1:ext uri="{FF2B5EF4-FFF2-40B4-BE49-F238E27FC236}">
                <ns2:creationId id="{37811720-13A3-4117-AEE7-4A9FD859F6B6}"/>
              </ns1:ext>
            </ns1:extLst>
          </ns0:cNvPr>
          <ns0:cNvSpPr>
            <ns1:spLocks noGrp="1"/>
          </ns0:cNvSpPr>
          <ns0:nvPr/>
        </ns0:nvSpPr>
        <ns0:spPr>
          <ns1:xfrm>
            <ns1:off x="776598" y="2946302"/>
            <ns1:ext cx="32352" cy="32352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86" name="noise-dot-c-178">
            <ns1:extLst>
              <ns1:ext uri="{FF2B5EF4-FFF2-40B4-BE49-F238E27FC236}">
                <ns2:creationId id="{D6E60439-454F-4368-8B0D-F5BCFD30C341}"/>
              </ns1:ext>
            </ns1:extLst>
          </ns0:cNvPr>
          <ns0:cNvSpPr>
            <ns1:spLocks noGrp="1"/>
          </ns0:cNvSpPr>
          <ns0:nvPr/>
        </ns0:nvSpPr>
        <ns0:spPr>
          <ns1:xfrm>
            <ns1:off x="1180858" y="3453018"/>
            <ns1:ext cx="18156" cy="18156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87" name="noise-dot-c-179">
            <ns1:extLst>
              <ns1:ext uri="{FF2B5EF4-FFF2-40B4-BE49-F238E27FC236}">
                <ns2:creationId id="{189AC6E5-D002-4236-940B-B0C1B77C4D93}"/>
              </ns1:ext>
            </ns1:extLst>
          </ns0:cNvPr>
          <ns0:cNvSpPr>
            <ns1:spLocks noGrp="1"/>
          </ns0:cNvSpPr>
          <ns0:nvPr/>
        </ns0:nvSpPr>
        <ns0:spPr>
          <ns1:xfrm>
            <ns1:off x="1246973" y="3424988"/>
            <ns1:ext cx="32629" cy="32629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88" name="noise-dot-c-180">
            <ns1:extLst>
              <ns1:ext uri="{FF2B5EF4-FFF2-40B4-BE49-F238E27FC236}">
                <ns2:creationId id="{D76F31F5-5CDE-4166-996B-835B649B9EB7}"/>
              </ns1:ext>
            </ns1:extLst>
          </ns0:cNvPr>
          <ns0:cNvSpPr>
            <ns1:spLocks noGrp="1"/>
          </ns0:cNvSpPr>
          <ns0:nvPr/>
        </ns0:nvSpPr>
        <ns0:spPr>
          <ns1:xfrm>
            <ns1:off x="1274493" y="2267712"/>
            <ns1:ext cx="16781" cy="1678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89" name="noise-dot-c-181">
            <ns1:extLst>
              <ns1:ext uri="{FF2B5EF4-FFF2-40B4-BE49-F238E27FC236}">
                <ns2:creationId id="{2A6BFE1D-C1DF-4161-9B8F-4B6C1ECC1CF4}"/>
              </ns1:ext>
            </ns1:extLst>
          </ns0:cNvPr>
          <ns0:cNvSpPr>
            <ns1:spLocks noGrp="1"/>
          </ns0:cNvSpPr>
          <ns0:nvPr/>
        </ns0:nvSpPr>
        <ns0:spPr>
          <ns1:xfrm>
            <ns1:off x="648675" y="2492544"/>
            <ns1:ext cx="33646" cy="3364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90" name="noise-dot-c-182">
            <ns1:extLst>
              <ns1:ext uri="{FF2B5EF4-FFF2-40B4-BE49-F238E27FC236}">
                <ns2:creationId id="{B2352F11-5CBE-4B86-875B-2FDC3613946F}"/>
              </ns1:ext>
            </ns1:extLst>
          </ns0:cNvPr>
          <ns0:cNvSpPr>
            <ns1:spLocks noGrp="1"/>
          </ns0:cNvSpPr>
          <ns0:nvPr/>
        </ns0:nvSpPr>
        <ns0:spPr>
          <ns1:xfrm>
            <ns1:off x="1701797" y="2483492"/>
            <ns1:ext cx="17657" cy="17657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91" name="noise-dot-c-183">
            <ns1:extLst>
              <ns1:ext uri="{FF2B5EF4-FFF2-40B4-BE49-F238E27FC236}">
                <ns2:creationId id="{79A49184-6A5B-4B68-9829-CB4831B32435}"/>
              </ns1:ext>
            </ns1:extLst>
          </ns0:cNvPr>
          <ns0:cNvSpPr>
            <ns1:spLocks noGrp="1"/>
          </ns0:cNvSpPr>
          <ns0:nvPr/>
        </ns0:nvSpPr>
        <ns0:spPr>
          <ns1:xfrm>
            <ns1:off x="1717038" y="3003181"/>
            <ns1:ext cx="17621" cy="17621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92" name="noise-dot-c-184">
            <ns1:extLst>
              <ns1:ext uri="{FF2B5EF4-FFF2-40B4-BE49-F238E27FC236}">
                <ns2:creationId id="{73269DD4-7E5A-4C4E-9903-B3F29F09C3BE}"/>
              </ns1:ext>
            </ns1:extLst>
          </ns0:cNvPr>
          <ns0:cNvSpPr>
            <ns1:spLocks noGrp="1"/>
          </ns0:cNvSpPr>
          <ns0:nvPr/>
        </ns0:nvSpPr>
        <ns0:spPr>
          <ns1:xfrm>
            <ns1:off x="1707613" y="2940225"/>
            <ns1:ext cx="27015" cy="27015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93" name="noise-dot-c-185">
            <ns1:extLst>
              <ns1:ext uri="{FF2B5EF4-FFF2-40B4-BE49-F238E27FC236}">
                <ns2:creationId id="{C76FC854-86A1-449D-93BE-B233DC88CA73}"/>
              </ns1:ext>
            </ns1:extLst>
          </ns0:cNvPr>
          <ns0:cNvSpPr>
            <ns1:spLocks noGrp="1"/>
          </ns0:cNvSpPr>
          <ns0:nvPr/>
        </ns0:nvSpPr>
        <ns0:spPr>
          <ns1:xfrm>
            <ns1:off x="1072125" y="2274393"/>
            <ns1:ext cx="31154" cy="31154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194" name="noise-dot-c-186">
            <ns1:extLst>
              <ns1:ext uri="{FF2B5EF4-FFF2-40B4-BE49-F238E27FC236}">
                <ns2:creationId id="{299AB572-20C0-4A97-92CB-EFDEC2C767C6}"/>
              </ns1:ext>
            </ns1:extLst>
          </ns0:cNvPr>
          <ns0:cNvSpPr>
            <ns1:spLocks noGrp="1"/>
          </ns0:cNvSpPr>
          <ns0:nvPr/>
        </ns0:nvSpPr>
        <ns0:spPr>
          <ns1:xfrm>
            <ns1:off x="1976330" y="2823740"/>
            <ns1:ext cx="26494" cy="26494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95" name="noise-dot-c-187">
            <ns1:extLst>
              <ns1:ext uri="{FF2B5EF4-FFF2-40B4-BE49-F238E27FC236}">
                <ns2:creationId id="{AFA5FC5E-F4D2-49D4-8C0B-6DAAF901A62E}"/>
              </ns1:ext>
            </ns1:extLst>
          </ns0:cNvPr>
          <ns0:cNvSpPr>
            <ns1:spLocks noGrp="1"/>
          </ns0:cNvSpPr>
          <ns0:nvPr/>
        </ns0:nvSpPr>
        <ns0:spPr>
          <ns1:xfrm>
            <ns1:off x="2242972" y="3861640"/>
            <ns1:ext cx="17964" cy="17964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96" name="noise-dot-c-188">
            <ns1:extLst>
              <ns1:ext uri="{FF2B5EF4-FFF2-40B4-BE49-F238E27FC236}">
                <ns2:creationId id="{D13F2D56-C411-4BA0-8EF6-C5EF33474A6B}"/>
              </ns1:ext>
            </ns1:extLst>
          </ns0:cNvPr>
          <ns0:cNvSpPr>
            <ns1:spLocks noGrp="1"/>
          </ns0:cNvSpPr>
          <ns0:nvPr/>
        </ns0:nvSpPr>
        <ns0:spPr>
          <ns1:xfrm>
            <ns1:off x="1321158" y="2491592"/>
            <ns1:ext cx="26698" cy="26698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197" name="noise-dot-c-189">
            <ns1:extLst>
              <ns1:ext uri="{FF2B5EF4-FFF2-40B4-BE49-F238E27FC236}">
                <ns2:creationId id="{DC643F8D-0E3D-4EAF-9FC5-3264874A656B}"/>
              </ns1:ext>
            </ns1:extLst>
          </ns0:cNvPr>
          <ns0:cNvSpPr>
            <ns1:spLocks noGrp="1"/>
          </ns0:cNvSpPr>
          <ns0:nvPr/>
        </ns0:nvSpPr>
        <ns0:spPr>
          <ns1:xfrm>
            <ns1:off x="1144547" y="2668975"/>
            <ns1:ext cx="17596" cy="1759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198" name="noise-dot-c-190">
            <ns1:extLst>
              <ns1:ext uri="{FF2B5EF4-FFF2-40B4-BE49-F238E27FC236}">
                <ns2:creationId id="{8BD3B16E-B36C-460C-90E1-D24835851852}"/>
              </ns1:ext>
            </ns1:extLst>
          </ns0:cNvPr>
          <ns0:cNvSpPr>
            <ns1:spLocks noGrp="1"/>
          </ns0:cNvSpPr>
          <ns0:nvPr/>
        </ns0:nvSpPr>
        <ns0:spPr>
          <ns1:xfrm>
            <ns1:off x="1281040" y="2534250"/>
            <ns1:ext cx="17088" cy="1708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199" name="noise-dot-c-191">
            <ns1:extLst>
              <ns1:ext uri="{FF2B5EF4-FFF2-40B4-BE49-F238E27FC236}">
                <ns2:creationId id="{DB5D3C8A-6F9B-40FA-9A51-5C90ECC3CF99}"/>
              </ns1:ext>
            </ns1:extLst>
          </ns0:cNvPr>
          <ns0:cNvSpPr>
            <ns1:spLocks noGrp="1"/>
          </ns0:cNvSpPr>
          <ns0:nvPr/>
        </ns0:nvSpPr>
        <ns0:spPr>
          <ns1:xfrm>
            <ns1:off x="1612120" y="3747878"/>
            <ns1:ext cx="33522" cy="33522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00" name="noise-dot-c-192">
            <ns1:extLst>
              <ns1:ext uri="{FF2B5EF4-FFF2-40B4-BE49-F238E27FC236}">
                <ns2:creationId id="{5607592F-20A2-4B3B-8A5B-000A0E7DA189}"/>
              </ns1:ext>
            </ns1:extLst>
          </ns0:cNvPr>
          <ns0:cNvSpPr>
            <ns1:spLocks noGrp="1"/>
          </ns0:cNvSpPr>
          <ns0:nvPr/>
        </ns0:nvSpPr>
        <ns0:spPr>
          <ns1:xfrm>
            <ns1:off x="686330" y="2307753"/>
            <ns1:ext cx="20510" cy="20510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01" name="noise-dot-c-193">
            <ns1:extLst>
              <ns1:ext uri="{FF2B5EF4-FFF2-40B4-BE49-F238E27FC236}">
                <ns2:creationId id="{5DB6A658-8CAF-4985-8114-B052EAEACDAA}"/>
              </ns1:ext>
            </ns1:extLst>
          </ns0:cNvPr>
          <ns0:cNvSpPr>
            <ns1:spLocks noGrp="1"/>
          </ns0:cNvSpPr>
          <ns0:nvPr/>
        </ns0:nvSpPr>
        <ns0:spPr>
          <ns1:xfrm>
            <ns1:off x="1791226" y="2138101"/>
            <ns1:ext cx="26628" cy="2662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02" name="noise-dot-c-194">
            <ns1:extLst>
              <ns1:ext uri="{FF2B5EF4-FFF2-40B4-BE49-F238E27FC236}">
                <ns2:creationId id="{FE96C72B-F0A9-4DA7-855C-E2C56A3AB457}"/>
              </ns1:ext>
            </ns1:extLst>
          </ns0:cNvPr>
          <ns0:cNvSpPr>
            <ns1:spLocks noGrp="1"/>
          </ns0:cNvSpPr>
          <ns0:nvPr/>
        </ns0:nvSpPr>
        <ns0:spPr>
          <ns1:xfrm>
            <ns1:off x="1560012" y="2454249"/>
            <ns1:ext cx="27455" cy="27455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03" name="noise-dot-c-195">
            <ns1:extLst>
              <ns1:ext uri="{FF2B5EF4-FFF2-40B4-BE49-F238E27FC236}">
                <ns2:creationId id="{A494648D-F36E-4C9F-A114-5212EB4BF754}"/>
              </ns1:ext>
            </ns1:extLst>
          </ns0:cNvPr>
          <ns0:cNvSpPr>
            <ns1:spLocks noGrp="1"/>
          </ns0:cNvSpPr>
          <ns0:nvPr/>
        </ns0:nvSpPr>
        <ns0:spPr>
          <ns1:xfrm>
            <ns1:off x="1257414" y="3569508"/>
            <ns1:ext cx="20067" cy="20067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04" name="noise-dot-c-196">
            <ns1:extLst>
              <ns1:ext uri="{FF2B5EF4-FFF2-40B4-BE49-F238E27FC236}">
                <ns2:creationId id="{A9BBE073-049C-412A-8347-C8904D51363F}"/>
              </ns1:ext>
            </ns1:extLst>
          </ns0:cNvPr>
          <ns0:cNvSpPr>
            <ns1:spLocks noGrp="1"/>
          </ns0:cNvSpPr>
          <ns0:nvPr/>
        </ns0:nvSpPr>
        <ns0:spPr>
          <ns1:xfrm>
            <ns1:off x="567481" y="2223834"/>
            <ns1:ext cx="19959" cy="19959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05" name="noise-dot-c-197">
            <ns1:extLst>
              <ns1:ext uri="{FF2B5EF4-FFF2-40B4-BE49-F238E27FC236}">
                <ns2:creationId id="{489C65F7-9756-4CD4-9558-4A9FC9FE91C4}"/>
              </ns1:ext>
            </ns1:extLst>
          </ns0:cNvPr>
          <ns0:cNvSpPr>
            <ns1:spLocks noGrp="1"/>
          </ns0:cNvSpPr>
          <ns0:nvPr/>
        </ns0:nvSpPr>
        <ns0:spPr>
          <ns1:xfrm>
            <ns1:off x="2026566" y="2659213"/>
            <ns1:ext cx="29971" cy="2997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06" name="noise-dot-c-198">
            <ns1:extLst>
              <ns1:ext uri="{FF2B5EF4-FFF2-40B4-BE49-F238E27FC236}">
                <ns2:creationId id="{327AC846-31EE-44E6-AC25-D35E9C982099}"/>
              </ns1:ext>
            </ns1:extLst>
          </ns0:cNvPr>
          <ns0:cNvSpPr>
            <ns1:spLocks noGrp="1"/>
          </ns0:cNvSpPr>
          <ns0:nvPr/>
        </ns0:nvSpPr>
        <ns0:spPr>
          <ns1:xfrm>
            <ns1:off x="1021567" y="3115094"/>
            <ns1:ext cx="20430" cy="2043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07" name="noise-dot-c-199">
            <ns1:extLst>
              <ns1:ext uri="{FF2B5EF4-FFF2-40B4-BE49-F238E27FC236}">
                <ns2:creationId id="{0C5642F5-646C-49C4-945E-9B6F16FFF34F}"/>
              </ns1:ext>
            </ns1:extLst>
          </ns0:cNvPr>
          <ns0:cNvSpPr>
            <ns1:spLocks noGrp="1"/>
          </ns0:cNvSpPr>
          <ns0:nvPr/>
        </ns0:nvSpPr>
        <ns0:spPr>
          <ns1:xfrm>
            <ns1:off x="2128415" y="3730218"/>
            <ns1:ext cx="31594" cy="31594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08" name="noise-dot-c-200">
            <ns1:extLst>
              <ns1:ext uri="{FF2B5EF4-FFF2-40B4-BE49-F238E27FC236}">
                <ns2:creationId id="{1F9869B7-CE7D-4B40-BADE-E9DB00AA7856}"/>
              </ns1:ext>
            </ns1:extLst>
          </ns0:cNvPr>
          <ns0:cNvSpPr>
            <ns1:spLocks noGrp="1"/>
          </ns0:cNvSpPr>
          <ns0:nvPr/>
        </ns0:nvSpPr>
        <ns0:spPr>
          <ns1:xfrm>
            <ns1:off x="1015555" y="2502949"/>
            <ns1:ext cx="31501" cy="31501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09" name="noise-dot-c-201">
            <ns1:extLst>
              <ns1:ext uri="{FF2B5EF4-FFF2-40B4-BE49-F238E27FC236}">
                <ns2:creationId id="{4EE162A1-98F1-43F6-854D-4F7939C75C13}"/>
              </ns1:ext>
            </ns1:extLst>
          </ns0:cNvPr>
          <ns0:cNvSpPr>
            <ns1:spLocks noGrp="1"/>
          </ns0:cNvSpPr>
          <ns0:nvPr/>
        </ns0:nvSpPr>
        <ns0:spPr>
          <ns1:xfrm>
            <ns1:off x="1331801" y="2710076"/>
            <ns1:ext cx="31536" cy="3153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10" name="noise-dot-c-202">
            <ns1:extLst>
              <ns1:ext uri="{FF2B5EF4-FFF2-40B4-BE49-F238E27FC236}">
                <ns2:creationId id="{41597DA5-4F22-4AB4-9223-D4E20862C8C9}"/>
              </ns1:ext>
            </ns1:extLst>
          </ns0:cNvPr>
          <ns0:cNvSpPr>
            <ns1:spLocks noGrp="1"/>
          </ns0:cNvSpPr>
          <ns0:nvPr/>
        </ns0:nvSpPr>
        <ns0:spPr>
          <ns1:xfrm>
            <ns1:off x="1934641" y="2253237"/>
            <ns1:ext cx="24792" cy="24792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11" name="noise-dot-c-203">
            <ns1:extLst>
              <ns1:ext uri="{FF2B5EF4-FFF2-40B4-BE49-F238E27FC236}">
                <ns2:creationId id="{A5A5EB73-5721-49BE-A769-A16FBD2E4A95}"/>
              </ns1:ext>
            </ns1:extLst>
          </ns0:cNvPr>
          <ns0:cNvSpPr>
            <ns1:spLocks noGrp="1"/>
          </ns0:cNvSpPr>
          <ns0:nvPr/>
        </ns0:nvSpPr>
        <ns0:spPr>
          <ns1:xfrm>
            <ns1:off x="1091734" y="2977602"/>
            <ns1:ext cx="19055" cy="1905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12" name="noise-dot-c-204">
            <ns1:extLst>
              <ns1:ext uri="{FF2B5EF4-FFF2-40B4-BE49-F238E27FC236}">
                <ns2:creationId id="{1F307857-CF09-4845-806D-42184E1B3909}"/>
              </ns1:ext>
            </ns1:extLst>
          </ns0:cNvPr>
          <ns0:cNvSpPr>
            <ns1:spLocks noGrp="1"/>
          </ns0:cNvSpPr>
          <ns0:nvPr/>
        </ns0:nvSpPr>
        <ns0:spPr>
          <ns1:xfrm>
            <ns1:off x="724626" y="3781617"/>
            <ns1:ext cx="18364" cy="18364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13" name="noise-dot-c-205">
            <ns1:extLst>
              <ns1:ext uri="{FF2B5EF4-FFF2-40B4-BE49-F238E27FC236}">
                <ns2:creationId id="{62164385-3446-43C4-B622-612558600957}"/>
              </ns1:ext>
            </ns1:extLst>
          </ns0:cNvPr>
          <ns0:cNvSpPr>
            <ns1:spLocks noGrp="1"/>
          </ns0:cNvSpPr>
          <ns0:nvPr/>
        </ns0:nvSpPr>
        <ns0:spPr>
          <ns1:xfrm>
            <ns1:off x="1646566" y="2982093"/>
            <ns1:ext cx="34160" cy="3416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14" name="noise-dot-c-206">
            <ns1:extLst>
              <ns1:ext uri="{FF2B5EF4-FFF2-40B4-BE49-F238E27FC236}">
                <ns2:creationId id="{7B6C56AD-FA43-40D3-A9BF-B772B96622A3}"/>
              </ns1:ext>
            </ns1:extLst>
          </ns0:cNvPr>
          <ns0:cNvSpPr>
            <ns1:spLocks noGrp="1"/>
          </ns0:cNvSpPr>
          <ns0:nvPr/>
        </ns0:nvSpPr>
        <ns0:spPr>
          <ns1:xfrm>
            <ns1:off x="536521" y="3283231"/>
            <ns1:ext cx="19526" cy="1952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15" name="noise-dot-c-207">
            <ns1:extLst>
              <ns1:ext uri="{FF2B5EF4-FFF2-40B4-BE49-F238E27FC236}">
                <ns2:creationId id="{26A81F14-4BBC-421C-8C65-8C6726C7988C}"/>
              </ns1:ext>
            </ns1:extLst>
          </ns0:cNvPr>
          <ns0:cNvSpPr>
            <ns1:spLocks noGrp="1"/>
          </ns0:cNvSpPr>
          <ns0:nvPr/>
        </ns0:nvSpPr>
        <ns0:spPr>
          <ns1:xfrm>
            <ns1:off x="1292607" y="2115166"/>
            <ns1:ext cx="21906" cy="2190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16" name="noise-dot-c-208">
            <ns1:extLst>
              <ns1:ext uri="{FF2B5EF4-FFF2-40B4-BE49-F238E27FC236}">
                <ns2:creationId id="{36F57546-DA2B-4170-A04F-AE4301FE45E5}"/>
              </ns1:ext>
            </ns1:extLst>
          </ns0:cNvPr>
          <ns0:cNvSpPr>
            <ns1:spLocks noGrp="1"/>
          </ns0:cNvSpPr>
          <ns0:nvPr/>
        </ns0:nvSpPr>
        <ns0:spPr>
          <ns1:xfrm>
            <ns1:off x="1500925" y="2777874"/>
            <ns1:ext cx="34725" cy="3472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17" name="noise-dot-c-209">
            <ns1:extLst>
              <ns1:ext uri="{FF2B5EF4-FFF2-40B4-BE49-F238E27FC236}">
                <ns2:creationId id="{C2F0789D-FB7D-45BE-A07D-5B27AAE0536C}"/>
              </ns1:ext>
            </ns1:extLst>
          </ns0:cNvPr>
          <ns0:cNvSpPr>
            <ns1:spLocks noGrp="1"/>
          </ns0:cNvSpPr>
          <ns0:nvPr/>
        </ns0:nvSpPr>
        <ns0:spPr>
          <ns1:xfrm>
            <ns1:off x="1218722" y="3433828"/>
            <ns1:ext cx="34436" cy="3443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18" name="noise-dot-c-210">
            <ns1:extLst>
              <ns1:ext uri="{FF2B5EF4-FFF2-40B4-BE49-F238E27FC236}">
                <ns2:creationId id="{DE6F69B5-C305-4964-8C7B-94F862ADBF1D}"/>
              </ns1:ext>
            </ns1:extLst>
          </ns0:cNvPr>
          <ns0:cNvSpPr>
            <ns1:spLocks noGrp="1"/>
          </ns0:cNvSpPr>
          <ns0:nvPr/>
        </ns0:nvSpPr>
        <ns0:spPr>
          <ns1:xfrm>
            <ns1:off x="2073561" y="3264170"/>
            <ns1:ext cx="17617" cy="17617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19" name="noise-dot-c-211">
            <ns1:extLst>
              <ns1:ext uri="{FF2B5EF4-FFF2-40B4-BE49-F238E27FC236}">
                <ns2:creationId id="{5CF63049-DD6D-4CFB-B539-CD68D6F935A3}"/>
              </ns1:ext>
            </ns1:extLst>
          </ns0:cNvPr>
          <ns0:cNvSpPr>
            <ns1:spLocks noGrp="1"/>
          </ns0:cNvSpPr>
          <ns0:nvPr/>
        </ns0:nvSpPr>
        <ns0:spPr>
          <ns1:xfrm>
            <ns1:off x="1037360" y="3130328"/>
            <ns1:ext cx="28955" cy="2895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20" name="noise-dot-c-212">
            <ns1:extLst>
              <ns1:ext uri="{FF2B5EF4-FFF2-40B4-BE49-F238E27FC236}">
                <ns2:creationId id="{A5CB6122-C50E-4D19-AB18-EC451573D6E0}"/>
              </ns1:ext>
            </ns1:extLst>
          </ns0:cNvPr>
          <ns0:cNvSpPr>
            <ns1:spLocks noGrp="1"/>
          </ns0:cNvSpPr>
          <ns0:nvPr/>
        </ns0:nvSpPr>
        <ns0:spPr>
          <ns1:xfrm>
            <ns1:off x="1080295" y="2477606"/>
            <ns1:ext cx="31848" cy="31848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21" name="noise-dot-c-213">
            <ns1:extLst>
              <ns1:ext uri="{FF2B5EF4-FFF2-40B4-BE49-F238E27FC236}">
                <ns2:creationId id="{C0D1BCF9-2C4D-48C7-AB4B-1B351051EE74}"/>
              </ns1:ext>
            </ns1:extLst>
          </ns0:cNvPr>
          <ns0:cNvSpPr>
            <ns1:spLocks noGrp="1"/>
          </ns0:cNvSpPr>
          <ns0:nvPr/>
        </ns0:nvSpPr>
        <ns0:spPr>
          <ns1:xfrm>
            <ns1:off x="581911" y="3701197"/>
            <ns1:ext cx="23566" cy="2356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22" name="noise-dot-c-214">
            <ns1:extLst>
              <ns1:ext uri="{FF2B5EF4-FFF2-40B4-BE49-F238E27FC236}">
                <ns2:creationId id="{3F6DA20E-FE74-46E2-8067-677C0E6110C3}"/>
              </ns1:ext>
            </ns1:extLst>
          </ns0:cNvPr>
          <ns0:cNvSpPr>
            <ns1:spLocks noGrp="1"/>
          </ns0:cNvSpPr>
          <ns0:nvPr/>
        </ns0:nvSpPr>
        <ns0:spPr>
          <ns1:xfrm>
            <ns1:off x="1331551" y="2919756"/>
            <ns1:ext cx="14642" cy="14642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23" name="noise-dot-c-215">
            <ns1:extLst>
              <ns1:ext uri="{FF2B5EF4-FFF2-40B4-BE49-F238E27FC236}">
                <ns2:creationId id="{B43182AF-F6F8-470C-917E-160B7A5F3C68}"/>
              </ns1:ext>
            </ns1:extLst>
          </ns0:cNvPr>
          <ns0:cNvSpPr>
            <ns1:spLocks noGrp="1"/>
          </ns0:cNvSpPr>
          <ns0:nvPr/>
        </ns0:nvSpPr>
        <ns0:spPr>
          <ns1:xfrm>
            <ns1:off x="2038008" y="3353160"/>
            <ns1:ext cx="22359" cy="22359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24" name="noise-dot-c-216">
            <ns1:extLst>
              <ns1:ext uri="{FF2B5EF4-FFF2-40B4-BE49-F238E27FC236}">
                <ns2:creationId id="{2D3F9EA8-B7D9-4AA9-AAD4-0331CF72AD1F}"/>
              </ns1:ext>
            </ns1:extLst>
          </ns0:cNvPr>
          <ns0:cNvSpPr>
            <ns1:spLocks noGrp="1"/>
          </ns0:cNvSpPr>
          <ns0:nvPr/>
        </ns0:nvSpPr>
        <ns0:spPr>
          <ns1:xfrm>
            <ns1:off x="2103261" y="3804430"/>
            <ns1:ext cx="18145" cy="18145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25" name="noise-dot-c-217">
            <ns1:extLst>
              <ns1:ext uri="{FF2B5EF4-FFF2-40B4-BE49-F238E27FC236}">
                <ns2:creationId id="{2E53CCA6-7402-4678-AF19-F9F79F5F1202}"/>
              </ns1:ext>
            </ns1:extLst>
          </ns0:cNvPr>
          <ns0:cNvSpPr>
            <ns1:spLocks noGrp="1"/>
          </ns0:cNvSpPr>
          <ns0:nvPr/>
        </ns0:nvSpPr>
        <ns0:spPr>
          <ns1:xfrm>
            <ns1:off x="1656765" y="3557883"/>
            <ns1:ext cx="16838" cy="1683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26" name="noise-dot-c-218">
            <ns1:extLst>
              <ns1:ext uri="{FF2B5EF4-FFF2-40B4-BE49-F238E27FC236}">
                <ns2:creationId id="{989D05B9-71EA-4396-9B36-466C8ED80EF2}"/>
              </ns1:ext>
            </ns1:extLst>
          </ns0:cNvPr>
          <ns0:cNvSpPr>
            <ns1:spLocks noGrp="1"/>
          </ns0:cNvSpPr>
          <ns0:nvPr/>
        </ns0:nvSpPr>
        <ns0:spPr>
          <ns1:xfrm>
            <ns1:off x="1124397" y="2243974"/>
            <ns1:ext cx="24228" cy="2422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27" name="noise-dot-c-219">
            <ns1:extLst>
              <ns1:ext uri="{FF2B5EF4-FFF2-40B4-BE49-F238E27FC236}">
                <ns2:creationId id="{0ED9DB79-526C-4D13-95D7-0E9950342866}"/>
              </ns1:ext>
            </ns1:extLst>
          </ns0:cNvPr>
          <ns0:cNvSpPr>
            <ns1:spLocks noGrp="1"/>
          </ns0:cNvSpPr>
          <ns0:nvPr/>
        </ns0:nvSpPr>
        <ns0:spPr>
          <ns1:xfrm>
            <ns1:off x="1574019" y="2481969"/>
            <ns1:ext cx="17506" cy="17506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28" name="noise-dot-c-220">
            <ns1:extLst>
              <ns1:ext uri="{FF2B5EF4-FFF2-40B4-BE49-F238E27FC236}">
                <ns2:creationId id="{4CFBC87F-435E-466D-B087-5D43A1D077CA}"/>
              </ns1:ext>
            </ns1:extLst>
          </ns0:cNvPr>
          <ns0:cNvSpPr>
            <ns1:spLocks noGrp="1"/>
          </ns0:cNvSpPr>
          <ns0:nvPr/>
        </ns0:nvSpPr>
        <ns0:spPr>
          <ns1:xfrm>
            <ns1:off x="1661772" y="2439691"/>
            <ns1:ext cx="29067" cy="29067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29" name="noise-dot-c-221">
            <ns1:extLst>
              <ns1:ext uri="{FF2B5EF4-FFF2-40B4-BE49-F238E27FC236}">
                <ns2:creationId id="{9ACE9941-0F29-4683-BB96-CAC2983ACB11}"/>
              </ns1:ext>
            </ns1:extLst>
          </ns0:cNvPr>
          <ns0:cNvSpPr>
            <ns1:spLocks noGrp="1"/>
          </ns0:cNvSpPr>
          <ns0:nvPr/>
        </ns0:nvSpPr>
        <ns0:spPr>
          <ns1:xfrm>
            <ns1:off x="2029234" y="3625555"/>
            <ns1:ext cx="29421" cy="29421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30" name="noise-dot-c-222">
            <ns1:extLst>
              <ns1:ext uri="{FF2B5EF4-FFF2-40B4-BE49-F238E27FC236}">
                <ns2:creationId id="{D3A764D6-2B5A-4CE8-8E10-FD36E5462F38}"/>
              </ns1:ext>
            </ns1:extLst>
          </ns0:cNvPr>
          <ns0:cNvSpPr>
            <ns1:spLocks noGrp="1"/>
          </ns0:cNvSpPr>
          <ns0:nvPr/>
        </ns0:nvSpPr>
        <ns0:spPr>
          <ns1:xfrm>
            <ns1:off x="1715912" y="2673780"/>
            <ns1:ext cx="27224" cy="27224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31" name="noise-dot-c-223">
            <ns1:extLst>
              <ns1:ext uri="{FF2B5EF4-FFF2-40B4-BE49-F238E27FC236}">
                <ns2:creationId id="{2B6901F8-F2DB-47D0-B8E3-F76478832B09}"/>
              </ns1:ext>
            </ns1:extLst>
          </ns0:cNvPr>
          <ns0:cNvSpPr>
            <ns1:spLocks noGrp="1"/>
          </ns0:cNvSpPr>
          <ns0:nvPr/>
        </ns0:nvSpPr>
        <ns0:spPr>
          <ns1:xfrm>
            <ns1:off x="531299" y="3721248"/>
            <ns1:ext cx="19121" cy="19121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32" name="noise-dot-c-224">
            <ns1:extLst>
              <ns1:ext uri="{FF2B5EF4-FFF2-40B4-BE49-F238E27FC236}">
                <ns2:creationId id="{EF4549E5-DDCC-4998-9B56-FA3DDA118ABC}"/>
              </ns1:ext>
            </ns1:extLst>
          </ns0:cNvPr>
          <ns0:cNvSpPr>
            <ns1:spLocks noGrp="1"/>
          </ns0:cNvSpPr>
          <ns0:nvPr/>
        </ns0:nvSpPr>
        <ns0:spPr>
          <ns1:xfrm>
            <ns1:off x="1533328" y="3791010"/>
            <ns1:ext cx="33916" cy="33916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33" name="noise-dot-c-225">
            <ns1:extLst>
              <ns1:ext uri="{FF2B5EF4-FFF2-40B4-BE49-F238E27FC236}">
                <ns2:creationId id="{0F455CB1-476C-4400-9AA8-7684C1EA83D5}"/>
              </ns1:ext>
            </ns1:extLst>
          </ns0:cNvPr>
          <ns0:cNvSpPr>
            <ns1:spLocks noGrp="1"/>
          </ns0:cNvSpPr>
          <ns0:nvPr/>
        </ns0:nvSpPr>
        <ns0:spPr>
          <ns1:xfrm>
            <ns1:off x="629941" y="3139586"/>
            <ns1:ext cx="27813" cy="27813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34" name="noise-dot-c-226">
            <ns1:extLst>
              <ns1:ext uri="{FF2B5EF4-FFF2-40B4-BE49-F238E27FC236}">
                <ns2:creationId id="{25D268B7-B190-4B50-B796-043A02F21368}"/>
              </ns1:ext>
            </ns1:extLst>
          </ns0:cNvPr>
          <ns0:cNvSpPr>
            <ns1:spLocks noGrp="1"/>
          </ns0:cNvSpPr>
          <ns0:nvPr/>
        </ns0:nvSpPr>
        <ns0:spPr>
          <ns1:xfrm>
            <ns1:off x="846616" y="2419239"/>
            <ns1:ext cx="31369" cy="31369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35" name="noise-dot-c-227">
            <ns1:extLst>
              <ns1:ext uri="{FF2B5EF4-FFF2-40B4-BE49-F238E27FC236}">
                <ns2:creationId id="{734DD57A-93B0-4970-8330-870A8137689E}"/>
              </ns1:ext>
            </ns1:extLst>
          </ns0:cNvPr>
          <ns0:cNvSpPr>
            <ns1:spLocks noGrp="1"/>
          </ns0:cNvSpPr>
          <ns0:nvPr/>
        </ns0:nvSpPr>
        <ns0:spPr>
          <ns1:xfrm>
            <ns1:off x="1343598" y="2360742"/>
            <ns1:ext cx="21157" cy="21157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36" name="noise-dot-c-228">
            <ns1:extLst>
              <ns1:ext uri="{FF2B5EF4-FFF2-40B4-BE49-F238E27FC236}">
                <ns2:creationId id="{2E3E75C2-E87A-49C0-83AA-7AEAF73E4DD8}"/>
              </ns1:ext>
            </ns1:extLst>
          </ns0:cNvPr>
          <ns0:cNvSpPr>
            <ns1:spLocks noGrp="1"/>
          </ns0:cNvSpPr>
          <ns0:nvPr/>
        </ns0:nvSpPr>
        <ns0:spPr>
          <ns1:xfrm>
            <ns1:off x="1378517" y="3124733"/>
            <ns1:ext cx="34968" cy="3496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37" name="noise-dot-c-229">
            <ns1:extLst>
              <ns1:ext uri="{FF2B5EF4-FFF2-40B4-BE49-F238E27FC236}">
                <ns2:creationId id="{542D1FD8-9D55-4E0D-96EA-9DEBD4A2DA2C}"/>
              </ns1:ext>
            </ns1:extLst>
          </ns0:cNvPr>
          <ns0:cNvSpPr>
            <ns1:spLocks noGrp="1"/>
          </ns0:cNvSpPr>
          <ns0:nvPr/>
        </ns0:nvSpPr>
        <ns0:spPr>
          <ns1:xfrm>
            <ns1:off x="945190" y="2662333"/>
            <ns1:ext cx="14876" cy="14876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38" name="noise-dot-c-230">
            <ns1:extLst>
              <ns1:ext uri="{FF2B5EF4-FFF2-40B4-BE49-F238E27FC236}">
                <ns2:creationId id="{3E0AF103-B948-4B98-BB2E-D40E8105D528}"/>
              </ns1:ext>
            </ns1:extLst>
          </ns0:cNvPr>
          <ns0:cNvSpPr>
            <ns1:spLocks noGrp="1"/>
          </ns0:cNvSpPr>
          <ns0:nvPr/>
        </ns0:nvSpPr>
        <ns0:spPr>
          <ns1:xfrm>
            <ns1:off x="1014997" y="2247542"/>
            <ns1:ext cx="28585" cy="2858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39" name="noise-dot-c-231">
            <ns1:extLst>
              <ns1:ext uri="{FF2B5EF4-FFF2-40B4-BE49-F238E27FC236}">
                <ns2:creationId id="{380C89F1-450B-4EDD-87E0-02687754FD86}"/>
              </ns1:ext>
            </ns1:extLst>
          </ns0:cNvPr>
          <ns0:cNvSpPr>
            <ns1:spLocks noGrp="1"/>
          </ns0:cNvSpPr>
          <ns0:nvPr/>
        </ns0:nvSpPr>
        <ns0:spPr>
          <ns1:xfrm>
            <ns1:off x="663612" y="3129098"/>
            <ns1:ext cx="21835" cy="21835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40" name="noise-dot-c-232">
            <ns1:extLst>
              <ns1:ext uri="{FF2B5EF4-FFF2-40B4-BE49-F238E27FC236}">
                <ns2:creationId id="{8EF25925-45AF-4826-8216-1E3A9BBCBEF0}"/>
              </ns1:ext>
            </ns1:extLst>
          </ns0:cNvPr>
          <ns0:cNvSpPr>
            <ns1:spLocks noGrp="1"/>
          </ns0:cNvSpPr>
          <ns0:nvPr/>
        </ns0:nvSpPr>
        <ns0:spPr>
          <ns1:xfrm>
            <ns1:off x="1861277" y="3195699"/>
            <ns1:ext cx="21971" cy="2197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41" name="noise-dot-c-233">
            <ns1:extLst>
              <ns1:ext uri="{FF2B5EF4-FFF2-40B4-BE49-F238E27FC236}">
                <ns2:creationId id="{72BD6AD0-55FB-4626-8242-426310D7185D}"/>
              </ns1:ext>
            </ns1:extLst>
          </ns0:cNvPr>
          <ns0:cNvSpPr>
            <ns1:spLocks noGrp="1"/>
          </ns0:cNvSpPr>
          <ns0:nvPr/>
        </ns0:nvSpPr>
        <ns0:spPr>
          <ns1:xfrm>
            <ns1:off x="1459070" y="3475865"/>
            <ns1:ext cx="17784" cy="17784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42" name="noise-dot-c-234">
            <ns1:extLst>
              <ns1:ext uri="{FF2B5EF4-FFF2-40B4-BE49-F238E27FC236}">
                <ns2:creationId id="{E7126F3E-B40F-4198-AD27-79AE465B72AD}"/>
              </ns1:ext>
            </ns1:extLst>
          </ns0:cNvPr>
          <ns0:cNvSpPr>
            <ns1:spLocks noGrp="1"/>
          </ns0:cNvSpPr>
          <ns0:nvPr/>
        </ns0:nvSpPr>
        <ns0:spPr>
          <ns1:xfrm>
            <ns1:off x="2087539" y="2875775"/>
            <ns1:ext cx="28677" cy="28677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43" name="noise-dot-c-235">
            <ns1:extLst>
              <ns1:ext uri="{FF2B5EF4-FFF2-40B4-BE49-F238E27FC236}">
                <ns2:creationId id="{B3755798-F98D-4D00-9DA2-C9F684839CDF}"/>
              </ns1:ext>
            </ns1:extLst>
          </ns0:cNvPr>
          <ns0:cNvSpPr>
            <ns1:spLocks noGrp="1"/>
          </ns0:cNvSpPr>
          <ns0:nvPr/>
        </ns0:nvSpPr>
        <ns0:spPr>
          <ns1:xfrm>
            <ns1:off x="663473" y="2654712"/>
            <ns1:ext cx="25387" cy="25387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44" name="noise-dot-c-236">
            <ns1:extLst>
              <ns1:ext uri="{FF2B5EF4-FFF2-40B4-BE49-F238E27FC236}">
                <ns2:creationId id="{2303CD11-2147-49A5-8CA2-FDF5F35307B0}"/>
              </ns1:ext>
            </ns1:extLst>
          </ns0:cNvPr>
          <ns0:cNvSpPr>
            <ns1:spLocks noGrp="1"/>
          </ns0:cNvSpPr>
          <ns0:nvPr/>
        </ns0:nvSpPr>
        <ns0:spPr>
          <ns1:xfrm>
            <ns1:off x="910676" y="2331913"/>
            <ns1:ext cx="29745" cy="29745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45" name="noise-dot-c-237">
            <ns1:extLst>
              <ns1:ext uri="{FF2B5EF4-FFF2-40B4-BE49-F238E27FC236}">
                <ns2:creationId id="{CEAFAF72-8B5A-4F5E-9FCA-558D9941E434}"/>
              </ns1:ext>
            </ns1:extLst>
          </ns0:cNvPr>
          <ns0:cNvSpPr>
            <ns1:spLocks noGrp="1"/>
          </ns0:cNvSpPr>
          <ns0:nvPr/>
        </ns0:nvSpPr>
        <ns0:spPr>
          <ns1:xfrm>
            <ns1:off x="649186" y="3199138"/>
            <ns1:ext cx="26548" cy="2654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46" name="noise-dot-c-238">
            <ns1:extLst>
              <ns1:ext uri="{FF2B5EF4-FFF2-40B4-BE49-F238E27FC236}">
                <ns2:creationId id="{BE070A11-F6B1-45C3-AAC8-C79D1C5F0A3C}"/>
              </ns1:ext>
            </ns1:extLst>
          </ns0:cNvPr>
          <ns0:cNvSpPr>
            <ns1:spLocks noGrp="1"/>
          </ns0:cNvSpPr>
          <ns0:nvPr/>
        </ns0:nvSpPr>
        <ns0:spPr>
          <ns1:xfrm>
            <ns1:off x="1981234" y="3380467"/>
            <ns1:ext cx="17523" cy="17523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47" name="noise-dot-c-239">
            <ns1:extLst>
              <ns1:ext uri="{FF2B5EF4-FFF2-40B4-BE49-F238E27FC236}">
                <ns2:creationId id="{89175A8B-8E3B-4F94-8322-AECC2A15ECB0}"/>
              </ns1:ext>
            </ns1:extLst>
          </ns0:cNvPr>
          <ns0:cNvSpPr>
            <ns1:spLocks noGrp="1"/>
          </ns0:cNvSpPr>
          <ns0:nvPr/>
        </ns0:nvSpPr>
        <ns0:spPr>
          <ns1:xfrm>
            <ns1:off x="720594" y="2212394"/>
            <ns1:ext cx="24471" cy="2447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48" name="noise-dot-c-240">
            <ns1:extLst>
              <ns1:ext uri="{FF2B5EF4-FFF2-40B4-BE49-F238E27FC236}">
                <ns2:creationId id="{28444387-6434-4EBC-AB6D-73F5EAFA9851}"/>
              </ns1:ext>
            </ns1:extLst>
          </ns0:cNvPr>
          <ns0:cNvSpPr>
            <ns1:spLocks noGrp="1"/>
          </ns0:cNvSpPr>
          <ns0:nvPr/>
        </ns0:nvSpPr>
        <ns0:spPr>
          <ns1:xfrm>
            <ns1:off x="1263107" y="2405803"/>
            <ns1:ext cx="20302" cy="20302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49" name="noise-dot-c-241">
            <ns1:extLst>
              <ns1:ext uri="{FF2B5EF4-FFF2-40B4-BE49-F238E27FC236}">
                <ns2:creationId id="{DF52C1E1-592C-4B1E-AC05-1FA7487E90E6}"/>
              </ns1:ext>
            </ns1:extLst>
          </ns0:cNvPr>
          <ns0:cNvSpPr>
            <ns1:spLocks noGrp="1"/>
          </ns0:cNvSpPr>
          <ns0:nvPr/>
        </ns0:nvSpPr>
        <ns0:spPr>
          <ns1:xfrm>
            <ns1:off x="530635" y="3770150"/>
            <ns1:ext cx="17878" cy="17878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50" name="noise-dot-c-242">
            <ns1:extLst>
              <ns1:ext uri="{FF2B5EF4-FFF2-40B4-BE49-F238E27FC236}">
                <ns2:creationId id="{7952A9B6-26DE-4E87-91F8-77B006065BA3}"/>
              </ns1:ext>
            </ns1:extLst>
          </ns0:cNvPr>
          <ns0:cNvSpPr>
            <ns1:spLocks noGrp="1"/>
          </ns0:cNvSpPr>
          <ns0:nvPr/>
        </ns0:nvSpPr>
        <ns0:spPr>
          <ns1:xfrm>
            <ns1:off x="1758883" y="3135071"/>
            <ns1:ext cx="21685" cy="21685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51" name="noise-dot-c-243">
            <ns1:extLst>
              <ns1:ext uri="{FF2B5EF4-FFF2-40B4-BE49-F238E27FC236}">
                <ns2:creationId id="{7E180BC3-91C5-4180-987E-9626FE134B8E}"/>
              </ns1:ext>
            </ns1:extLst>
          </ns0:cNvPr>
          <ns0:cNvSpPr>
            <ns1:spLocks noGrp="1"/>
          </ns0:cNvSpPr>
          <ns0:nvPr/>
        </ns0:nvSpPr>
        <ns0:spPr>
          <ns1:xfrm>
            <ns1:off x="971558" y="2901926"/>
            <ns1:ext cx="24888" cy="2488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52" name="noise-dot-c-244">
            <ns1:extLst>
              <ns1:ext uri="{FF2B5EF4-FFF2-40B4-BE49-F238E27FC236}">
                <ns2:creationId id="{916C37A3-CBE2-46AA-8B0D-1DDE39611376}"/>
              </ns1:ext>
            </ns1:extLst>
          </ns0:cNvPr>
          <ns0:cNvSpPr>
            <ns1:spLocks noGrp="1"/>
          </ns0:cNvSpPr>
          <ns0:nvPr/>
        </ns0:nvSpPr>
        <ns0:spPr>
          <ns1:xfrm>
            <ns1:off x="808257" y="3126527"/>
            <ns1:ext cx="25699" cy="25699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53" name="noise-dot-c-245">
            <ns1:extLst>
              <ns1:ext uri="{FF2B5EF4-FFF2-40B4-BE49-F238E27FC236}">
                <ns2:creationId id="{A214D84F-EA35-4B86-95A2-8EF68A8F157D}"/>
              </ns1:ext>
            </ns1:extLst>
          </ns0:cNvPr>
          <ns0:cNvSpPr>
            <ns1:spLocks noGrp="1"/>
          </ns0:cNvSpPr>
          <ns0:nvPr/>
        </ns0:nvSpPr>
        <ns0:spPr>
          <ns1:xfrm>
            <ns1:off x="1054759" y="3419678"/>
            <ns1:ext cx="23104" cy="23104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54" name="noise-dot-c-246">
            <ns1:extLst>
              <ns1:ext uri="{FF2B5EF4-FFF2-40B4-BE49-F238E27FC236}">
                <ns2:creationId id="{8D5FCF67-4D0B-4024-93B3-CBCC353EF471}"/>
              </ns1:ext>
            </ns1:extLst>
          </ns0:cNvPr>
          <ns0:cNvSpPr>
            <ns1:spLocks noGrp="1"/>
          </ns0:cNvSpPr>
          <ns0:nvPr/>
        </ns0:nvSpPr>
        <ns0:spPr>
          <ns1:xfrm>
            <ns1:off x="2012683" y="3707628"/>
            <ns1:ext cx="28278" cy="2827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55" name="noise-dot-c-247">
            <ns1:extLst>
              <ns1:ext uri="{FF2B5EF4-FFF2-40B4-BE49-F238E27FC236}">
                <ns2:creationId id="{A71C0261-A9CA-4BF9-A0E3-5DB6E833F019}"/>
              </ns1:ext>
            </ns1:extLst>
          </ns0:cNvPr>
          <ns0:cNvSpPr>
            <ns1:spLocks noGrp="1"/>
          </ns0:cNvSpPr>
          <ns0:nvPr/>
        </ns0:nvSpPr>
        <ns0:spPr>
          <ns1:xfrm>
            <ns1:off x="1982221" y="3116823"/>
            <ns1:ext cx="29466" cy="2946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56" name="noise-dot-c-248">
            <ns1:extLst>
              <ns1:ext uri="{FF2B5EF4-FFF2-40B4-BE49-F238E27FC236}">
                <ns2:creationId id="{C4318D4F-6128-4755-B873-F528CDA69151}"/>
              </ns1:ext>
            </ns1:extLst>
          </ns0:cNvPr>
          <ns0:cNvSpPr>
            <ns1:spLocks noGrp="1"/>
          </ns0:cNvSpPr>
          <ns0:nvPr/>
        </ns0:nvSpPr>
        <ns0:spPr>
          <ns1:xfrm>
            <ns1:off x="1376303" y="3224813"/>
            <ns1:ext cx="18331" cy="18331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57" name="noise-dot-c-249">
            <ns1:extLst>
              <ns1:ext uri="{FF2B5EF4-FFF2-40B4-BE49-F238E27FC236}">
                <ns2:creationId id="{531C4CC5-B827-4BFC-B63E-6C7F5181DE96}"/>
              </ns1:ext>
            </ns1:extLst>
          </ns0:cNvPr>
          <ns0:cNvSpPr>
            <ns1:spLocks noGrp="1"/>
          </ns0:cNvSpPr>
          <ns0:nvPr/>
        </ns0:nvSpPr>
        <ns0:spPr>
          <ns1:xfrm>
            <ns1:off x="2147209" y="3205704"/>
            <ns1:ext cx="32236" cy="32236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58" name="noise-dot-c-250">
            <ns1:extLst>
              <ns1:ext uri="{FF2B5EF4-FFF2-40B4-BE49-F238E27FC236}">
                <ns2:creationId id="{5EF6EC5D-6631-45D4-98A2-B401B62858FB}"/>
              </ns1:ext>
            </ns1:extLst>
          </ns0:cNvPr>
          <ns0:cNvSpPr>
            <ns1:spLocks noGrp="1"/>
          </ns0:cNvSpPr>
          <ns0:nvPr/>
        </ns0:nvSpPr>
        <ns0:spPr>
          <ns1:xfrm>
            <ns1:off x="2079718" y="2745563"/>
            <ns1:ext cx="27656" cy="27656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59" name="noise-dot-c-251">
            <ns1:extLst>
              <ns1:ext uri="{FF2B5EF4-FFF2-40B4-BE49-F238E27FC236}">
                <ns2:creationId id="{C68A0523-4EA1-4870-9DDD-47FED6AE2973}"/>
              </ns1:ext>
            </ns1:extLst>
          </ns0:cNvPr>
          <ns0:cNvSpPr>
            <ns1:spLocks noGrp="1"/>
          </ns0:cNvSpPr>
          <ns0:nvPr/>
        </ns0:nvSpPr>
        <ns0:spPr>
          <ns1:xfrm>
            <ns1:off x="1814450" y="2808353"/>
            <ns1:ext cx="27505" cy="27505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60" name="noise-dot-c-252">
            <ns1:extLst>
              <ns1:ext uri="{FF2B5EF4-FFF2-40B4-BE49-F238E27FC236}">
                <ns2:creationId id="{D4C6EB42-9C45-440D-BCB7-0C7AB4BB0688}"/>
              </ns1:ext>
            </ns1:extLst>
          </ns0:cNvPr>
          <ns0:cNvSpPr>
            <ns1:spLocks noGrp="1"/>
          </ns0:cNvSpPr>
          <ns0:nvPr/>
        </ns0:nvSpPr>
        <ns0:spPr>
          <ns1:xfrm>
            <ns1:off x="791065" y="3337423"/>
            <ns1:ext cx="19119" cy="19119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61" name="noise-dot-c-253">
            <ns1:extLst>
              <ns1:ext uri="{FF2B5EF4-FFF2-40B4-BE49-F238E27FC236}">
                <ns2:creationId id="{8ABCB634-BD0D-499D-B1CB-E9B9B0CEA35B}"/>
              </ns1:ext>
            </ns1:extLst>
          </ns0:cNvPr>
          <ns0:cNvSpPr>
            <ns1:spLocks noGrp="1"/>
          </ns0:cNvSpPr>
          <ns0:nvPr/>
        </ns0:nvSpPr>
        <ns0:spPr>
          <ns1:xfrm>
            <ns1:off x="794052" y="3528899"/>
            <ns1:ext cx="19741" cy="1974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62" name="noise-dot-c-254">
            <ns1:extLst>
              <ns1:ext uri="{FF2B5EF4-FFF2-40B4-BE49-F238E27FC236}">
                <ns2:creationId id="{7C2F2DFD-4C6B-4952-AA1D-B2771C8E8CDD}"/>
              </ns1:ext>
            </ns1:extLst>
          </ns0:cNvPr>
          <ns0:cNvSpPr>
            <ns1:spLocks noGrp="1"/>
          </ns0:cNvSpPr>
          <ns0:nvPr/>
        </ns0:nvSpPr>
        <ns0:spPr>
          <ns1:xfrm>
            <ns1:off x="777372" y="3772041"/>
            <ns1:ext cx="25615" cy="25615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63" name="noise-dot-c-255">
            <ns1:extLst>
              <ns1:ext uri="{FF2B5EF4-FFF2-40B4-BE49-F238E27FC236}">
                <ns2:creationId id="{8E576EED-A4DE-4742-89CA-5BA9DF42862B}"/>
              </ns1:ext>
            </ns1:extLst>
          </ns0:cNvPr>
          <ns0:cNvSpPr>
            <ns1:spLocks noGrp="1"/>
          </ns0:cNvSpPr>
          <ns0:nvPr/>
        </ns0:nvSpPr>
        <ns0:spPr>
          <ns1:xfrm>
            <ns1:off x="1491341" y="3269518"/>
            <ns1:ext cx="17984" cy="17984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64" name="noise-dot-c-256">
            <ns1:extLst>
              <ns1:ext uri="{FF2B5EF4-FFF2-40B4-BE49-F238E27FC236}">
                <ns2:creationId id="{34A1347E-B486-4EA7-89D5-16B6E234ECAA}"/>
              </ns1:ext>
            </ns1:extLst>
          </ns0:cNvPr>
          <ns0:cNvSpPr>
            <ns1:spLocks noGrp="1"/>
          </ns0:cNvSpPr>
          <ns0:nvPr/>
        </ns0:nvSpPr>
        <ns0:spPr>
          <ns1:xfrm>
            <ns1:off x="1677980" y="3683173"/>
            <ns1:ext cx="27296" cy="27296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65" name="noise-dot-c-257">
            <ns1:extLst>
              <ns1:ext uri="{FF2B5EF4-FFF2-40B4-BE49-F238E27FC236}">
                <ns2:creationId id="{C9B62907-C7D9-4EDA-A243-665BDE4B69CD}"/>
              </ns1:ext>
            </ns1:extLst>
          </ns0:cNvPr>
          <ns0:cNvSpPr>
            <ns1:spLocks noGrp="1"/>
          </ns0:cNvSpPr>
          <ns0:nvPr/>
        </ns0:nvSpPr>
        <ns0:spPr>
          <ns1:xfrm>
            <ns1:off x="1443767" y="2425063"/>
            <ns1:ext cx="22564" cy="22564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66" name="noise-dot-c-258">
            <ns1:extLst>
              <ns1:ext uri="{FF2B5EF4-FFF2-40B4-BE49-F238E27FC236}">
                <ns2:creationId id="{A4165825-EAE2-4FBA-9179-743D937232CC}"/>
              </ns1:ext>
            </ns1:extLst>
          </ns0:cNvPr>
          <ns0:cNvSpPr>
            <ns1:spLocks noGrp="1"/>
          </ns0:cNvSpPr>
          <ns0:nvPr/>
        </ns0:nvSpPr>
        <ns0:spPr>
          <ns1:xfrm>
            <ns1:off x="1514695" y="2896935"/>
            <ns1:ext cx="25024" cy="25024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67" name="noise-dot-c-259">
            <ns1:extLst>
              <ns1:ext uri="{FF2B5EF4-FFF2-40B4-BE49-F238E27FC236}">
                <ns2:creationId id="{26CA4628-753C-4D90-A73D-DD8ABB194607}"/>
              </ns1:ext>
            </ns1:extLst>
          </ns0:cNvPr>
          <ns0:cNvSpPr>
            <ns1:spLocks noGrp="1"/>
          </ns0:cNvSpPr>
          <ns0:nvPr/>
        </ns0:nvSpPr>
        <ns0:spPr>
          <ns1:xfrm>
            <ns1:off x="876903" y="2857193"/>
            <ns1:ext cx="26909" cy="26909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68" name="noise-dot-c-260">
            <ns1:extLst>
              <ns1:ext uri="{FF2B5EF4-FFF2-40B4-BE49-F238E27FC236}">
                <ns2:creationId id="{97CFFE4A-D70B-4A38-9875-47258D97BCDB}"/>
              </ns1:ext>
            </ns1:extLst>
          </ns0:cNvPr>
          <ns0:cNvSpPr>
            <ns1:spLocks noGrp="1"/>
          </ns0:cNvSpPr>
          <ns0:nvPr/>
        </ns0:nvSpPr>
        <ns0:spPr>
          <ns1:xfrm>
            <ns1:off x="523244" y="3454232"/>
            <ns1:ext cx="34883" cy="34883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69" name="noise-dot-c-261">
            <ns1:extLst>
              <ns1:ext uri="{FF2B5EF4-FFF2-40B4-BE49-F238E27FC236}">
                <ns2:creationId id="{173368C9-419D-4819-9EC3-8A0CECB5C71B}"/>
              </ns1:ext>
            </ns1:extLst>
          </ns0:cNvPr>
          <ns0:cNvSpPr>
            <ns1:spLocks noGrp="1"/>
          </ns0:cNvSpPr>
          <ns0:nvPr/>
        </ns0:nvSpPr>
        <ns0:spPr>
          <ns1:xfrm>
            <ns1:off x="1093992" y="2100898"/>
            <ns1:ext cx="19803" cy="19803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70" name="noise-dot-c-262">
            <ns1:extLst>
              <ns1:ext uri="{FF2B5EF4-FFF2-40B4-BE49-F238E27FC236}">
                <ns2:creationId id="{3D4F49F2-46F7-448B-B364-80933751E967}"/>
              </ns1:ext>
            </ns1:extLst>
          </ns0:cNvPr>
          <ns0:cNvSpPr>
            <ns1:spLocks noGrp="1"/>
          </ns0:cNvSpPr>
          <ns0:nvPr/>
        </ns0:nvSpPr>
        <ns0:spPr>
          <ns1:xfrm>
            <ns1:off x="2101239" y="3805666"/>
            <ns1:ext cx="16682" cy="16682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71" name="noise-dot-c-263">
            <ns1:extLst>
              <ns1:ext uri="{FF2B5EF4-FFF2-40B4-BE49-F238E27FC236}">
                <ns2:creationId id="{4401136A-446E-4441-88FB-8DF7034BEA55}"/>
              </ns1:ext>
            </ns1:extLst>
          </ns0:cNvPr>
          <ns0:cNvSpPr>
            <ns1:spLocks noGrp="1"/>
          </ns0:cNvSpPr>
          <ns0:nvPr/>
        </ns0:nvSpPr>
        <ns0:spPr>
          <ns1:xfrm>
            <ns1:off x="1821554" y="2742190"/>
            <ns1:ext cx="28951" cy="2895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72" name="noise-dot-c-264">
            <ns1:extLst>
              <ns1:ext uri="{FF2B5EF4-FFF2-40B4-BE49-F238E27FC236}">
                <ns2:creationId id="{E1E989A2-D59B-4DC9-A5E7-26419A399E20}"/>
              </ns1:ext>
            </ns1:extLst>
          </ns0:cNvPr>
          <ns0:cNvSpPr>
            <ns1:spLocks noGrp="1"/>
          </ns0:cNvSpPr>
          <ns0:nvPr/>
        </ns0:nvSpPr>
        <ns0:spPr>
          <ns1:xfrm>
            <ns1:off x="1660545" y="2716943"/>
            <ns1:ext cx="23697" cy="23697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73" name="noise-dot-c-265">
            <ns1:extLst>
              <ns1:ext uri="{FF2B5EF4-FFF2-40B4-BE49-F238E27FC236}">
                <ns2:creationId id="{40FD295D-8BE3-490F-AF7A-B4E3B6D17B03}"/>
              </ns1:ext>
            </ns1:extLst>
          </ns0:cNvPr>
          <ns0:cNvSpPr>
            <ns1:spLocks noGrp="1"/>
          </ns0:cNvSpPr>
          <ns0:nvPr/>
        </ns0:nvSpPr>
        <ns0:spPr>
          <ns1:xfrm>
            <ns1:off x="553545" y="2322121"/>
            <ns1:ext cx="31615" cy="31615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74" name="noise-dot-c-266">
            <ns1:extLst>
              <ns1:ext uri="{FF2B5EF4-FFF2-40B4-BE49-F238E27FC236}">
                <ns2:creationId id="{80B14574-3705-4B86-BD11-8043DCE38B90}"/>
              </ns1:ext>
            </ns1:extLst>
          </ns0:cNvPr>
          <ns0:cNvSpPr>
            <ns1:spLocks noGrp="1"/>
          </ns0:cNvSpPr>
          <ns0:nvPr/>
        </ns0:nvSpPr>
        <ns0:spPr>
          <ns1:xfrm>
            <ns1:off x="1588037" y="2764013"/>
            <ns1:ext cx="30063" cy="30063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75" name="noise-dot-c-267">
            <ns1:extLst>
              <ns1:ext uri="{FF2B5EF4-FFF2-40B4-BE49-F238E27FC236}">
                <ns2:creationId id="{01FFC27E-0A94-4A1E-A240-5534BBDCB07C}"/>
              </ns1:ext>
            </ns1:extLst>
          </ns0:cNvPr>
          <ns0:cNvSpPr>
            <ns1:spLocks noGrp="1"/>
          </ns0:cNvSpPr>
          <ns0:nvPr/>
        </ns0:nvSpPr>
        <ns0:spPr>
          <ns1:xfrm>
            <ns1:off x="1732969" y="2227575"/>
            <ns1:ext cx="18238" cy="18238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76" name="noise-dot-c-268">
            <ns1:extLst>
              <ns1:ext uri="{FF2B5EF4-FFF2-40B4-BE49-F238E27FC236}">
                <ns2:creationId id="{F1F6E271-DD44-4E6F-9717-91E40F090CDF}"/>
              </ns1:ext>
            </ns1:extLst>
          </ns0:cNvPr>
          <ns0:cNvSpPr>
            <ns1:spLocks noGrp="1"/>
          </ns0:cNvSpPr>
          <ns0:nvPr/>
        </ns0:nvSpPr>
        <ns0:spPr>
          <ns1:xfrm>
            <ns1:off x="2024233" y="2353114"/>
            <ns1:ext cx="31885" cy="31885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77" name="noise-dot-c-269">
            <ns1:extLst>
              <ns1:ext uri="{FF2B5EF4-FFF2-40B4-BE49-F238E27FC236}">
                <ns2:creationId id="{49310361-E4CF-4152-A6C3-5A1EFB83A550}"/>
              </ns1:ext>
            </ns1:extLst>
          </ns0:cNvPr>
          <ns0:cNvSpPr>
            <ns1:spLocks noGrp="1"/>
          </ns0:cNvSpPr>
          <ns0:nvPr/>
        </ns0:nvSpPr>
        <ns0:spPr>
          <ns1:xfrm>
            <ns1:off x="2075144" y="3182617"/>
            <ns1:ext cx="29342" cy="29342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78" name="noise-dot-c-270">
            <ns1:extLst>
              <ns1:ext uri="{FF2B5EF4-FFF2-40B4-BE49-F238E27FC236}">
                <ns2:creationId id="{95577B95-3CA4-4C72-ABEC-AAA92B312940}"/>
              </ns1:ext>
            </ns1:extLst>
          </ns0:cNvPr>
          <ns0:cNvSpPr>
            <ns1:spLocks noGrp="1"/>
          </ns0:cNvSpPr>
          <ns0:nvPr/>
        </ns0:nvSpPr>
        <ns0:spPr>
          <ns1:xfrm>
            <ns1:off x="2190385" y="2923010"/>
            <ns1:ext cx="31369" cy="31369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79" name="noise-dot-c-271">
            <ns1:extLst>
              <ns1:ext uri="{FF2B5EF4-FFF2-40B4-BE49-F238E27FC236}">
                <ns2:creationId id="{9C3C67EA-A5FF-42FD-B7EC-EA53D1A70654}"/>
              </ns1:ext>
            </ns1:extLst>
          </ns0:cNvPr>
          <ns0:cNvSpPr>
            <ns1:spLocks noGrp="1"/>
          </ns0:cNvSpPr>
          <ns0:nvPr/>
        </ns0:nvSpPr>
        <ns0:spPr>
          <ns1:xfrm>
            <ns1:off x="2141502" y="2636092"/>
            <ns1:ext cx="17428" cy="1742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80" name="noise-dot-c-272">
            <ns1:extLst>
              <ns1:ext uri="{FF2B5EF4-FFF2-40B4-BE49-F238E27FC236}">
                <ns2:creationId id="{7FFAA7C6-FB63-451D-8073-53AE06722248}"/>
              </ns1:ext>
            </ns1:extLst>
          </ns0:cNvPr>
          <ns0:cNvSpPr>
            <ns1:spLocks noGrp="1"/>
          </ns0:cNvSpPr>
          <ns0:nvPr/>
        </ns0:nvSpPr>
        <ns0:spPr>
          <ns1:xfrm>
            <ns1:off x="1347397" y="3130113"/>
            <ns1:ext cx="15132" cy="15132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81" name="noise-dot-c-273">
            <ns1:extLst>
              <ns1:ext uri="{FF2B5EF4-FFF2-40B4-BE49-F238E27FC236}">
                <ns2:creationId id="{AFE82AE6-EEDC-4D5C-905D-F5D1BC1849BE}"/>
              </ns1:ext>
            </ns1:extLst>
          </ns0:cNvPr>
          <ns0:cNvSpPr>
            <ns1:spLocks noGrp="1"/>
          </ns0:cNvSpPr>
          <ns0:nvPr/>
        </ns0:nvSpPr>
        <ns0:spPr>
          <ns1:xfrm>
            <ns1:off x="950069" y="3591806"/>
            <ns1:ext cx="35153" cy="35153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82" name="noise-dot-c-274">
            <ns1:extLst>
              <ns1:ext uri="{FF2B5EF4-FFF2-40B4-BE49-F238E27FC236}">
                <ns2:creationId id="{69016F5B-0E23-4665-B871-9591AFC27181}"/>
              </ns1:ext>
            </ns1:extLst>
          </ns0:cNvPr>
          <ns0:cNvSpPr>
            <ns1:spLocks noGrp="1"/>
          </ns0:cNvSpPr>
          <ns0:nvPr/>
        </ns0:nvSpPr>
        <ns0:spPr>
          <ns1:xfrm>
            <ns1:off x="560090" y="3239731"/>
            <ns1:ext cx="18204" cy="18204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83" name="noise-dot-c-275">
            <ns1:extLst>
              <ns1:ext uri="{FF2B5EF4-FFF2-40B4-BE49-F238E27FC236}">
                <ns2:creationId id="{DA8856B3-1C45-4E34-AD6A-6FCB0943B19B}"/>
              </ns1:ext>
            </ns1:extLst>
          </ns0:cNvPr>
          <ns0:cNvSpPr>
            <ns1:spLocks noGrp="1"/>
          </ns0:cNvSpPr>
          <ns0:nvPr/>
        </ns0:nvSpPr>
        <ns0:spPr>
          <ns1:xfrm>
            <ns1:off x="2026394" y="2903706"/>
            <ns1:ext cx="15014" cy="15014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84" name="noise-dot-c-276">
            <ns1:extLst>
              <ns1:ext uri="{FF2B5EF4-FFF2-40B4-BE49-F238E27FC236}">
                <ns2:creationId id="{0B505E9E-C177-485D-925B-3BCDE86B1F59}"/>
              </ns1:ext>
            </ns1:extLst>
          </ns0:cNvPr>
          <ns0:cNvSpPr>
            <ns1:spLocks noGrp="1"/>
          </ns0:cNvSpPr>
          <ns0:nvPr/>
        </ns0:nvSpPr>
        <ns0:spPr>
          <ns1:xfrm>
            <ns1:off x="1884475" y="2437348"/>
            <ns1:ext cx="21684" cy="21684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85" name="noise-dot-c-277">
            <ns1:extLst>
              <ns1:ext uri="{FF2B5EF4-FFF2-40B4-BE49-F238E27FC236}">
                <ns2:creationId id="{044DEEC3-9D59-4711-B341-4E029986F433}"/>
              </ns1:ext>
            </ns1:extLst>
          </ns0:cNvPr>
          <ns0:cNvSpPr>
            <ns1:spLocks noGrp="1"/>
          </ns0:cNvSpPr>
          <ns0:nvPr/>
        </ns0:nvSpPr>
        <ns0:spPr>
          <ns1:xfrm>
            <ns1:off x="1922291" y="3144441"/>
            <ns1:ext cx="30231" cy="30231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86" name="noise-dot-c-278">
            <ns1:extLst>
              <ns1:ext uri="{FF2B5EF4-FFF2-40B4-BE49-F238E27FC236}">
                <ns2:creationId id="{2B918788-B1EB-431F-8953-314EE39F49BB}"/>
              </ns1:ext>
            </ns1:extLst>
          </ns0:cNvPr>
          <ns0:cNvSpPr>
            <ns1:spLocks noGrp="1"/>
          </ns0:cNvSpPr>
          <ns0:nvPr/>
        </ns0:nvSpPr>
        <ns0:spPr>
          <ns1:xfrm>
            <ns1:off x="746727" y="3033096"/>
            <ns1:ext cx="17658" cy="1765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87" name="noise-dot-c-279">
            <ns1:extLst>
              <ns1:ext uri="{FF2B5EF4-FFF2-40B4-BE49-F238E27FC236}">
                <ns2:creationId id="{E20FE959-0C51-4578-B20B-A30D5D144BBC}"/>
              </ns1:ext>
            </ns1:extLst>
          </ns0:cNvPr>
          <ns0:cNvSpPr>
            <ns1:spLocks noGrp="1"/>
          </ns0:cNvSpPr>
          <ns0:nvPr/>
        </ns0:nvSpPr>
        <ns0:spPr>
          <ns1:xfrm>
            <ns1:off x="1596936" y="3146639"/>
            <ns1:ext cx="31948" cy="31948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88" name="noise-dot-c-280">
            <ns1:extLst>
              <ns1:ext uri="{FF2B5EF4-FFF2-40B4-BE49-F238E27FC236}">
                <ns2:creationId id="{76D89943-F7F3-4924-AE22-C15518725084}"/>
              </ns1:ext>
            </ns1:extLst>
          </ns0:cNvPr>
          <ns0:cNvSpPr>
            <ns1:spLocks noGrp="1"/>
          </ns0:cNvSpPr>
          <ns0:nvPr/>
        </ns0:nvSpPr>
        <ns0:spPr>
          <ns1:xfrm>
            <ns1:off x="2061854" y="2821995"/>
            <ns1:ext cx="16102" cy="16102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89" name="noise-dot-c-281">
            <ns1:extLst>
              <ns1:ext uri="{FF2B5EF4-FFF2-40B4-BE49-F238E27FC236}">
                <ns2:creationId id="{4E6A1A50-CD87-492A-8DE6-0EA6B57FDD24}"/>
              </ns1:ext>
            </ns1:extLst>
          </ns0:cNvPr>
          <ns0:cNvSpPr>
            <ns1:spLocks noGrp="1"/>
          </ns0:cNvSpPr>
          <ns0:nvPr/>
        </ns0:nvSpPr>
        <ns0:spPr>
          <ns1:xfrm>
            <ns1:off x="1315619" y="3012491"/>
            <ns1:ext cx="29618" cy="29618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90" name="noise-dot-c-282">
            <ns1:extLst>
              <ns1:ext uri="{FF2B5EF4-FFF2-40B4-BE49-F238E27FC236}">
                <ns2:creationId id="{95AC14E1-2613-4DFE-8D8C-B2D293B151FF}"/>
              </ns1:ext>
            </ns1:extLst>
          </ns0:cNvPr>
          <ns0:cNvSpPr>
            <ns1:spLocks noGrp="1"/>
          </ns0:cNvSpPr>
          <ns0:nvPr/>
        </ns0:nvSpPr>
        <ns0:spPr>
          <ns1:xfrm>
            <ns1:off x="1464962" y="3563803"/>
            <ns1:ext cx="17460" cy="17460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91" name="noise-dot-c-283">
            <ns1:extLst>
              <ns1:ext uri="{FF2B5EF4-FFF2-40B4-BE49-F238E27FC236}">
                <ns2:creationId id="{6CFF99A8-ABC0-4B9E-BA6C-5F533595C40B}"/>
              </ns1:ext>
            </ns1:extLst>
          </ns0:cNvPr>
          <ns0:cNvSpPr>
            <ns1:spLocks noGrp="1"/>
          </ns0:cNvSpPr>
          <ns0:nvPr/>
        </ns0:nvSpPr>
        <ns0:spPr>
          <ns1:xfrm>
            <ns1:off x="2210126" y="3674976"/>
            <ns1:ext cx="15932" cy="15932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92" name="noise-dot-c-284">
            <ns1:extLst>
              <ns1:ext uri="{FF2B5EF4-FFF2-40B4-BE49-F238E27FC236}">
                <ns2:creationId id="{47985E2B-1C61-45AD-A7CF-66B6089A4AC2}"/>
              </ns1:ext>
            </ns1:extLst>
          </ns0:cNvPr>
          <ns0:cNvSpPr>
            <ns1:spLocks noGrp="1"/>
          </ns0:cNvSpPr>
          <ns0:nvPr/>
        </ns0:nvSpPr>
        <ns0:spPr>
          <ns1:xfrm>
            <ns1:off x="1085439" y="3505746"/>
            <ns1:ext cx="20539" cy="20539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93" name="noise-dot-c-285">
            <ns1:extLst>
              <ns1:ext uri="{FF2B5EF4-FFF2-40B4-BE49-F238E27FC236}">
                <ns2:creationId id="{58DEA6A9-AF38-4F96-81A8-DC8686393285}"/>
              </ns1:ext>
            </ns1:extLst>
          </ns0:cNvPr>
          <ns0:cNvSpPr>
            <ns1:spLocks noGrp="1"/>
          </ns0:cNvSpPr>
          <ns0:nvPr/>
        </ns0:nvSpPr>
        <ns0:spPr>
          <ns1:xfrm>
            <ns1:off x="1304018" y="3355219"/>
            <ns1:ext cx="21661" cy="2166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94" name="noise-dot-c-286">
            <ns1:extLst>
              <ns1:ext uri="{FF2B5EF4-FFF2-40B4-BE49-F238E27FC236}">
                <ns2:creationId id="{1E544E6D-A985-4FD9-AD91-513E33E198EC}"/>
              </ns1:ext>
            </ns1:extLst>
          </ns0:cNvPr>
          <ns0:cNvSpPr>
            <ns1:spLocks noGrp="1"/>
          </ns0:cNvSpPr>
          <ns0:nvPr/>
        </ns0:nvSpPr>
        <ns0:spPr>
          <ns1:xfrm>
            <ns1:off x="1535177" y="3732266"/>
            <ns1:ext cx="25028" cy="25028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295" name="noise-dot-c-287">
            <ns1:extLst>
              <ns1:ext uri="{FF2B5EF4-FFF2-40B4-BE49-F238E27FC236}">
                <ns2:creationId id="{6D500BF4-CA57-43AF-8944-564283F8799D}"/>
              </ns1:ext>
            </ns1:extLst>
          </ns0:cNvPr>
          <ns0:cNvSpPr>
            <ns1:spLocks noGrp="1"/>
          </ns0:cNvSpPr>
          <ns0:nvPr/>
        </ns0:nvSpPr>
        <ns0:spPr>
          <ns1:xfrm>
            <ns1:off x="1843229" y="3843832"/>
            <ns1:ext cx="31987" cy="31987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296" name="noise-dot-c-288">
            <ns1:extLst>
              <ns1:ext uri="{FF2B5EF4-FFF2-40B4-BE49-F238E27FC236}">
                <ns2:creationId id="{61E2CA0F-6A76-43FF-BE29-185F9679E82D}"/>
              </ns1:ext>
            </ns1:extLst>
          </ns0:cNvPr>
          <ns0:cNvSpPr>
            <ns1:spLocks noGrp="1"/>
          </ns0:cNvSpPr>
          <ns0:nvPr/>
        </ns0:nvSpPr>
        <ns0:spPr>
          <ns1:xfrm>
            <ns1:off x="1026974" y="3395995"/>
            <ns1:ext cx="24604" cy="24604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97" name="noise-dot-c-289">
            <ns1:extLst>
              <ns1:ext uri="{FF2B5EF4-FFF2-40B4-BE49-F238E27FC236}">
                <ns2:creationId id="{BF477BBD-E147-4941-AEDB-C7C2A14F0186}"/>
              </ns1:ext>
            </ns1:extLst>
          </ns0:cNvPr>
          <ns0:cNvSpPr>
            <ns1:spLocks noGrp="1"/>
          </ns0:cNvSpPr>
          <ns0:nvPr/>
        </ns0:nvSpPr>
        <ns0:spPr>
          <ns1:xfrm>
            <ns1:off x="959743" y="2375339"/>
            <ns1:ext cx="28175" cy="28175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298" name="noise-dot-c-290">
            <ns1:extLst>
              <ns1:ext uri="{FF2B5EF4-FFF2-40B4-BE49-F238E27FC236}">
                <ns2:creationId id="{4C210BB5-69F1-4288-AB97-413EBDD1EC0C}"/>
              </ns1:ext>
            </ns1:extLst>
          </ns0:cNvPr>
          <ns0:cNvSpPr>
            <ns1:spLocks noGrp="1"/>
          </ns0:cNvSpPr>
          <ns0:nvPr/>
        </ns0:nvSpPr>
        <ns0:spPr>
          <ns1:xfrm>
            <ns1:off x="2233754" y="2405328"/>
            <ns1:ext cx="33126" cy="33126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299" name="noise-dot-c-291">
            <ns1:extLst>
              <ns1:ext uri="{FF2B5EF4-FFF2-40B4-BE49-F238E27FC236}">
                <ns2:creationId id="{47454264-6E38-45B1-8BE1-1F46EBAE858D}"/>
              </ns1:ext>
            </ns1:extLst>
          </ns0:cNvPr>
          <ns0:cNvSpPr>
            <ns1:spLocks noGrp="1"/>
          </ns0:cNvSpPr>
          <ns0:nvPr/>
        </ns0:nvSpPr>
        <ns0:spPr>
          <ns1:xfrm>
            <ns1:off x="655619" y="3870776"/>
            <ns1:ext cx="30781" cy="30781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300" name="noise-dot-c-292">
            <ns1:extLst>
              <ns1:ext uri="{FF2B5EF4-FFF2-40B4-BE49-F238E27FC236}">
                <ns2:creationId id="{16A369F4-DE9E-4EEA-94B0-FE1B1E7D3662}"/>
              </ns1:ext>
            </ns1:extLst>
          </ns0:cNvPr>
          <ns0:cNvSpPr>
            <ns1:spLocks noGrp="1"/>
          </ns0:cNvSpPr>
          <ns0:nvPr/>
        </ns0:nvSpPr>
        <ns0:spPr>
          <ns1:xfrm>
            <ns1:off x="1315391" y="3058039"/>
            <ns1:ext cx="16552" cy="16552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301" name="noise-dot-c-293">
            <ns1:extLst>
              <ns1:ext uri="{FF2B5EF4-FFF2-40B4-BE49-F238E27FC236}">
                <ns2:creationId id="{C5916CED-16FB-40E3-853C-C5C4312437C4}"/>
              </ns1:ext>
            </ns1:extLst>
          </ns0:cNvPr>
          <ns0:cNvSpPr>
            <ns1:spLocks noGrp="1"/>
          </ns0:cNvSpPr>
          <ns0:nvPr/>
        </ns0:nvSpPr>
        <ns0:spPr>
          <ns1:xfrm>
            <ns1:off x="1756590" y="3009337"/>
            <ns1:ext cx="21911" cy="21911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302" name="noise-dot-c-294">
            <ns1:extLst>
              <ns1:ext uri="{FF2B5EF4-FFF2-40B4-BE49-F238E27FC236}">
                <ns2:creationId id="{EDDFA51F-3FDC-475F-A472-6872D1A06511}"/>
              </ns1:ext>
            </ns1:extLst>
          </ns0:cNvPr>
          <ns0:cNvSpPr>
            <ns1:spLocks noGrp="1"/>
          </ns0:cNvSpPr>
          <ns0:nvPr/>
        </ns0:nvSpPr>
        <ns0:spPr>
          <ns1:xfrm>
            <ns1:off x="1246421" y="2478831"/>
            <ns1:ext cx="22919" cy="22919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303" name="noise-dot-c-295">
            <ns1:extLst>
              <ns1:ext uri="{FF2B5EF4-FFF2-40B4-BE49-F238E27FC236}">
                <ns2:creationId id="{B3F77861-2564-4927-BDFF-9A051A02AFEB}"/>
              </ns1:ext>
            </ns1:extLst>
          </ns0:cNvPr>
          <ns0:cNvSpPr>
            <ns1:spLocks noGrp="1"/>
          </ns0:cNvSpPr>
          <ns0:nvPr/>
        </ns0:nvSpPr>
        <ns0:spPr>
          <ns1:xfrm>
            <ns1:off x="1053163" y="2133081"/>
            <ns1:ext cx="34888" cy="34888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304" name="noise-dot-c-296">
            <ns1:extLst>
              <ns1:ext uri="{FF2B5EF4-FFF2-40B4-BE49-F238E27FC236}">
                <ns2:creationId id="{09A74FE7-FC60-4963-B13A-62464560553D}"/>
              </ns1:ext>
            </ns1:extLst>
          </ns0:cNvPr>
          <ns0:cNvSpPr>
            <ns1:spLocks noGrp="1"/>
          </ns0:cNvSpPr>
          <ns0:nvPr/>
        </ns0:nvSpPr>
        <ns0:spPr>
          <ns1:xfrm>
            <ns1:off x="1342266" y="2253241"/>
            <ns1:ext cx="25603" cy="25603"/>
          </ns1:xfrm>
          <ns1:prstGeom prst="ellipse">
            <ns1:avLst/>
          </ns1:prstGeom>
          <ns1:solidFill>
            <ns1:srgbClr val="9AA1AE"/>
          </ns1:solidFill>
          <ns1:ln w="1905">
            <ns1:solidFill>
              <ns1:srgbClr val="9AA1AE"/>
            </ns1:solidFill>
            <ns1:prstDash val="solid"/>
          </ns1:ln>
        </ns0:spPr>
      </ns0:sp>
      <ns0:sp>
        <ns0:nvSpPr>
          <ns0:cNvPr id="305" name="noise-dot-c-297">
            <ns1:extLst>
              <ns1:ext uri="{FF2B5EF4-FFF2-40B4-BE49-F238E27FC236}">
                <ns2:creationId id="{0842E195-3A91-48ED-8B6A-C5FB41F12571}"/>
              </ns1:ext>
            </ns1:extLst>
          </ns0:cNvPr>
          <ns0:cNvSpPr>
            <ns1:spLocks noGrp="1"/>
          </ns0:cNvSpPr>
          <ns0:nvPr/>
        </ns0:nvSpPr>
        <ns0:spPr>
          <ns1:xfrm>
            <ns1:off x="1072268" y="3542426"/>
            <ns1:ext cx="30955" cy="30955"/>
          </ns1:xfrm>
          <ns1:prstGeom prst="ellipse">
            <ns1:avLst/>
          </ns1:prstGeom>
          <ns1:solidFill>
            <ns1:srgbClr val="35405D"/>
          </ns1:solidFill>
          <ns1:ln w="1905">
            <ns1:solidFill>
              <ns1:srgbClr val="35405D"/>
            </ns1:solidFill>
            <ns1:prstDash val="solid"/>
          </ns1:ln>
        </ns0:spPr>
      </ns0:sp>
      <ns0:sp>
        <ns0:nvSpPr>
          <ns0:cNvPr id="306" name="noise-dot-c-298">
            <ns1:extLst>
              <ns1:ext uri="{FF2B5EF4-FFF2-40B4-BE49-F238E27FC236}">
                <ns2:creationId id="{6384996D-A335-4F4B-AA4A-CB6B0259042D}"/>
              </ns1:ext>
            </ns1:extLst>
          </ns0:cNvPr>
          <ns0:cNvSpPr>
            <ns1:spLocks noGrp="1"/>
          </ns0:cNvSpPr>
          <ns0:nvPr/>
        </ns0:nvSpPr>
        <ns0:spPr>
          <ns1:xfrm>
            <ns1:off x="915484" y="3610271"/>
            <ns1:ext cx="26884" cy="26884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307" name="noise-dot-c-299">
            <ns1:extLst>
              <ns1:ext uri="{FF2B5EF4-FFF2-40B4-BE49-F238E27FC236}">
                <ns2:creationId id="{03A9CB6E-E8C5-455C-A877-DF9F7A370E3D}"/>
              </ns1:ext>
            </ns1:extLst>
          </ns0:cNvPr>
          <ns0:cNvSpPr>
            <ns1:spLocks noGrp="1"/>
          </ns0:cNvSpPr>
          <ns0:nvPr/>
        </ns0:nvSpPr>
        <ns0:spPr>
          <ns1:xfrm>
            <ns1:off x="632451" y="2433389"/>
            <ns1:ext cx="34849" cy="34849"/>
          </ns1:xfrm>
          <ns1:prstGeom prst="ellipse">
            <ns1:avLst/>
          </ns1:prstGeom>
          <ns1:solidFill>
            <ns1:srgbClr val="677084"/>
          </ns1:solidFill>
          <ns1:ln w="1905">
            <ns1:solidFill>
              <ns1:srgbClr val="677084"/>
            </ns1:solidFill>
            <ns1:prstDash val="solid"/>
          </ns1:ln>
        </ns0:spPr>
      </ns0:sp>
      <ns0:sp>
        <ns0:nvSpPr>
          <ns0:cNvPr id="308" name="noise-dot-c-300">
            <ns1:extLst>
              <ns1:ext uri="{FF2B5EF4-FFF2-40B4-BE49-F238E27FC236}">
                <ns2:creationId id="{D72D7148-BB8D-438B-AA9E-21B728E73269}"/>
              </ns1:ext>
            </ns1:extLst>
          </ns0:cNvPr>
          <ns0:cNvSpPr>
            <ns1:spLocks noGrp="1"/>
          </ns0:cNvSpPr>
          <ns0:nvPr/>
        </ns0:nvSpPr>
        <ns0:spPr>
          <ns1:xfrm>
            <ns1:off x="682572" y="2137752"/>
            <ns1:ext cx="15645" cy="15645"/>
          </ns1:xfrm>
          <ns1:prstGeom prst="ellipse">
            <ns1:avLst/>
          </ns1:prstGeom>
          <ns1:solidFill>
            <ns1:srgbClr val="111827"/>
          </ns1:solidFill>
          <ns1:ln w="1905">
            <ns1:solidFill>
              <ns1:srgbClr val="111827"/>
            </ns1:solidFill>
            <ns1:prstDash val="solid"/>
          </ns1:ln>
        </ns0:spPr>
      </ns0:sp>
      <ns0:sp>
        <ns0:nvSpPr>
          <ns0:cNvPr id="309" name="c-encoder-1-back">
            <ns1:extLst>
              <ns1:ext uri="{FF2B5EF4-FFF2-40B4-BE49-F238E27FC236}">
                <ns2:creationId id="{987B0A48-DE9E-4BCF-AE02-82DC56F22D35}"/>
              </ns1:ext>
            </ns1:extLst>
          </ns0:cNvPr>
          <ns0:cNvSpPr>
            <ns1:spLocks noGrp="1"/>
          </ns0:cNvSpPr>
          <ns0:nvPr/>
        </ns0:nvSpPr>
        <ns0:spPr>
          <ns1:xfrm>
            <ns1:off x="3686175" y="2219325"/>
            <ns1:ext cx="257175" cy="1657350"/>
          </ns1:xfrm>
          <ns1:prstGeom prst="roundRect">
            <ns1:avLst>
              <ns1:gd name="adj" fmla="val 29630"/>
            </ns1:avLst>
          </ns1:prstGeom>
          <ns1:solidFill>
            <ns1:srgbClr val="C7C3DD"/>
          </ns1:solidFill>
          <ns1:ln w="11430">
            <ns1:solidFill>
              <ns1:srgbClr val="7771A5"/>
            </ns1:solidFill>
            <ns1:prstDash val="solid"/>
          </ns1:ln>
        </ns0:spPr>
      </ns0:sp>
      <ns0:sp>
        <ns0:nvSpPr>
          <ns0:cNvPr id="310" name="c-encoder-1-front">
            <ns1:extLst>
              <ns1:ext uri="{FF2B5EF4-FFF2-40B4-BE49-F238E27FC236}">
                <ns2:creationId id="{2D0E510E-0EF9-4AC4-A523-CE58CA448FC2}"/>
              </ns1:ext>
            </ns1:extLst>
          </ns0:cNvPr>
          <ns0:cNvSpPr>
            <ns1:spLocks noGrp="1"/>
          </ns0:cNvSpPr>
          <ns0:nvPr/>
        </ns0:nvSpPr>
        <ns0:spPr>
          <ns1:xfrm>
            <ns1:off x="3609975" y="2276475"/>
            <ns1:ext cx="257175" cy="1657350"/>
          </ns1:xfrm>
          <ns1:prstGeom prst="roundRect">
            <ns1:avLst>
              <ns1:gd name="adj" fmla="val 29630"/>
            </ns1:avLst>
          </ns1:prstGeom>
          <ns1:solidFill>
            <ns1:srgbClr val="59538D"/>
          </ns1:solidFill>
          <ns1:ln w="15240">
            <ns1:solidFill>
              <ns1:srgbClr val="4C467E"/>
            </ns1:solidFill>
            <ns1:prstDash val="solid"/>
          </ns1:ln>
        </ns0:spPr>
      </ns0:sp>
      <ns0:sp>
        <ns0:nvSpPr>
          <ns0:cNvPr id="311" name="c-encoder-2-back">
            <ns1:extLst>
              <ns1:ext uri="{FF2B5EF4-FFF2-40B4-BE49-F238E27FC236}">
                <ns2:creationId id="{E2CB9AE1-B6B3-4D1A-BECE-F9B2B807EFCD}"/>
              </ns1:ext>
            </ns1:extLst>
          </ns0:cNvPr>
          <ns0:cNvSpPr>
            <ns1:spLocks noGrp="1"/>
          </ns0:cNvSpPr>
          <ns0:nvPr/>
        </ns0:nvSpPr>
        <ns0:spPr>
          <ns1:xfrm>
            <ns1:off x="4048125" y="2352675"/>
            <ns1:ext cx="257175" cy="1390650"/>
          </ns1:xfrm>
          <ns1:prstGeom prst="roundRect">
            <ns1:avLst>
              <ns1:gd name="adj" fmla="val 29630"/>
            </ns1:avLst>
          </ns1:prstGeom>
          <ns1:solidFill>
            <ns1:srgbClr val="C7C3DD"/>
          </ns1:solidFill>
          <ns1:ln w="11430">
            <ns1:solidFill>
              <ns1:srgbClr val="7771A5"/>
            </ns1:solidFill>
            <ns1:prstDash val="solid"/>
          </ns1:ln>
        </ns0:spPr>
      </ns0:sp>
      <ns0:sp>
        <ns0:nvSpPr>
          <ns0:cNvPr id="312" name="c-encoder-2-front">
            <ns1:extLst>
              <ns1:ext uri="{FF2B5EF4-FFF2-40B4-BE49-F238E27FC236}">
                <ns2:creationId id="{4402F5BC-8C23-4275-B823-273A5BDBE831}"/>
              </ns1:ext>
            </ns1:extLst>
          </ns0:cNvPr>
          <ns0:cNvSpPr>
            <ns1:spLocks noGrp="1"/>
          </ns0:cNvSpPr>
          <ns0:nvPr/>
        </ns0:nvSpPr>
        <ns0:spPr>
          <ns1:xfrm>
            <ns1:off x="3971925" y="2409825"/>
            <ns1:ext cx="257175" cy="1390650"/>
          </ns1:xfrm>
          <ns1:prstGeom prst="roundRect">
            <ns1:avLst>
              <ns1:gd name="adj" fmla="val 29630"/>
            </ns1:avLst>
          </ns1:prstGeom>
          <ns1:solidFill>
            <ns1:srgbClr val="68639A"/>
          </ns1:solidFill>
          <ns1:ln w="15240">
            <ns1:solidFill>
              <ns1:srgbClr val="4C467E"/>
            </ns1:solidFill>
            <ns1:prstDash val="solid"/>
          </ns1:ln>
        </ns0:spPr>
      </ns0:sp>
      <ns0:sp>
        <ns0:nvSpPr>
          <ns0:cNvPr id="313" name="c-encoder-3-back">
            <ns1:extLst>
              <ns1:ext uri="{FF2B5EF4-FFF2-40B4-BE49-F238E27FC236}">
                <ns2:creationId id="{9111A4D8-56C2-4401-8B28-3753A8EA57E0}"/>
              </ns1:ext>
            </ns1:extLst>
          </ns0:cNvPr>
          <ns0:cNvSpPr>
            <ns1:spLocks noGrp="1"/>
          </ns0:cNvSpPr>
          <ns0:nvPr/>
        </ns0:nvSpPr>
        <ns0:spPr>
          <ns1:xfrm>
            <ns1:off x="4410075" y="2505075"/>
            <ns1:ext cx="247650" cy="1085850"/>
          </ns1:xfrm>
          <ns1:prstGeom prst="roundRect">
            <ns1:avLst>
              <ns1:gd name="adj" fmla="val 30769"/>
            </ns1:avLst>
          </ns1:prstGeom>
          <ns1:solidFill>
            <ns1:srgbClr val="C7C3DD"/>
          </ns1:solidFill>
          <ns1:ln w="11430">
            <ns1:solidFill>
              <ns1:srgbClr val="7771A5"/>
            </ns1:solidFill>
            <ns1:prstDash val="solid"/>
          </ns1:ln>
        </ns0:spPr>
      </ns0:sp>
      <ns0:sp>
        <ns0:nvSpPr>
          <ns0:cNvPr id="314" name="c-encoder-3-front">
            <ns1:extLst>
              <ns1:ext uri="{FF2B5EF4-FFF2-40B4-BE49-F238E27FC236}">
                <ns2:creationId id="{CFCAB6F8-9F54-46C8-94F0-09201568DF85}"/>
              </ns1:ext>
            </ns1:extLst>
          </ns0:cNvPr>
          <ns0:cNvSpPr>
            <ns1:spLocks noGrp="1"/>
          </ns0:cNvSpPr>
          <ns0:nvPr/>
        </ns0:nvSpPr>
        <ns0:spPr>
          <ns1:xfrm>
            <ns1:off x="4333875" y="2562225"/>
            <ns1:ext cx="247650" cy="1085850"/>
          </ns1:xfrm>
          <ns1:prstGeom prst="roundRect">
            <ns1:avLst>
              <ns1:gd name="adj" fmla="val 30769"/>
            </ns1:avLst>
          </ns1:prstGeom>
          <ns1:solidFill>
            <ns1:srgbClr val="7E78AB"/>
          </ns1:solidFill>
          <ns1:ln w="15240">
            <ns1:solidFill>
              <ns1:srgbClr val="4C467E"/>
            </ns1:solidFill>
            <ns1:prstDash val="solid"/>
          </ns1:ln>
        </ns0:spPr>
      </ns0:sp>
      <ns0:sp>
        <ns0:nvSpPr>
          <ns0:cNvPr id="315" name="c-encoder-4-back">
            <ns1:extLst>
              <ns1:ext uri="{FF2B5EF4-FFF2-40B4-BE49-F238E27FC236}">
                <ns2:creationId id="{0590BD20-3EB4-4FE9-90E0-8BAF397530A5}"/>
              </ns1:ext>
            </ns1:extLst>
          </ns0:cNvPr>
          <ns0:cNvSpPr>
            <ns1:spLocks noGrp="1"/>
          </ns0:cNvSpPr>
          <ns0:nvPr/>
        </ns0:nvSpPr>
        <ns0:spPr>
          <ns1:xfrm>
            <ns1:off x="4762500" y="2667000"/>
            <ns1:ext cx="228600" cy="762000"/>
          </ns1:xfrm>
          <ns1:prstGeom prst="roundRect">
            <ns1:avLst>
              <ns1:gd name="adj" fmla="val 33333"/>
            </ns1:avLst>
          </ns1:prstGeom>
          <ns1:solidFill>
            <ns1:srgbClr val="C7C3DD"/>
          </ns1:solidFill>
          <ns1:ln w="11430">
            <ns1:solidFill>
              <ns1:srgbClr val="7771A5"/>
            </ns1:solidFill>
            <ns1:prstDash val="solid"/>
          </ns1:ln>
        </ns0:spPr>
      </ns0:sp>
      <ns0:sp>
        <ns0:nvSpPr>
          <ns0:cNvPr id="316" name="c-encoder-4-front">
            <ns1:extLst>
              <ns1:ext uri="{FF2B5EF4-FFF2-40B4-BE49-F238E27FC236}">
                <ns2:creationId id="{9373701B-30F3-419A-8844-061DC25ABDF7}"/>
              </ns1:ext>
            </ns1:extLst>
          </ns0:cNvPr>
          <ns0:cNvSpPr>
            <ns1:spLocks noGrp="1"/>
          </ns0:cNvSpPr>
          <ns0:nvPr/>
        </ns0:nvSpPr>
        <ns0:spPr>
          <ns1:xfrm>
            <ns1:off x="4686300" y="2724150"/>
            <ns1:ext cx="228600" cy="762000"/>
          </ns1:xfrm>
          <ns1:prstGeom prst="roundRect">
            <ns1:avLst>
              <ns1:gd name="adj" fmla="val 33333"/>
            </ns1:avLst>
          </ns1:prstGeom>
          <ns1:solidFill>
            <ns1:srgbClr val="9992C1"/>
          </ns1:solidFill>
          <ns1:ln w="15240">
            <ns1:solidFill>
              <ns1:srgbClr val="4C467E"/>
            </ns1:solidFill>
            <ns1:prstDash val="solid"/>
          </ns1:ln>
        </ns0:spPr>
      </ns0:sp>
      <ns0:sp>
        <ns0:nvSpPr>
          <ns0:cNvPr id="317" name="c-decoder-1-back">
            <ns1:extLst>
              <ns1:ext uri="{FF2B5EF4-FFF2-40B4-BE49-F238E27FC236}">
                <ns2:creationId id="{78FC437A-39A0-4561-911F-AE05FE8C8185}"/>
              </ns1:ext>
            </ns1:extLst>
          </ns0:cNvPr>
          <ns0:cNvSpPr>
            <ns1:spLocks noGrp="1"/>
          </ns0:cNvSpPr>
          <ns0:nvPr/>
        </ns0:nvSpPr>
        <ns0:spPr>
          <ns1:xfrm>
            <ns1:off x="5486400" y="2667000"/>
            <ns1:ext cx="228600" cy="762000"/>
          </ns1:xfrm>
          <ns1:prstGeom prst="roundRect">
            <ns1:avLst>
              <ns1:gd name="adj" fmla="val 33333"/>
            </ns1:avLst>
          </ns1:prstGeom>
          <ns1:solidFill>
            <ns1:srgbClr val="C7C3DD"/>
          </ns1:solidFill>
          <ns1:ln w="11430">
            <ns1:solidFill>
              <ns1:srgbClr val="7771A5"/>
            </ns1:solidFill>
            <ns1:prstDash val="solid"/>
          </ns1:ln>
        </ns0:spPr>
      </ns0:sp>
      <ns0:sp>
        <ns0:nvSpPr>
          <ns0:cNvPr id="318" name="c-decoder-1-front">
            <ns1:extLst>
              <ns1:ext uri="{FF2B5EF4-FFF2-40B4-BE49-F238E27FC236}">
                <ns2:creationId id="{6EF216A4-F502-402E-A89B-527804D90CE7}"/>
              </ns1:ext>
            </ns1:extLst>
          </ns0:cNvPr>
          <ns0:cNvSpPr>
            <ns1:spLocks noGrp="1"/>
          </ns0:cNvSpPr>
          <ns0:nvPr/>
        </ns0:nvSpPr>
        <ns0:spPr>
          <ns1:xfrm>
            <ns1:off x="5410200" y="2724150"/>
            <ns1:ext cx="228600" cy="762000"/>
          </ns1:xfrm>
          <ns1:prstGeom prst="roundRect">
            <ns1:avLst>
              <ns1:gd name="adj" fmla="val 33333"/>
            </ns1:avLst>
          </ns1:prstGeom>
          <ns1:solidFill>
            <ns1:srgbClr val="9992C1"/>
          </ns1:solidFill>
          <ns1:ln w="15240">
            <ns1:solidFill>
              <ns1:srgbClr val="4C467E"/>
            </ns1:solidFill>
            <ns1:prstDash val="solid"/>
          </ns1:ln>
        </ns0:spPr>
      </ns0:sp>
      <ns0:sp>
        <ns0:nvSpPr>
          <ns0:cNvPr id="319" name="c-decoder-2-back">
            <ns1:extLst>
              <ns1:ext uri="{FF2B5EF4-FFF2-40B4-BE49-F238E27FC236}">
                <ns2:creationId id="{06DDF008-59BA-4AC8-818B-BE52AF906BA2}"/>
              </ns1:ext>
            </ns1:extLst>
          </ns0:cNvPr>
          <ns0:cNvSpPr>
            <ns1:spLocks noGrp="1"/>
          </ns0:cNvSpPr>
          <ns0:nvPr/>
        </ns0:nvSpPr>
        <ns0:spPr>
          <ns1:xfrm>
            <ns1:off x="5829300" y="2505075"/>
            <ns1:ext cx="247650" cy="1085850"/>
          </ns1:xfrm>
          <ns1:prstGeom prst="roundRect">
            <ns1:avLst>
              <ns1:gd name="adj" fmla="val 30769"/>
            </ns1:avLst>
          </ns1:prstGeom>
          <ns1:solidFill>
            <ns1:srgbClr val="C7C3DD"/>
          </ns1:solidFill>
          <ns1:ln w="11430">
            <ns1:solidFill>
              <ns1:srgbClr val="7771A5"/>
            </ns1:solidFill>
            <ns1:prstDash val="solid"/>
          </ns1:ln>
        </ns0:spPr>
      </ns0:sp>
      <ns0:sp>
        <ns0:nvSpPr>
          <ns0:cNvPr id="320" name="c-decoder-2-front">
            <ns1:extLst>
              <ns1:ext uri="{FF2B5EF4-FFF2-40B4-BE49-F238E27FC236}">
                <ns2:creationId id="{2B2B28DB-51F3-4802-B602-7FE655223DC0}"/>
              </ns1:ext>
            </ns1:extLst>
          </ns0:cNvPr>
          <ns0:cNvSpPr>
            <ns1:spLocks noGrp="1"/>
          </ns0:cNvSpPr>
          <ns0:nvPr/>
        </ns0:nvSpPr>
        <ns0:spPr>
          <ns1:xfrm>
            <ns1:off x="5753100" y="2562225"/>
            <ns1:ext cx="247650" cy="1085850"/>
          </ns1:xfrm>
          <ns1:prstGeom prst="roundRect">
            <ns1:avLst>
              <ns1:gd name="adj" fmla="val 30769"/>
            </ns1:avLst>
          </ns1:prstGeom>
          <ns1:solidFill>
            <ns1:srgbClr val="7E78AB"/>
          </ns1:solidFill>
          <ns1:ln w="15240">
            <ns1:solidFill>
              <ns1:srgbClr val="4C467E"/>
            </ns1:solidFill>
            <ns1:prstDash val="solid"/>
          </ns1:ln>
        </ns0:spPr>
      </ns0:sp>
      <ns0:sp>
        <ns0:nvSpPr>
          <ns0:cNvPr id="321" name="c-decoder-3-back">
            <ns1:extLst>
              <ns1:ext uri="{FF2B5EF4-FFF2-40B4-BE49-F238E27FC236}">
                <ns2:creationId id="{52580DEE-5045-4BEA-96DC-F76E8638CBAB}"/>
              </ns1:ext>
            </ns1:extLst>
          </ns0:cNvPr>
          <ns0:cNvSpPr>
            <ns1:spLocks noGrp="1"/>
          </ns0:cNvSpPr>
          <ns0:nvPr/>
        </ns0:nvSpPr>
        <ns0:spPr>
          <ns1:xfrm>
            <ns1:off x="6181725" y="2352675"/>
            <ns1:ext cx="257175" cy="1390650"/>
          </ns1:xfrm>
          <ns1:prstGeom prst="roundRect">
            <ns1:avLst>
              <ns1:gd name="adj" fmla="val 29630"/>
            </ns1:avLst>
          </ns1:prstGeom>
          <ns1:solidFill>
            <ns1:srgbClr val="C7C3DD"/>
          </ns1:solidFill>
          <ns1:ln w="11430">
            <ns1:solidFill>
              <ns1:srgbClr val="7771A5"/>
            </ns1:solidFill>
            <ns1:prstDash val="solid"/>
          </ns1:ln>
        </ns0:spPr>
      </ns0:sp>
      <ns0:sp>
        <ns0:nvSpPr>
          <ns0:cNvPr id="322" name="c-decoder-3-front">
            <ns1:extLst>
              <ns1:ext uri="{FF2B5EF4-FFF2-40B4-BE49-F238E27FC236}">
                <ns2:creationId id="{9388BD1E-55F6-4395-B314-AE3A01435614}"/>
              </ns1:ext>
            </ns1:extLst>
          </ns0:cNvPr>
          <ns0:cNvSpPr>
            <ns1:spLocks noGrp="1"/>
          </ns0:cNvSpPr>
          <ns0:nvPr/>
        </ns0:nvSpPr>
        <ns0:spPr>
          <ns1:xfrm>
            <ns1:off x="6105525" y="2409825"/>
            <ns1:ext cx="257175" cy="1390650"/>
          </ns1:xfrm>
          <ns1:prstGeom prst="roundRect">
            <ns1:avLst>
              <ns1:gd name="adj" fmla="val 29630"/>
            </ns1:avLst>
          </ns1:prstGeom>
          <ns1:solidFill>
            <ns1:srgbClr val="68639A"/>
          </ns1:solidFill>
          <ns1:ln w="15240">
            <ns1:solidFill>
              <ns1:srgbClr val="4C467E"/>
            </ns1:solidFill>
            <ns1:prstDash val="solid"/>
          </ns1:ln>
        </ns0:spPr>
      </ns0:sp>
      <ns0:sp>
        <ns0:nvSpPr>
          <ns0:cNvPr id="323" name="c-decoder-4-back">
            <ns1:extLst>
              <ns1:ext uri="{FF2B5EF4-FFF2-40B4-BE49-F238E27FC236}">
                <ns2:creationId id="{685AE75E-688C-4D25-926D-3AAACD18181A}"/>
              </ns1:ext>
            </ns1:extLst>
          </ns0:cNvPr>
          <ns0:cNvSpPr>
            <ns1:spLocks noGrp="1"/>
          </ns0:cNvSpPr>
          <ns0:nvPr/>
        </ns0:nvSpPr>
        <ns0:spPr>
          <ns1:xfrm>
            <ns1:off x="6543675" y="2219325"/>
            <ns1:ext cx="257175" cy="1657350"/>
          </ns1:xfrm>
          <ns1:prstGeom prst="roundRect">
            <ns1:avLst>
              <ns1:gd name="adj" fmla="val 29630"/>
            </ns1:avLst>
          </ns1:prstGeom>
          <ns1:solidFill>
            <ns1:srgbClr val="C7C3DD"/>
          </ns1:solidFill>
          <ns1:ln w="11430">
            <ns1:solidFill>
              <ns1:srgbClr val="7771A5"/>
            </ns1:solidFill>
            <ns1:prstDash val="solid"/>
          </ns1:ln>
        </ns0:spPr>
      </ns0:sp>
      <ns0:sp>
        <ns0:nvSpPr>
          <ns0:cNvPr id="324" name="c-decoder-4-front">
            <ns1:extLst>
              <ns1:ext uri="{FF2B5EF4-FFF2-40B4-BE49-F238E27FC236}">
                <ns2:creationId id="{3137EFC5-CCFC-45C7-BE1C-BA01D35A515D}"/>
              </ns1:ext>
            </ns1:extLst>
          </ns0:cNvPr>
          <ns0:cNvSpPr>
            <ns1:spLocks noGrp="1"/>
          </ns0:cNvSpPr>
          <ns0:nvPr/>
        </ns0:nvSpPr>
        <ns0:spPr>
          <ns1:xfrm>
            <ns1:off x="6467475" y="2276475"/>
            <ns1:ext cx="257175" cy="1657350"/>
          </ns1:xfrm>
          <ns1:prstGeom prst="roundRect">
            <ns1:avLst>
              <ns1:gd name="adj" fmla="val 29630"/>
            </ns1:avLst>
          </ns1:prstGeom>
          <ns1:solidFill>
            <ns1:srgbClr val="59538D"/>
          </ns1:solidFill>
          <ns1:ln w="15240">
            <ns1:solidFill>
              <ns1:srgbClr val="4C467E"/>
            </ns1:solidFill>
            <ns1:prstDash val="solid"/>
          </ns1:ln>
        </ns0:spPr>
      </ns0:sp>
      <ns0:sp>
        <ns0:nvSpPr>
          <ns0:cNvPr id="325" name="c-bottleneck-back">
            <ns1:extLst>
              <ns1:ext uri="{FF2B5EF4-FFF2-40B4-BE49-F238E27FC236}">
                <ns2:creationId id="{87936CEE-DAB3-4D7D-89EE-F153A4879F51}"/>
              </ns1:ext>
            </ns1:extLst>
          </ns0:cNvPr>
          <ns0:cNvSpPr>
            <ns1:spLocks noGrp="1"/>
          </ns0:cNvSpPr>
          <ns0:nvPr/>
        </ns0:nvSpPr>
        <ns0:spPr>
          <ns1:xfrm>
            <ns1:off x="5153025" y="2819400"/>
            <ns1:ext cx="171450" cy="571500"/>
          </ns1:xfrm>
          <ns1:prstGeom prst="roundRect">
            <ns1:avLst>
              <ns1:gd name="adj" fmla="val 44444"/>
            </ns1:avLst>
          </ns1:prstGeom>
          <ns1:solidFill>
            <ns1:srgbClr val="C7C3DD"/>
          </ns1:solidFill>
          <ns1:ln w="11430">
            <ns1:solidFill>
              <ns1:srgbClr val="7771A5"/>
            </ns1:solidFill>
            <ns1:prstDash val="solid"/>
          </ns1:ln>
        </ns0:spPr>
      </ns0:sp>
      <ns0:sp>
        <ns0:nvSpPr>
          <ns0:cNvPr id="326" name="c-bottleneck-front">
            <ns1:extLst>
              <ns1:ext uri="{FF2B5EF4-FFF2-40B4-BE49-F238E27FC236}">
                <ns2:creationId id="{118F563B-7251-46AF-9C1F-C660B2FB7169}"/>
              </ns1:ext>
            </ns1:extLst>
          </ns0:cNvPr>
          <ns0:cNvSpPr>
            <ns1:spLocks noGrp="1"/>
          </ns0:cNvSpPr>
          <ns0:nvPr/>
        </ns0:nvSpPr>
        <ns0:spPr>
          <ns1:xfrm>
            <ns1:off x="5076825" y="2876550"/>
            <ns1:ext cx="171450" cy="571500"/>
          </ns1:xfrm>
          <ns1:prstGeom prst="roundRect">
            <ns1:avLst>
              <ns1:gd name="adj" fmla="val 44444"/>
            </ns1:avLst>
          </ns1:prstGeom>
          <ns1:solidFill>
            <ns1:srgbClr val="504A84"/>
          </ns1:solidFill>
          <ns1:ln w="15240">
            <ns1:solidFill>
              <ns1:srgbClr val="3F396C"/>
            </ns1:solidFill>
            <ns1:prstDash val="solid"/>
          </ns1:ln>
        </ns0:spPr>
      </ns0:sp>
      <ns0:sp>
        <ns0:nvSpPr>
          <ns0:cNvPr id="327" name="c-mountain-back-001">
            <ns1:extLst>
              <ns1:ext uri="{FF2B5EF4-FFF2-40B4-BE49-F238E27FC236}">
                <ns2:creationId id="{718FA672-6F5E-4D2D-89AC-4C5635B6909E}"/>
              </ns1:ext>
            </ns1:extLst>
          </ns0:cNvPr>
          <ns0:cNvSpPr>
            <ns1:spLocks noGrp="1"/>
          </ns0:cNvSpPr>
          <ns0:nvPr/>
        </ns0:nvSpPr>
        <ns0:spPr>
          <ns1:xfrm>
            <ns1:off x="7677150" y="3774986"/>
            <ns1:ext cx="15716" cy="23503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28" name="c-mountain-front-001">
            <ns1:extLst>
              <ns1:ext uri="{FF2B5EF4-FFF2-40B4-BE49-F238E27FC236}">
                <ns2:creationId id="{39572C7F-B331-41D0-A348-ED8E6BD50174}"/>
              </ns1:ext>
            </ns1:extLst>
          </ns0:cNvPr>
          <ns0:cNvSpPr>
            <ns1:spLocks noGrp="1"/>
          </ns0:cNvSpPr>
          <ns0:nvPr/>
        </ns0:nvSpPr>
        <ns0:spPr>
          <ns1:xfrm>
            <ns1:off x="7677150" y="3824185"/>
            <ns1:ext cx="15716" cy="18584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29" name="c-mountain-back-002">
            <ns1:extLst>
              <ns1:ext uri="{FF2B5EF4-FFF2-40B4-BE49-F238E27FC236}">
                <ns2:creationId id="{4A6A37F4-E1C0-47AF-A148-3379B9273340}"/>
              </ns1:ext>
            </ns1:extLst>
          </ns0:cNvPr>
          <ns0:cNvSpPr>
            <ns1:spLocks noGrp="1"/>
          </ns0:cNvSpPr>
          <ns0:nvPr/>
        </ns0:nvSpPr>
        <ns0:spPr>
          <ns1:xfrm>
            <ns1:off x="7687628" y="3768061"/>
            <ns1:ext cx="15716" cy="24196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30" name="c-mountain-front-002">
            <ns1:extLst>
              <ns1:ext uri="{FF2B5EF4-FFF2-40B4-BE49-F238E27FC236}">
                <ns2:creationId id="{1BFA2BB7-D71F-4CD9-959E-5A3DB0FFD2A4}"/>
              </ns1:ext>
            </ns1:extLst>
          </ns0:cNvPr>
          <ns0:cNvSpPr>
            <ns1:spLocks noGrp="1"/>
          </ns0:cNvSpPr>
          <ns0:nvPr/>
        </ns0:nvSpPr>
        <ns0:spPr>
          <ns1:xfrm>
            <ns1:off x="7687628" y="3818921"/>
            <ns1:ext cx="15716" cy="19110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31" name="c-mountain-back-003">
            <ns1:extLst>
              <ns1:ext uri="{FF2B5EF4-FFF2-40B4-BE49-F238E27FC236}">
                <ns2:creationId id="{F753D3C8-0B25-46B3-97D0-65E78D2531EC}"/>
              </ns1:ext>
            </ns1:extLst>
          </ns0:cNvPr>
          <ns0:cNvSpPr>
            <ns1:spLocks noGrp="1"/>
          </ns0:cNvSpPr>
          <ns0:nvPr/>
        </ns0:nvSpPr>
        <ns0:spPr>
          <ns1:xfrm>
            <ns1:off x="7698105" y="3760567"/>
            <ns1:ext cx="15716" cy="24945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32" name="c-mountain-front-003">
            <ns1:extLst>
              <ns1:ext uri="{FF2B5EF4-FFF2-40B4-BE49-F238E27FC236}">
                <ns2:creationId id="{71726D84-707B-4051-9444-3056F2A8F7D5}"/>
              </ns1:ext>
            </ns1:extLst>
          </ns0:cNvPr>
          <ns0:cNvSpPr>
            <ns1:spLocks noGrp="1"/>
          </ns0:cNvSpPr>
          <ns0:nvPr/>
        </ns0:nvSpPr>
        <ns0:spPr>
          <ns1:xfrm>
            <ns1:off x="7698105" y="3812253"/>
            <ns1:ext cx="15716" cy="19777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33" name="c-mountain-back-004">
            <ns1:extLst>
              <ns1:ext uri="{FF2B5EF4-FFF2-40B4-BE49-F238E27FC236}">
                <ns2:creationId id="{0A53EB84-C8CA-4296-95C3-4F17385D6007}"/>
              </ns1:ext>
            </ns1:extLst>
          </ns0:cNvPr>
          <ns0:cNvSpPr>
            <ns1:spLocks noGrp="1"/>
          </ns0:cNvSpPr>
          <ns0:nvPr/>
        </ns0:nvSpPr>
        <ns0:spPr>
          <ns1:xfrm>
            <ns1:off x="7708583" y="3752481"/>
            <ns1:ext cx="15716" cy="25754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34" name="c-mountain-front-004">
            <ns1:extLst>
              <ns1:ext uri="{FF2B5EF4-FFF2-40B4-BE49-F238E27FC236}">
                <ns2:creationId id="{BB045A36-066C-400D-9B9D-6F8D41CE94C5}"/>
              </ns1:ext>
            </ns1:extLst>
          </ns0:cNvPr>
          <ns0:cNvSpPr>
            <ns1:spLocks noGrp="1"/>
          </ns0:cNvSpPr>
          <ns0:nvPr/>
        </ns0:nvSpPr>
        <ns0:spPr>
          <ns1:xfrm>
            <ns1:off x="7708583" y="3804228"/>
            <ns1:ext cx="15716" cy="20579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35" name="c-mountain-back-005">
            <ns1:extLst>
              <ns1:ext uri="{FF2B5EF4-FFF2-40B4-BE49-F238E27FC236}">
                <ns2:creationId id="{04A3DC43-6B87-47A1-8961-7DC80C5780E7}"/>
              </ns1:ext>
            </ns1:extLst>
          </ns0:cNvPr>
          <ns0:cNvSpPr>
            <ns1:spLocks noGrp="1"/>
          </ns0:cNvSpPr>
          <ns0:nvPr/>
        </ns0:nvSpPr>
        <ns0:spPr>
          <ns1:xfrm>
            <ns1:off x="7719060" y="3743782"/>
            <ns1:ext cx="15716" cy="266243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36" name="c-mountain-front-005">
            <ns1:extLst>
              <ns1:ext uri="{FF2B5EF4-FFF2-40B4-BE49-F238E27FC236}">
                <ns2:creationId id="{B17FFA40-6A0B-4073-AE28-1474497BDBBE}"/>
              </ns1:ext>
            </ns1:extLst>
          </ns0:cNvPr>
          <ns0:cNvSpPr>
            <ns1:spLocks noGrp="1"/>
          </ns0:cNvSpPr>
          <ns0:nvPr/>
        </ns0:nvSpPr>
        <ns0:spPr>
          <ns1:xfrm>
            <ns1:off x="7719060" y="3794926"/>
            <ns1:ext cx="15716" cy="21509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37" name="c-mountain-back-006">
            <ns1:extLst>
              <ns1:ext uri="{FF2B5EF4-FFF2-40B4-BE49-F238E27FC236}">
                <ns2:creationId id="{A30CEE3F-8AB8-4918-8A1E-C2AF43380324}"/>
              </ns1:ext>
            </ns1:extLst>
          </ns0:cNvPr>
          <ns0:cNvSpPr>
            <ns1:spLocks noGrp="1"/>
          </ns0:cNvSpPr>
          <ns0:nvPr/>
        </ns0:nvSpPr>
        <ns0:spPr>
          <ns1:xfrm>
            <ns1:off x="7729538" y="3734450"/>
            <ns1:ext cx="15716" cy="27557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38" name="c-mountain-front-006">
            <ns1:extLst>
              <ns1:ext uri="{FF2B5EF4-FFF2-40B4-BE49-F238E27FC236}">
                <ns2:creationId id="{542DDF70-F3E0-41D0-90F0-5D10B4308F9E}"/>
              </ns1:ext>
            </ns1:extLst>
          </ns0:cNvPr>
          <ns0:cNvSpPr>
            <ns1:spLocks noGrp="1"/>
          </ns0:cNvSpPr>
          <ns0:nvPr/>
        </ns0:nvSpPr>
        <ns0:spPr>
          <ns1:xfrm>
            <ns1:off x="7729538" y="3784457"/>
            <ns1:ext cx="15716" cy="22556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39" name="c-mountain-back-007">
            <ns1:extLst>
              <ns1:ext uri="{FF2B5EF4-FFF2-40B4-BE49-F238E27FC236}">
                <ns2:creationId id="{C6997205-AD5E-4495-9433-2EFE1B9BD7DD}"/>
              </ns1:ext>
            </ns1:extLst>
          </ns0:cNvPr>
          <ns0:cNvSpPr>
            <ns1:spLocks noGrp="1"/>
          </ns0:cNvSpPr>
          <ns0:nvPr/>
        </ns0:nvSpPr>
        <ns0:spPr>
          <ns1:xfrm>
            <ns1:off x="7740015" y="3724470"/>
            <ns1:ext cx="15716" cy="28555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40" name="c-mountain-front-007">
            <ns1:extLst>
              <ns1:ext uri="{FF2B5EF4-FFF2-40B4-BE49-F238E27FC236}">
                <ns2:creationId id="{4563B38A-6BCD-4A7D-AB2F-238D38FFA490}"/>
              </ns1:ext>
            </ns1:extLst>
          </ns0:cNvPr>
          <ns0:cNvSpPr>
            <ns1:spLocks noGrp="1"/>
          </ns0:cNvSpPr>
          <ns0:nvPr/>
        </ns0:nvSpPr>
        <ns0:spPr>
          <ns1:xfrm>
            <ns1:off x="7740015" y="3772958"/>
            <ns1:ext cx="15716" cy="23706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41" name="c-mountain-back-008">
            <ns1:extLst>
              <ns1:ext uri="{FF2B5EF4-FFF2-40B4-BE49-F238E27FC236}">
                <ns2:creationId id="{E32F401B-4565-483F-A78F-F600F65FCFE9}"/>
              </ns1:ext>
            </ns1:extLst>
          </ns0:cNvPr>
          <ns0:cNvSpPr>
            <ns1:spLocks noGrp="1"/>
          </ns0:cNvSpPr>
          <ns0:nvPr/>
        </ns0:nvSpPr>
        <ns0:spPr>
          <ns1:xfrm>
            <ns1:off x="7750493" y="3713828"/>
            <ns1:ext cx="15716" cy="29619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42" name="c-mountain-front-008">
            <ns1:extLst>
              <ns1:ext uri="{FF2B5EF4-FFF2-40B4-BE49-F238E27FC236}">
                <ns2:creationId id="{AD4E7B4B-945C-4FB7-8207-53AD04CDD647}"/>
              </ns1:ext>
            </ns1:extLst>
          </ns0:cNvPr>
          <ns0:cNvSpPr>
            <ns1:spLocks noGrp="1"/>
          </ns0:cNvSpPr>
          <ns0:nvPr/>
        </ns0:nvSpPr>
        <ns0:spPr>
          <ns1:xfrm>
            <ns1:off x="7750493" y="3760593"/>
            <ns1:ext cx="15716" cy="24943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43" name="c-mountain-back-009">
            <ns1:extLst>
              <ns1:ext uri="{FF2B5EF4-FFF2-40B4-BE49-F238E27FC236}">
                <ns2:creationId id="{5E291EB8-BD34-4CFC-BDC1-C2D2A57DA1E6}"/>
              </ns1:ext>
            </ns1:extLst>
          </ns0:cNvPr>
          <ns0:cNvSpPr>
            <ns1:spLocks noGrp="1"/>
          </ns0:cNvSpPr>
          <ns0:nvPr/>
        </ns0:nvSpPr>
        <ns0:spPr>
          <ns1:xfrm>
            <ns1:off x="7760970" y="3702513"/>
            <ns1:ext cx="15716" cy="30751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44" name="c-mountain-front-009">
            <ns1:extLst>
              <ns1:ext uri="{FF2B5EF4-FFF2-40B4-BE49-F238E27FC236}">
                <ns2:creationId id="{56C2684D-3E9F-45C5-A445-798152FDE391}"/>
              </ns1:ext>
            </ns1:extLst>
          </ns0:cNvPr>
          <ns0:cNvSpPr>
            <ns1:spLocks noGrp="1"/>
          </ns0:cNvSpPr>
          <ns0:nvPr/>
        </ns0:nvSpPr>
        <ns0:spPr>
          <ns1:xfrm>
            <ns1:off x="7760970" y="3747540"/>
            <ns1:ext cx="15716" cy="26248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45" name="c-mountain-back-010">
            <ns1:extLst>
              <ns1:ext uri="{FF2B5EF4-FFF2-40B4-BE49-F238E27FC236}">
                <ns2:creationId id="{A04653F3-3004-4B85-8BC6-7BA4E6983D19}"/>
              </ns1:ext>
            </ns1:extLst>
          </ns0:cNvPr>
          <ns0:cNvSpPr>
            <ns1:spLocks noGrp="1"/>
          </ns0:cNvSpPr>
          <ns0:nvPr/>
        </ns0:nvSpPr>
        <ns0:spPr>
          <ns1:xfrm>
            <ns1:off x="7771448" y="3690520"/>
            <ns1:ext cx="15716" cy="31950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46" name="c-mountain-front-010">
            <ns1:extLst>
              <ns1:ext uri="{FF2B5EF4-FFF2-40B4-BE49-F238E27FC236}">
                <ns2:creationId id="{0AC5D38C-C1C5-416D-8B0D-5F6A19A77F64}"/>
              </ns1:ext>
            </ns1:extLst>
          </ns0:cNvPr>
          <ns0:cNvSpPr>
            <ns1:spLocks noGrp="1"/>
          </ns0:cNvSpPr>
          <ns0:nvPr/>
        </ns0:nvSpPr>
        <ns0:spPr>
          <ns1:xfrm>
            <ns1:off x="7771448" y="3733993"/>
            <ns1:ext cx="15716" cy="27603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47" name="c-mountain-back-011">
            <ns1:extLst>
              <ns1:ext uri="{FF2B5EF4-FFF2-40B4-BE49-F238E27FC236}">
                <ns2:creationId id="{84C49398-66CC-43BE-BED3-B6D70B02DE97}"/>
              </ns1:ext>
            </ns1:extLst>
          </ns0:cNvPr>
          <ns0:cNvSpPr>
            <ns1:spLocks noGrp="1"/>
          </ns0:cNvSpPr>
          <ns0:nvPr/>
        </ns0:nvSpPr>
        <ns0:spPr>
          <ns1:xfrm>
            <ns1:off x="7781925" y="3677847"/>
            <ns1:ext cx="15716" cy="33217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48" name="c-mountain-front-011">
            <ns1:extLst>
              <ns1:ext uri="{FF2B5EF4-FFF2-40B4-BE49-F238E27FC236}">
                <ns2:creationId id="{AAFB16ED-6121-4A92-B291-0A0B0E0227A4}"/>
              </ns1:ext>
            </ns1:extLst>
          </ns0:cNvPr>
          <ns0:cNvSpPr>
            <ns1:spLocks noGrp="1"/>
          </ns0:cNvSpPr>
          <ns0:nvPr/>
        </ns0:nvSpPr>
        <ns0:spPr>
          <ns1:xfrm>
            <ns1:off x="7781925" y="3720153"/>
            <ns1:ext cx="15716" cy="28987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49" name="c-mountain-back-012">
            <ns1:extLst>
              <ns1:ext uri="{FF2B5EF4-FFF2-40B4-BE49-F238E27FC236}">
                <ns2:creationId id="{7B101E34-CCB7-4687-BF5A-B2B51622D42A}"/>
              </ns1:ext>
            </ns1:extLst>
          </ns0:cNvPr>
          <ns0:cNvSpPr>
            <ns1:spLocks noGrp="1"/>
          </ns0:cNvSpPr>
          <ns0:nvPr/>
        </ns0:nvSpPr>
        <ns0:spPr>
          <ns1:xfrm>
            <ns1:off x="7792403" y="3664495"/>
            <ns1:ext cx="15716" cy="34553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50" name="c-mountain-front-012">
            <ns1:extLst>
              <ns1:ext uri="{FF2B5EF4-FFF2-40B4-BE49-F238E27FC236}">
                <ns2:creationId id="{33FE9486-F208-41A1-AB07-564B80A95016}"/>
              </ns1:ext>
            </ns1:extLst>
          </ns0:cNvPr>
          <ns0:cNvSpPr>
            <ns1:spLocks noGrp="1"/>
          </ns0:cNvSpPr>
          <ns0:nvPr/>
        </ns0:nvSpPr>
        <ns0:spPr>
          <ns1:xfrm>
            <ns1:off x="7792403" y="3706220"/>
            <ns1:ext cx="15716" cy="30380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51" name="c-mountain-back-013">
            <ns1:extLst>
              <ns1:ext uri="{FF2B5EF4-FFF2-40B4-BE49-F238E27FC236}">
                <ns2:creationId id="{A5BF8470-1C63-4213-8F29-DDE19831CAEB}"/>
              </ns1:ext>
            </ns1:extLst>
          </ns0:cNvPr>
          <ns0:cNvSpPr>
            <ns1:spLocks noGrp="1"/>
          </ns0:cNvSpPr>
          <ns0:nvPr/>
        </ns0:nvSpPr>
        <ns0:spPr>
          <ns1:xfrm>
            <ns1:off x="7802880" y="3650473"/>
            <ns1:ext cx="15716" cy="35955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52" name="c-mountain-front-013">
            <ns1:extLst>
              <ns1:ext uri="{FF2B5EF4-FFF2-40B4-BE49-F238E27FC236}">
                <ns2:creationId id="{3943D34D-497D-46B7-BCED-37243349D689}"/>
              </ns1:ext>
            </ns1:extLst>
          </ns0:cNvPr>
          <ns0:cNvSpPr>
            <ns1:spLocks noGrp="1"/>
          </ns0:cNvSpPr>
          <ns0:nvPr/>
        </ns0:nvSpPr>
        <ns0:spPr>
          <ns1:xfrm>
            <ns1:off x="7802880" y="3692390"/>
            <ns1:ext cx="15716" cy="31763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53" name="c-mountain-back-014">
            <ns1:extLst>
              <ns1:ext uri="{FF2B5EF4-FFF2-40B4-BE49-F238E27FC236}">
                <ns2:creationId id="{351796EC-DC1B-469E-AD9F-A0EDA6B6EC46}"/>
              </ns1:ext>
            </ns1:extLst>
          </ns0:cNvPr>
          <ns0:cNvSpPr>
            <ns1:spLocks noGrp="1"/>
          </ns0:cNvSpPr>
          <ns0:nvPr/>
        </ns0:nvSpPr>
        <ns0:spPr>
          <ns1:xfrm>
            <ns1:off x="7813358" y="3635792"/>
            <ns1:ext cx="15716" cy="374233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54" name="c-mountain-front-014">
            <ns1:extLst>
              <ns1:ext uri="{FF2B5EF4-FFF2-40B4-BE49-F238E27FC236}">
                <ns2:creationId id="{4608040F-4499-4425-96EA-C3AF12ABB2CB}"/>
              </ns1:ext>
            </ns1:extLst>
          </ns0:cNvPr>
          <ns0:cNvSpPr>
            <ns1:spLocks noGrp="1"/>
          </ns0:cNvSpPr>
          <ns0:nvPr/>
        </ns0:nvSpPr>
        <ns0:spPr>
          <ns1:xfrm>
            <ns1:off x="7813358" y="3678850"/>
            <ns1:ext cx="15716" cy="33117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55" name="c-mountain-back-015">
            <ns1:extLst>
              <ns1:ext uri="{FF2B5EF4-FFF2-40B4-BE49-F238E27FC236}">
                <ns2:creationId id="{80B32484-1B0A-4762-8ABE-9CCAE04DDA2B}"/>
              </ns1:ext>
            </ns1:extLst>
          </ns0:cNvPr>
          <ns0:cNvSpPr>
            <ns1:spLocks noGrp="1"/>
          </ns0:cNvSpPr>
          <ns0:nvPr/>
        </ns0:nvSpPr>
        <ns0:spPr>
          <ns1:xfrm>
            <ns1:off x="7823835" y="3620469"/>
            <ns1:ext cx="15716" cy="38955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56" name="c-mountain-front-015">
            <ns1:extLst>
              <ns1:ext uri="{FF2B5EF4-FFF2-40B4-BE49-F238E27FC236}">
                <ns2:creationId id="{D5FDB049-31F8-4DA6-8228-40096CC50202}"/>
              </ns1:ext>
            </ns1:extLst>
          </ns0:cNvPr>
          <ns0:cNvSpPr>
            <ns1:spLocks noGrp="1"/>
          </ns0:cNvSpPr>
          <ns0:nvPr/>
        </ns0:nvSpPr>
        <ns0:spPr>
          <ns1:xfrm>
            <ns1:off x="7823835" y="3665768"/>
            <ns1:ext cx="15716" cy="34425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57" name="c-mountain-back-016">
            <ns1:extLst>
              <ns1:ext uri="{FF2B5EF4-FFF2-40B4-BE49-F238E27FC236}">
                <ns2:creationId id="{891E7316-A718-48E8-B292-32DB7BE1FE56}"/>
              </ns1:ext>
            </ns1:extLst>
          </ns0:cNvPr>
          <ns0:cNvSpPr>
            <ns1:spLocks noGrp="1"/>
          </ns0:cNvSpPr>
          <ns0:nvPr/>
        </ns0:nvSpPr>
        <ns0:spPr>
          <ns1:xfrm>
            <ns1:off x="7834313" y="3604528"/>
            <ns1:ext cx="15716" cy="40549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58" name="c-mountain-front-016">
            <ns1:extLst>
              <ns1:ext uri="{FF2B5EF4-FFF2-40B4-BE49-F238E27FC236}">
                <ns2:creationId id="{755F3777-487A-4C64-8064-17299E926B49}"/>
              </ns1:ext>
            </ns1:extLst>
          </ns0:cNvPr>
          <ns0:cNvSpPr>
            <ns1:spLocks noGrp="1"/>
          </ns0:cNvSpPr>
          <ns0:nvPr/>
        </ns0:nvSpPr>
        <ns0:spPr>
          <ns1:xfrm>
            <ns1:off x="7834313" y="3653293"/>
            <ns1:ext cx="15716" cy="35673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59" name="c-mountain-back-017">
            <ns1:extLst>
              <ns1:ext uri="{FF2B5EF4-FFF2-40B4-BE49-F238E27FC236}">
                <ns2:creationId id="{9CB68BC3-CF59-4381-A096-FDBBB911FB28}"/>
              </ns1:ext>
            </ns1:extLst>
          </ns0:cNvPr>
          <ns0:cNvSpPr>
            <ns1:spLocks noGrp="1"/>
          </ns0:cNvSpPr>
          <ns0:nvPr/>
        </ns0:nvSpPr>
        <ns0:spPr>
          <ns1:xfrm>
            <ns1:off x="7844790" y="3587996"/>
            <ns1:ext cx="15716" cy="42202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60" name="c-mountain-front-017">
            <ns1:extLst>
              <ns1:ext uri="{FF2B5EF4-FFF2-40B4-BE49-F238E27FC236}">
                <ns2:creationId id="{F2CF0C8C-C040-4EFF-AD88-3211FC5FF373}"/>
              </ns1:ext>
            </ns1:extLst>
          </ns0:cNvPr>
          <ns0:cNvSpPr>
            <ns1:spLocks noGrp="1"/>
          </ns0:cNvSpPr>
          <ns0:nvPr/>
        </ns0:nvSpPr>
        <ns0:spPr>
          <ns1:xfrm>
            <ns1:off x="7844790" y="3641546"/>
            <ns1:ext cx="15716" cy="36847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61" name="c-mountain-back-018">
            <ns1:extLst>
              <ns1:ext uri="{FF2B5EF4-FFF2-40B4-BE49-F238E27FC236}">
                <ns2:creationId id="{79CF0707-FA2B-41AA-AE48-2F655924C1D2}"/>
              </ns1:ext>
            </ns1:extLst>
          </ns0:cNvPr>
          <ns0:cNvSpPr>
            <ns1:spLocks noGrp="1"/>
          </ns0:cNvSpPr>
          <ns0:nvPr/>
        </ns0:nvSpPr>
        <ns0:spPr>
          <ns1:xfrm>
            <ns1:off x="7855268" y="3570907"/>
            <ns1:ext cx="15716" cy="43911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62" name="c-mountain-front-018">
            <ns1:extLst>
              <ns1:ext uri="{FF2B5EF4-FFF2-40B4-BE49-F238E27FC236}">
                <ns2:creationId id="{4ADB622A-EF28-40C9-9559-9C1C83F63DAA}"/>
              </ns1:ext>
            </ns1:extLst>
          </ns0:cNvPr>
          <ns0:cNvSpPr>
            <ns1:spLocks noGrp="1"/>
          </ns0:cNvSpPr>
          <ns0:nvPr/>
        </ns0:nvSpPr>
        <ns0:spPr>
          <ns1:xfrm>
            <ns1:off x="7855268" y="3630621"/>
            <ns1:ext cx="15716" cy="37940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63" name="c-mountain-back-019">
            <ns1:extLst>
              <ns1:ext uri="{FF2B5EF4-FFF2-40B4-BE49-F238E27FC236}">
                <ns2:creationId id="{801041B9-72DD-449D-9DC9-5AFC9C8EA4C7}"/>
              </ns1:ext>
            </ns1:extLst>
          </ns0:cNvPr>
          <ns0:cNvSpPr>
            <ns1:spLocks noGrp="1"/>
          </ns0:cNvSpPr>
          <ns0:nvPr/>
        </ns0:nvSpPr>
        <ns0:spPr>
          <ns1:xfrm>
            <ns1:off x="7865745" y="3553300"/>
            <ns1:ext cx="15716" cy="45672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64" name="c-mountain-front-019">
            <ns1:extLst>
              <ns1:ext uri="{FF2B5EF4-FFF2-40B4-BE49-F238E27FC236}">
                <ns2:creationId id="{1306D34F-DD2F-4DA5-9EBC-6E6E90E051EF}"/>
              </ns1:ext>
            </ns1:extLst>
          </ns0:cNvPr>
          <ns0:cNvSpPr>
            <ns1:spLocks noGrp="1"/>
          </ns0:cNvSpPr>
          <ns0:nvPr/>
        </ns0:nvSpPr>
        <ns0:spPr>
          <ns1:xfrm>
            <ns1:off x="7865745" y="3620580"/>
            <ns1:ext cx="15716" cy="38944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65" name="c-mountain-back-020">
            <ns1:extLst>
              <ns1:ext uri="{FF2B5EF4-FFF2-40B4-BE49-F238E27FC236}">
                <ns2:creationId id="{4396F0C2-3910-44FC-86B6-2CEF9D08442E}"/>
              </ns1:ext>
            </ns1:extLst>
          </ns0:cNvPr>
          <ns0:cNvSpPr>
            <ns1:spLocks noGrp="1"/>
          </ns0:cNvSpPr>
          <ns0:nvPr/>
        </ns0:nvSpPr>
        <ns0:spPr>
          <ns1:xfrm>
            <ns1:off x="7876223" y="3535219"/>
            <ns1:ext cx="15716" cy="47480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66" name="c-mountain-front-020">
            <ns1:extLst>
              <ns1:ext uri="{FF2B5EF4-FFF2-40B4-BE49-F238E27FC236}">
                <ns2:creationId id="{A3B623F0-A495-44B2-9CB6-5D01C17A17C6}"/>
              </ns1:ext>
            </ns1:extLst>
          </ns0:cNvPr>
          <ns0:cNvSpPr>
            <ns1:spLocks noGrp="1"/>
          </ns0:cNvSpPr>
          <ns0:nvPr/>
        </ns0:nvSpPr>
        <ns0:spPr>
          <ns1:xfrm>
            <ns1:off x="7876223" y="3611452"/>
            <ns1:ext cx="15716" cy="39857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67" name="c-mountain-back-021">
            <ns1:extLst>
              <ns1:ext uri="{FF2B5EF4-FFF2-40B4-BE49-F238E27FC236}">
                <ns2:creationId id="{CE4C77BB-F6E7-4D75-9440-52D4C1A5C35B}"/>
              </ns1:ext>
            </ns1:extLst>
          </ns0:cNvPr>
          <ns0:cNvSpPr>
            <ns1:spLocks noGrp="1"/>
          </ns0:cNvSpPr>
          <ns0:nvPr/>
        </ns0:nvSpPr>
        <ns0:spPr>
          <ns1:xfrm>
            <ns1:off x="7886700" y="3516713"/>
            <ns1:ext cx="15716" cy="49331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68" name="c-mountain-front-021">
            <ns1:extLst>
              <ns1:ext uri="{FF2B5EF4-FFF2-40B4-BE49-F238E27FC236}">
                <ns2:creationId id="{0DD89D0E-436B-47D5-8CB6-A0A103760B33}"/>
              </ns1:ext>
            </ns1:extLst>
          </ns0:cNvPr>
          <ns0:cNvSpPr>
            <ns1:spLocks noGrp="1"/>
          </ns0:cNvSpPr>
          <ns0:nvPr/>
        </ns0:nvSpPr>
        <ns0:spPr>
          <ns1:xfrm>
            <ns1:off x="7886700" y="3603230"/>
            <ns1:ext cx="15716" cy="40679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69" name="c-mountain-back-022">
            <ns1:extLst>
              <ns1:ext uri="{FF2B5EF4-FFF2-40B4-BE49-F238E27FC236}">
                <ns2:creationId id="{7698C8D4-E6B8-43DB-A31D-14824BE34051}"/>
              </ns1:ext>
            </ns1:extLst>
          </ns0:cNvPr>
          <ns0:cNvSpPr>
            <ns1:spLocks noGrp="1"/>
          </ns0:cNvSpPr>
          <ns0:nvPr/>
        </ns0:nvSpPr>
        <ns0:spPr>
          <ns1:xfrm>
            <ns1:off x="7897178" y="3497835"/>
            <ns1:ext cx="15716" cy="51219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70" name="c-mountain-front-022">
            <ns1:extLst>
              <ns1:ext uri="{FF2B5EF4-FFF2-40B4-BE49-F238E27FC236}">
                <ns2:creationId id="{4F2E3177-5E6A-4B78-B354-683178B5210D}"/>
              </ns1:ext>
            </ns1:extLst>
          </ns0:cNvPr>
          <ns0:cNvSpPr>
            <ns1:spLocks noGrp="1"/>
          </ns0:cNvSpPr>
          <ns0:nvPr/>
        </ns0:nvSpPr>
        <ns0:spPr>
          <ns1:xfrm>
            <ns1:off x="7897178" y="3595876"/>
            <ns1:ext cx="15716" cy="41414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71" name="c-mountain-back-023">
            <ns1:extLst>
              <ns1:ext uri="{FF2B5EF4-FFF2-40B4-BE49-F238E27FC236}">
                <ns2:creationId id="{3EC493D8-9AC4-4A65-99CA-9AE3FCA3D457}"/>
              </ns1:ext>
            </ns1:extLst>
          </ns0:cNvPr>
          <ns0:cNvSpPr>
            <ns1:spLocks noGrp="1"/>
          </ns0:cNvSpPr>
          <ns0:nvPr/>
        </ns0:nvSpPr>
        <ns0:spPr>
          <ns1:xfrm>
            <ns1:off x="7907655" y="3478644"/>
            <ns1:ext cx="15716" cy="53138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72" name="c-mountain-front-023">
            <ns1:extLst>
              <ns1:ext uri="{FF2B5EF4-FFF2-40B4-BE49-F238E27FC236}">
                <ns2:creationId id="{F7E04082-80EC-4CF0-918E-68BAC328EC7A}"/>
              </ns1:ext>
            </ns1:extLst>
          </ns0:cNvPr>
          <ns0:cNvSpPr>
            <ns1:spLocks noGrp="1"/>
          </ns0:cNvSpPr>
          <ns0:nvPr/>
        </ns0:nvSpPr>
        <ns0:spPr>
          <ns1:xfrm>
            <ns1:off x="7907655" y="3589321"/>
            <ns1:ext cx="15716" cy="42070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73" name="c-mountain-back-024">
            <ns1:extLst>
              <ns1:ext uri="{FF2B5EF4-FFF2-40B4-BE49-F238E27FC236}">
                <ns2:creationId id="{64BC1EE7-A285-4E43-87E3-7B9285291962}"/>
              </ns1:ext>
            </ns1:extLst>
          </ns0:cNvPr>
          <ns0:cNvSpPr>
            <ns1:spLocks noGrp="1"/>
          </ns0:cNvSpPr>
          <ns0:nvPr/>
        </ns0:nvSpPr>
        <ns0:spPr>
          <ns1:xfrm>
            <ns1:off x="7918133" y="3459200"/>
            <ns1:ext cx="15716" cy="55082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74" name="c-mountain-front-024">
            <ns1:extLst>
              <ns1:ext uri="{FF2B5EF4-FFF2-40B4-BE49-F238E27FC236}">
                <ns2:creationId id="{6B04C830-49C1-48A0-8264-D57310E2E093}"/>
              </ns1:ext>
            </ns1:extLst>
          </ns0:cNvPr>
          <ns0:cNvSpPr>
            <ns1:spLocks noGrp="1"/>
          </ns0:cNvSpPr>
          <ns0:nvPr/>
        </ns0:nvSpPr>
        <ns0:spPr>
          <ns1:xfrm>
            <ns1:off x="7918133" y="3583466"/>
            <ns1:ext cx="15716" cy="42655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75" name="c-mountain-back-025">
            <ns1:extLst>
              <ns1:ext uri="{FF2B5EF4-FFF2-40B4-BE49-F238E27FC236}">
                <ns2:creationId id="{3FF769B8-74D5-4B1F-B59B-2E0CF532134C}"/>
              </ns1:ext>
            </ns1:extLst>
          </ns0:cNvPr>
          <ns0:cNvSpPr>
            <ns1:spLocks noGrp="1"/>
          </ns0:cNvSpPr>
          <ns0:nvPr/>
        </ns0:nvSpPr>
        <ns0:spPr>
          <ns1:xfrm>
            <ns1:off x="7928610" y="3439569"/>
            <ns1:ext cx="15716" cy="57045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76" name="c-mountain-front-025">
            <ns1:extLst>
              <ns1:ext uri="{FF2B5EF4-FFF2-40B4-BE49-F238E27FC236}">
                <ns2:creationId id="{F64D19D9-FCA4-4F3E-A511-48602E04631A}"/>
              </ns1:ext>
            </ns1:extLst>
          </ns0:cNvPr>
          <ns0:cNvSpPr>
            <ns1:spLocks noGrp="1"/>
          </ns0:cNvSpPr>
          <ns0:nvPr/>
        </ns0:nvSpPr>
        <ns0:spPr>
          <ns1:xfrm>
            <ns1:off x="7928610" y="3578186"/>
            <ns1:ext cx="15716" cy="43183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77" name="c-mountain-back-026">
            <ns1:extLst>
              <ns1:ext uri="{FF2B5EF4-FFF2-40B4-BE49-F238E27FC236}">
                <ns2:creationId id="{525E055A-9AAA-48BB-A583-70AB04ED4319}"/>
              </ns1:ext>
            </ns1:extLst>
          </ns0:cNvPr>
          <ns0:cNvSpPr>
            <ns1:spLocks noGrp="1"/>
          </ns0:cNvSpPr>
          <ns0:nvPr/>
        </ns0:nvSpPr>
        <ns0:spPr>
          <ns1:xfrm>
            <ns1:off x="7939088" y="3419818"/>
            <ns1:ext cx="15716" cy="59020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78" name="c-mountain-front-026">
            <ns1:extLst>
              <ns1:ext uri="{FF2B5EF4-FFF2-40B4-BE49-F238E27FC236}">
                <ns2:creationId id="{EE8F6CA3-6B67-493F-AB2F-F53B8E8E5D9B}"/>
              </ns1:ext>
            </ns1:extLst>
          </ns0:cNvPr>
          <ns0:cNvSpPr>
            <ns1:spLocks noGrp="1"/>
          </ns0:cNvSpPr>
          <ns0:nvPr/>
        </ns0:nvSpPr>
        <ns0:spPr>
          <ns1:xfrm>
            <ns1:off x="7939088" y="3573334"/>
            <ns1:ext cx="15716" cy="43669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79" name="c-mountain-back-027">
            <ns1:extLst>
              <ns1:ext uri="{FF2B5EF4-FFF2-40B4-BE49-F238E27FC236}">
                <ns2:creationId id="{7D2B22E3-30D4-4EEE-A37D-1AFC5D2B9A43}"/>
              </ns1:ext>
            </ns1:extLst>
          </ns0:cNvPr>
          <ns0:cNvSpPr>
            <ns1:spLocks noGrp="1"/>
          </ns0:cNvSpPr>
          <ns0:nvPr/>
        </ns0:nvSpPr>
        <ns0:spPr>
          <ns1:xfrm>
            <ns1:off x="7949565" y="3400016"/>
            <ns1:ext cx="15716" cy="61000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80" name="c-mountain-front-027">
            <ns1:extLst>
              <ns1:ext uri="{FF2B5EF4-FFF2-40B4-BE49-F238E27FC236}">
                <ns2:creationId id="{E28FECBE-1C6A-4C13-B735-61429A902A73}"/>
              </ns1:ext>
            </ns1:extLst>
          </ns0:cNvPr>
          <ns0:cNvSpPr>
            <ns1:spLocks noGrp="1"/>
          </ns0:cNvSpPr>
          <ns0:nvPr/>
        </ns0:nvSpPr>
        <ns0:spPr>
          <ns1:xfrm>
            <ns1:off x="7949565" y="3568751"/>
            <ns1:ext cx="15716" cy="44127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81" name="c-mountain-back-028">
            <ns1:extLst>
              <ns1:ext uri="{FF2B5EF4-FFF2-40B4-BE49-F238E27FC236}">
                <ns2:creationId id="{32C60851-C183-4B95-93F7-D3BCDB571932}"/>
              </ns1:ext>
            </ns1:extLst>
          </ns0:cNvPr>
          <ns0:cNvSpPr>
            <ns1:spLocks noGrp="1"/>
          </ns0:cNvSpPr>
          <ns0:nvPr/>
        </ns0:nvSpPr>
        <ns0:spPr>
          <ns1:xfrm>
            <ns1:off x="7960043" y="3380232"/>
            <ns1:ext cx="15716" cy="629793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82" name="c-mountain-front-028">
            <ns1:extLst>
              <ns1:ext uri="{FF2B5EF4-FFF2-40B4-BE49-F238E27FC236}">
                <ns2:creationId id="{29D31F98-8031-4169-BAD1-1DC29983D8AE}"/>
              </ns1:ext>
            </ns1:extLst>
          </ns0:cNvPr>
          <ns0:cNvSpPr>
            <ns1:spLocks noGrp="1"/>
          </ns0:cNvSpPr>
          <ns0:nvPr/>
        </ns0:nvSpPr>
        <ns0:spPr>
          <ns1:xfrm>
            <ns1:off x="7960043" y="3564261"/>
            <ns1:ext cx="15716" cy="44576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83" name="c-mountain-back-029">
            <ns1:extLst>
              <ns1:ext uri="{FF2B5EF4-FFF2-40B4-BE49-F238E27FC236}">
                <ns2:creationId id="{6634BC62-DB92-479E-AECA-5439F74A9170}"/>
              </ns1:ext>
            </ns1:extLst>
          </ns0:cNvPr>
          <ns0:cNvSpPr>
            <ns1:spLocks noGrp="1"/>
          </ns0:cNvSpPr>
          <ns0:nvPr/>
        </ns0:nvSpPr>
        <ns0:spPr>
          <ns1:xfrm>
            <ns1:off x="7970520" y="3360537"/>
            <ns1:ext cx="15716" cy="64948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84" name="c-mountain-front-029">
            <ns1:extLst>
              <ns1:ext uri="{FF2B5EF4-FFF2-40B4-BE49-F238E27FC236}">
                <ns2:creationId id="{96F08F23-7043-40DD-92BE-AE47011F4BE0}"/>
              </ns1:ext>
            </ns1:extLst>
          </ns0:cNvPr>
          <ns0:cNvSpPr>
            <ns1:spLocks noGrp="1"/>
          </ns0:cNvSpPr>
          <ns0:nvPr/>
        </ns0:nvSpPr>
        <ns0:spPr>
          <ns1:xfrm>
            <ns1:off x="7970520" y="3559689"/>
            <ns1:ext cx="15716" cy="45033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85" name="c-mountain-back-030">
            <ns1:extLst>
              <ns1:ext uri="{FF2B5EF4-FFF2-40B4-BE49-F238E27FC236}">
                <ns2:creationId id="{8C8E7CC7-0093-42D6-81E3-5604E13A34EC}"/>
              </ns1:ext>
            </ns1:extLst>
          </ns0:cNvPr>
          <ns0:cNvSpPr>
            <ns1:spLocks noGrp="1"/>
          </ns0:cNvSpPr>
          <ns0:nvPr/>
        </ns0:nvSpPr>
        <ns0:spPr>
          <ns1:xfrm>
            <ns1:off x="7980998" y="3341000"/>
            <ns1:ext cx="15716" cy="66902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86" name="c-mountain-front-030">
            <ns1:extLst>
              <ns1:ext uri="{FF2B5EF4-FFF2-40B4-BE49-F238E27FC236}">
                <ns2:creationId id="{5A7E3CC8-0EB4-43BA-9600-3FC9B110025C}"/>
              </ns1:ext>
            </ns1:extLst>
          </ns0:cNvPr>
          <ns0:cNvSpPr>
            <ns1:spLocks noGrp="1"/>
          </ns0:cNvSpPr>
          <ns0:nvPr/>
        </ns0:nvSpPr>
        <ns0:spPr>
          <ns1:xfrm>
            <ns1:off x="7980998" y="3554856"/>
            <ns1:ext cx="15716" cy="45516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87" name="c-mountain-back-031">
            <ns1:extLst>
              <ns1:ext uri="{FF2B5EF4-FFF2-40B4-BE49-F238E27FC236}">
                <ns2:creationId id="{B8813307-2FA2-4C94-A614-D3044AE0812F}"/>
              </ns1:ext>
            </ns1:extLst>
          </ns0:cNvPr>
          <ns0:cNvSpPr>
            <ns1:spLocks noGrp="1"/>
          </ns0:cNvSpPr>
          <ns0:nvPr/>
        </ns0:nvSpPr>
        <ns0:spPr>
          <ns1:xfrm>
            <ns1:off x="7991475" y="3321688"/>
            <ns1:ext cx="15716" cy="68833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88" name="c-mountain-front-031">
            <ns1:extLst>
              <ns1:ext uri="{FF2B5EF4-FFF2-40B4-BE49-F238E27FC236}">
                <ns2:creationId id="{19FC8460-DA2A-4FC3-8FD2-C2BE762CDBE6}"/>
              </ns1:ext>
            </ns1:extLst>
          </ns0:cNvPr>
          <ns0:cNvSpPr>
            <ns1:spLocks noGrp="1"/>
          </ns0:cNvSpPr>
          <ns0:nvPr/>
        </ns0:nvSpPr>
        <ns0:spPr>
          <ns1:xfrm>
            <ns1:off x="7991475" y="3549595"/>
            <ns1:ext cx="15716" cy="46043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89" name="c-mountain-back-032">
            <ns1:extLst>
              <ns1:ext uri="{FF2B5EF4-FFF2-40B4-BE49-F238E27FC236}">
                <ns2:creationId id="{E8310E0A-6F6B-4394-A4FE-1E9BA0AAE376}"/>
              </ns1:ext>
            </ns1:extLst>
          </ns0:cNvPr>
          <ns0:cNvSpPr>
            <ns1:spLocks noGrp="1"/>
          </ns0:cNvSpPr>
          <ns0:nvPr/>
        </ns0:nvSpPr>
        <ns0:spPr>
          <ns1:xfrm>
            <ns1:off x="8001953" y="3302665"/>
            <ns1:ext cx="15716" cy="70736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90" name="c-mountain-front-032">
            <ns1:extLst>
              <ns1:ext uri="{FF2B5EF4-FFF2-40B4-BE49-F238E27FC236}">
                <ns2:creationId id="{0E7472EA-46B3-42A5-B987-60014D04BD34}"/>
              </ns1:ext>
            </ns1:extLst>
          </ns0:cNvPr>
          <ns0:cNvSpPr>
            <ns1:spLocks noGrp="1"/>
          </ns0:cNvSpPr>
          <ns0:nvPr/>
        </ns0:nvSpPr>
        <ns0:spPr>
          <ns1:xfrm>
            <ns1:off x="8001953" y="3543747"/>
            <ns1:ext cx="15716" cy="46627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91" name="c-mountain-back-033">
            <ns1:extLst>
              <ns1:ext uri="{FF2B5EF4-FFF2-40B4-BE49-F238E27FC236}">
                <ns2:creationId id="{A5560D6E-60EA-4C5D-98EE-A7335A63C612}"/>
              </ns1:ext>
            </ns1:extLst>
          </ns0:cNvPr>
          <ns0:cNvSpPr>
            <ns1:spLocks noGrp="1"/>
          </ns0:cNvSpPr>
          <ns0:nvPr/>
        </ns0:nvSpPr>
        <ns0:spPr>
          <ns1:xfrm>
            <ns1:off x="8012430" y="3283994"/>
            <ns1:ext cx="15716" cy="72603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92" name="c-mountain-front-033">
            <ns1:extLst>
              <ns1:ext uri="{FF2B5EF4-FFF2-40B4-BE49-F238E27FC236}">
                <ns2:creationId id="{8309E78A-571B-4A04-9A83-3838EFAB28BA}"/>
              </ns1:ext>
            </ns1:extLst>
          </ns0:cNvPr>
          <ns0:cNvSpPr>
            <ns1:spLocks noGrp="1"/>
          </ns0:cNvSpPr>
          <ns0:nvPr/>
        </ns0:nvSpPr>
        <ns0:spPr>
          <ns1:xfrm>
            <ns1:off x="8012430" y="3537176"/>
            <ns1:ext cx="15716" cy="47284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93" name="c-mountain-back-034">
            <ns1:extLst>
              <ns1:ext uri="{FF2B5EF4-FFF2-40B4-BE49-F238E27FC236}">
                <ns2:creationId id="{9D3252FA-D4DE-456E-8E25-0D4E7825DFE6}"/>
              </ns1:ext>
            </ns1:extLst>
          </ns0:cNvPr>
          <ns0:cNvSpPr>
            <ns1:spLocks noGrp="1"/>
          </ns0:cNvSpPr>
          <ns0:nvPr/>
        </ns0:nvSpPr>
        <ns0:spPr>
          <ns1:xfrm>
            <ns1:off x="8022908" y="3265730"/>
            <ns1:ext cx="15716" cy="74429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94" name="c-mountain-front-034">
            <ns1:extLst>
              <ns1:ext uri="{FF2B5EF4-FFF2-40B4-BE49-F238E27FC236}">
                <ns2:creationId id="{E8D7EBF0-4A3D-4BA4-AA11-DD7B39845C6F}"/>
              </ns1:ext>
            </ns1:extLst>
          </ns0:cNvPr>
          <ns0:cNvSpPr>
            <ns1:spLocks noGrp="1"/>
          </ns0:cNvSpPr>
          <ns0:nvPr/>
        </ns0:nvSpPr>
        <ns0:spPr>
          <ns1:xfrm>
            <ns1:off x="8022908" y="3529766"/>
            <ns1:ext cx="15716" cy="48025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95" name="c-mountain-back-035">
            <ns1:extLst>
              <ns1:ext uri="{FF2B5EF4-FFF2-40B4-BE49-F238E27FC236}">
                <ns2:creationId id="{7593D4EC-6E17-4720-9D07-854D5A0E2E38}"/>
              </ns1:ext>
            </ns1:extLst>
          </ns0:cNvPr>
          <ns0:cNvSpPr>
            <ns1:spLocks noGrp="1"/>
          </ns0:cNvSpPr>
          <ns0:nvPr/>
        </ns0:nvSpPr>
        <ns0:spPr>
          <ns1:xfrm>
            <ns1:off x="8033385" y="3247924"/>
            <ns1:ext cx="15716" cy="76210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96" name="c-mountain-front-035">
            <ns1:extLst>
              <ns1:ext uri="{FF2B5EF4-FFF2-40B4-BE49-F238E27FC236}">
                <ns2:creationId id="{A8B3731C-CA9D-414D-B65F-50222A3EA7BC}"/>
              </ns1:ext>
            </ns1:extLst>
          </ns0:cNvPr>
          <ns0:cNvSpPr>
            <ns1:spLocks noGrp="1"/>
          </ns0:cNvSpPr>
          <ns0:nvPr/>
        </ns0:nvSpPr>
        <ns0:spPr>
          <ns1:xfrm>
            <ns1:off x="8033385" y="3521429"/>
            <ns1:ext cx="15716" cy="48859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97" name="c-mountain-back-036">
            <ns1:extLst>
              <ns1:ext uri="{FF2B5EF4-FFF2-40B4-BE49-F238E27FC236}">
                <ns2:creationId id="{4D8082A7-4EA3-47C8-A15E-964D251B02C5}"/>
              </ns1:ext>
            </ns1:extLst>
          </ns0:cNvPr>
          <ns0:cNvSpPr>
            <ns1:spLocks noGrp="1"/>
          </ns0:cNvSpPr>
          <ns0:nvPr/>
        </ns0:nvSpPr>
        <ns0:spPr>
          <ns1:xfrm>
            <ns1:off x="8043863" y="3230621"/>
            <ns1:ext cx="15716" cy="77940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398" name="c-mountain-front-036">
            <ns1:extLst>
              <ns1:ext uri="{FF2B5EF4-FFF2-40B4-BE49-F238E27FC236}">
                <ns2:creationId id="{F41A626D-4747-49D6-B047-D7BCCB49E9B3}"/>
              </ns1:ext>
            </ns1:extLst>
          </ns0:cNvPr>
          <ns0:cNvSpPr>
            <ns1:spLocks noGrp="1"/>
          </ns0:cNvSpPr>
          <ns0:nvPr/>
        </ns0:nvSpPr>
        <ns0:spPr>
          <ns1:xfrm>
            <ns1:off x="8043863" y="3512108"/>
            <ns1:ext cx="15716" cy="49791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399" name="c-mountain-back-037">
            <ns1:extLst>
              <ns1:ext uri="{FF2B5EF4-FFF2-40B4-BE49-F238E27FC236}">
                <ns2:creationId id="{690C49B3-AC41-455E-9D38-4B4921DAC416}"/>
              </ns1:ext>
            </ns1:extLst>
          </ns0:cNvPr>
          <ns0:cNvSpPr>
            <ns1:spLocks noGrp="1"/>
          </ns0:cNvSpPr>
          <ns0:nvPr/>
        </ns0:nvSpPr>
        <ns0:spPr>
          <ns1:xfrm>
            <ns1:off x="8054340" y="3213859"/>
            <ns1:ext cx="15716" cy="79616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00" name="c-mountain-front-037">
            <ns1:extLst>
              <ns1:ext uri="{FF2B5EF4-FFF2-40B4-BE49-F238E27FC236}">
                <ns2:creationId id="{FE4CCFC6-DAB8-4B50-9455-6F978E0D3DA0}"/>
              </ns1:ext>
            </ns1:extLst>
          </ns0:cNvPr>
          <ns0:cNvSpPr>
            <ns1:spLocks noGrp="1"/>
          </ns0:cNvSpPr>
          <ns0:nvPr/>
        </ns0:nvSpPr>
        <ns0:spPr>
          <ns1:xfrm>
            <ns1:off x="8054340" y="3501781"/>
            <ns1:ext cx="15716" cy="50824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01" name="c-mountain-back-038">
            <ns1:extLst>
              <ns1:ext uri="{FF2B5EF4-FFF2-40B4-BE49-F238E27FC236}">
                <ns2:creationId id="{A375A8A0-D2E2-4317-B2A7-D434F18760E8}"/>
              </ns1:ext>
            </ns1:extLst>
          </ns0:cNvPr>
          <ns0:cNvSpPr>
            <ns1:spLocks noGrp="1"/>
          </ns0:cNvSpPr>
          <ns0:nvPr/>
        </ns0:nvSpPr>
        <ns0:spPr>
          <ns1:xfrm>
            <ns1:off x="8064818" y="3197667"/>
            <ns1:ext cx="15716" cy="81235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02" name="c-mountain-front-038">
            <ns1:extLst>
              <ns1:ext uri="{FF2B5EF4-FFF2-40B4-BE49-F238E27FC236}">
                <ns2:creationId id="{E7ABF9AA-87A0-43BA-9520-6B21043A0B59}"/>
              </ns1:ext>
            </ns1:extLst>
          </ns0:cNvPr>
          <ns0:cNvSpPr>
            <ns1:spLocks noGrp="1"/>
          </ns0:cNvSpPr>
          <ns0:nvPr/>
        </ns0:nvSpPr>
        <ns0:spPr>
          <ns1:xfrm>
            <ns1:off x="8064818" y="3490459"/>
            <ns1:ext cx="15716" cy="51956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03" name="c-mountain-back-039">
            <ns1:extLst>
              <ns1:ext uri="{FF2B5EF4-FFF2-40B4-BE49-F238E27FC236}">
                <ns2:creationId id="{45A5FFF4-A52D-48E6-ACE9-41DFE071DE28}"/>
              </ns1:ext>
            </ns1:extLst>
          </ns0:cNvPr>
          <ns0:cNvSpPr>
            <ns1:spLocks noGrp="1"/>
          </ns0:cNvSpPr>
          <ns0:nvPr/>
        </ns0:nvSpPr>
        <ns0:spPr>
          <ns1:xfrm>
            <ns1:off x="8075295" y="3182066"/>
            <ns1:ext cx="15716" cy="82795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04" name="c-mountain-front-039">
            <ns1:extLst>
              <ns1:ext uri="{FF2B5EF4-FFF2-40B4-BE49-F238E27FC236}">
                <ns2:creationId id="{F38DDC44-D060-4E4E-9940-CEBB060D86EB}"/>
              </ns1:ext>
            </ns1:extLst>
          </ns0:cNvPr>
          <ns0:cNvSpPr>
            <ns1:spLocks noGrp="1"/>
          </ns0:cNvSpPr>
          <ns0:nvPr/>
        </ns0:nvSpPr>
        <ns0:spPr>
          <ns1:xfrm>
            <ns1:off x="8075295" y="3478187"/>
            <ns1:ext cx="15716" cy="53183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05" name="c-mountain-back-040">
            <ns1:extLst>
              <ns1:ext uri="{FF2B5EF4-FFF2-40B4-BE49-F238E27FC236}">
                <ns2:creationId id="{6A24BBF5-9BCB-4F26-B956-D24410C9D678}"/>
              </ns1:ext>
            </ns1:extLst>
          </ns0:cNvPr>
          <ns0:cNvSpPr>
            <ns1:spLocks noGrp="1"/>
          </ns0:cNvSpPr>
          <ns0:nvPr/>
        </ns0:nvSpPr>
        <ns0:spPr>
          <ns1:xfrm>
            <ns1:off x="8085773" y="3167068"/>
            <ns1:ext cx="15716" cy="84295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06" name="c-mountain-front-040">
            <ns1:extLst>
              <ns1:ext uri="{FF2B5EF4-FFF2-40B4-BE49-F238E27FC236}">
                <ns2:creationId id="{500F171C-376E-43A6-9333-FD2AD50735A5}"/>
              </ns1:ext>
            </ns1:extLst>
          </ns0:cNvPr>
          <ns0:cNvSpPr>
            <ns1:spLocks noGrp="1"/>
          </ns0:cNvSpPr>
          <ns0:nvPr/>
        </ns0:nvSpPr>
        <ns0:spPr>
          <ns1:xfrm>
            <ns1:off x="8085773" y="3465046"/>
            <ns1:ext cx="15716" cy="54497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07" name="c-mountain-back-041">
            <ns1:extLst>
              <ns1:ext uri="{FF2B5EF4-FFF2-40B4-BE49-F238E27FC236}">
                <ns2:creationId id="{B3E65849-BC13-4C2E-9449-D2754656218D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3152675"/>
            <ns1:ext cx="15716" cy="85735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08" name="c-mountain-front-041">
            <ns1:extLst>
              <ns1:ext uri="{FF2B5EF4-FFF2-40B4-BE49-F238E27FC236}">
                <ns2:creationId id="{3F913EBF-B292-4CBF-B253-C472E6C66593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3451149"/>
            <ns1:ext cx="15716" cy="55887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09" name="c-mountain-back-042">
            <ns1:extLst>
              <ns1:ext uri="{FF2B5EF4-FFF2-40B4-BE49-F238E27FC236}">
                <ns2:creationId id="{8CA374B7-C48A-4238-BACE-1FE187520C2D}"/>
              </ns1:ext>
            </ns1:extLst>
          </ns0:cNvPr>
          <ns0:cNvSpPr>
            <ns1:spLocks noGrp="1"/>
          </ns0:cNvSpPr>
          <ns0:nvPr/>
        </ns0:nvSpPr>
        <ns0:spPr>
          <ns1:xfrm>
            <ns1:off x="8106728" y="3138881"/>
            <ns1:ext cx="15716" cy="87114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10" name="c-mountain-front-042">
            <ns1:extLst>
              <ns1:ext uri="{FF2B5EF4-FFF2-40B4-BE49-F238E27FC236}">
                <ns2:creationId id="{E6A33094-0373-42BA-99EE-BAD7EE7F4E07}"/>
              </ns1:ext>
            </ns1:extLst>
          </ns0:cNvPr>
          <ns0:cNvSpPr>
            <ns1:spLocks noGrp="1"/>
          </ns0:cNvSpPr>
          <ns0:nvPr/>
        </ns0:nvSpPr>
        <ns0:spPr>
          <ns1:xfrm>
            <ns1:off x="8106728" y="3436639"/>
            <ns1:ext cx="15716" cy="57338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11" name="c-mountain-back-043">
            <ns1:extLst>
              <ns1:ext uri="{FF2B5EF4-FFF2-40B4-BE49-F238E27FC236}">
                <ns2:creationId id="{3F62CBF2-999E-4697-9075-06AB526DA7AC}"/>
              </ns1:ext>
            </ns1:extLst>
          </ns0:cNvPr>
          <ns0:cNvSpPr>
            <ns1:spLocks noGrp="1"/>
          </ns0:cNvSpPr>
          <ns0:nvPr/>
        </ns0:nvSpPr>
        <ns0:spPr>
          <ns1:xfrm>
            <ns1:off x="8117205" y="3125668"/>
            <ns1:ext cx="15716" cy="88435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12" name="c-mountain-front-043">
            <ns1:extLst>
              <ns1:ext uri="{FF2B5EF4-FFF2-40B4-BE49-F238E27FC236}">
                <ns2:creationId id="{448864A0-9592-4322-9BB4-711AC899851D}"/>
              </ns1:ext>
            </ns1:extLst>
          </ns0:cNvPr>
          <ns0:cNvSpPr>
            <ns1:spLocks noGrp="1"/>
          </ns0:cNvSpPr>
          <ns0:nvPr/>
        </ns0:nvSpPr>
        <ns0:spPr>
          <ns1:xfrm>
            <ns1:off x="8117205" y="3421684"/>
            <ns1:ext cx="15716" cy="58834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13" name="c-mountain-back-044">
            <ns1:extLst>
              <ns1:ext uri="{FF2B5EF4-FFF2-40B4-BE49-F238E27FC236}">
                <ns2:creationId id="{F7D9B86B-632E-42B7-A7EC-891BAC36C3BC}"/>
              </ns1:ext>
            </ns1:extLst>
          </ns0:cNvPr>
          <ns0:cNvSpPr>
            <ns1:spLocks noGrp="1"/>
          </ns0:cNvSpPr>
          <ns0:nvPr/>
        </ns0:nvSpPr>
        <ns0:spPr>
          <ns1:xfrm>
            <ns1:off x="8127683" y="3113010"/>
            <ns1:ext cx="15716" cy="89701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14" name="c-mountain-front-044">
            <ns1:extLst>
              <ns1:ext uri="{FF2B5EF4-FFF2-40B4-BE49-F238E27FC236}">
                <ns2:creationId id="{979EDF6C-3E6E-43DE-B4B4-8461F74741DE}"/>
              </ns1:ext>
            </ns1:extLst>
          </ns0:cNvPr>
          <ns0:cNvSpPr>
            <ns1:spLocks noGrp="1"/>
          </ns0:cNvSpPr>
          <ns0:nvPr/>
        </ns0:nvSpPr>
        <ns0:spPr>
          <ns1:xfrm>
            <ns1:off x="8127683" y="3406475"/>
            <ns1:ext cx="15716" cy="60355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15" name="c-mountain-back-045">
            <ns1:extLst>
              <ns1:ext uri="{FF2B5EF4-FFF2-40B4-BE49-F238E27FC236}">
                <ns2:creationId id="{4E9F0473-D977-4AF8-BAF0-F8F2BD40AA74}"/>
              </ns1:ext>
            </ns1:extLst>
          </ns0:cNvPr>
          <ns0:cNvSpPr>
            <ns1:spLocks noGrp="1"/>
          </ns0:cNvSpPr>
          <ns0:nvPr/>
        </ns0:nvSpPr>
        <ns0:spPr>
          <ns1:xfrm>
            <ns1:off x="8138160" y="3100869"/>
            <ns1:ext cx="15716" cy="90915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16" name="c-mountain-front-045">
            <ns1:extLst>
              <ns1:ext uri="{FF2B5EF4-FFF2-40B4-BE49-F238E27FC236}">
                <ns2:creationId id="{040E3863-35C1-48CC-A291-FD5B3160BBB7}"/>
              </ns1:ext>
            </ns1:extLst>
          </ns0:cNvPr>
          <ns0:cNvSpPr>
            <ns1:spLocks noGrp="1"/>
          </ns0:cNvSpPr>
          <ns0:nvPr/>
        </ns0:nvSpPr>
        <ns0:spPr>
          <ns1:xfrm>
            <ns1:off x="8138160" y="3391218"/>
            <ns1:ext cx="15716" cy="61880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17" name="c-mountain-back-046">
            <ns1:extLst>
              <ns1:ext uri="{FF2B5EF4-FFF2-40B4-BE49-F238E27FC236}">
                <ns2:creationId id="{245F289C-BAF2-4012-A440-F0D97B8DE320}"/>
              </ns1:ext>
            </ns1:extLst>
          </ns0:cNvPr>
          <ns0:cNvSpPr>
            <ns1:spLocks noGrp="1"/>
          </ns0:cNvSpPr>
          <ns0:nvPr/>
        </ns0:nvSpPr>
        <ns0:spPr>
          <ns1:xfrm>
            <ns1:off x="8148638" y="3089199"/>
            <ns1:ext cx="15716" cy="92082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18" name="c-mountain-front-046">
            <ns1:extLst>
              <ns1:ext uri="{FF2B5EF4-FFF2-40B4-BE49-F238E27FC236}">
                <ns2:creationId id="{3459E822-AA3B-42C7-9ED7-9A8E4980C4B3}"/>
              </ns1:ext>
            </ns1:extLst>
          </ns0:cNvPr>
          <ns0:cNvSpPr>
            <ns1:spLocks noGrp="1"/>
          </ns0:cNvSpPr>
          <ns0:nvPr/>
        </ns0:nvSpPr>
        <ns0:spPr>
          <ns1:xfrm>
            <ns1:off x="8148638" y="3376130"/>
            <ns1:ext cx="15716" cy="63389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19" name="c-mountain-back-047">
            <ns1:extLst>
              <ns1:ext uri="{FF2B5EF4-FFF2-40B4-BE49-F238E27FC236}">
                <ns2:creationId id="{92D8CF55-ED8D-427A-8297-58C5EEE006BE}"/>
              </ns1:ext>
            </ns1:extLst>
          </ns0:cNvPr>
          <ns0:cNvSpPr>
            <ns1:spLocks noGrp="1"/>
          </ns0:cNvSpPr>
          <ns0:nvPr/>
        </ns0:nvSpPr>
        <ns0:spPr>
          <ns1:xfrm>
            <ns1:off x="8159115" y="3077947"/>
            <ns1:ext cx="15716" cy="93207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20" name="c-mountain-front-047">
            <ns1:extLst>
              <ns1:ext uri="{FF2B5EF4-FFF2-40B4-BE49-F238E27FC236}">
                <ns2:creationId id="{3E358146-7015-4352-AC2E-25DB613407F0}"/>
              </ns1:ext>
            </ns1:extLst>
          </ns0:cNvPr>
          <ns0:cNvSpPr>
            <ns1:spLocks noGrp="1"/>
          </ns0:cNvSpPr>
          <ns0:nvPr/>
        </ns0:nvSpPr>
        <ns0:spPr>
          <ns1:xfrm>
            <ns1:off x="8159115" y="3361433"/>
            <ns1:ext cx="15716" cy="64859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21" name="c-mountain-back-048">
            <ns1:extLst>
              <ns1:ext uri="{FF2B5EF4-FFF2-40B4-BE49-F238E27FC236}">
                <ns2:creationId id="{BF1276C6-0241-40FA-B78B-CF1981DAFCAA}"/>
              </ns1:ext>
            </ns1:extLst>
          </ns0:cNvPr>
          <ns0:cNvSpPr>
            <ns1:spLocks noGrp="1"/>
          </ns0:cNvSpPr>
          <ns0:nvPr/>
        </ns0:nvSpPr>
        <ns0:spPr>
          <ns1:xfrm>
            <ns1:off x="8169593" y="3067049"/>
            <ns1:ext cx="15716" cy="94297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22" name="c-mountain-front-048">
            <ns1:extLst>
              <ns1:ext uri="{FF2B5EF4-FFF2-40B4-BE49-F238E27FC236}">
                <ns2:creationId id="{5CC49F1F-641D-4AB0-9E2F-B9249BE30DF4}"/>
              </ns1:ext>
            </ns1:extLst>
          </ns0:cNvPr>
          <ns0:cNvSpPr>
            <ns1:spLocks noGrp="1"/>
          </ns0:cNvSpPr>
          <ns0:nvPr/>
        </ns0:nvSpPr>
        <ns0:spPr>
          <ns1:xfrm>
            <ns1:off x="8169593" y="3347347"/>
            <ns1:ext cx="15716" cy="66267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23" name="c-mountain-back-049">
            <ns1:extLst>
              <ns1:ext uri="{FF2B5EF4-FFF2-40B4-BE49-F238E27FC236}">
                <ns2:creationId id="{96A5D767-0025-482C-9913-7AE4C1415F17}"/>
              </ns1:ext>
            </ns1:extLst>
          </ns0:cNvPr>
          <ns0:cNvSpPr>
            <ns1:spLocks noGrp="1"/>
          </ns0:cNvSpPr>
          <ns0:nvPr/>
        </ns0:nvSpPr>
        <ns0:spPr>
          <ns1:xfrm>
            <ns1:off x="8180070" y="3056434"/>
            <ns1:ext cx="15716" cy="95359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24" name="c-mountain-front-049">
            <ns1:extLst>
              <ns1:ext uri="{FF2B5EF4-FFF2-40B4-BE49-F238E27FC236}">
                <ns2:creationId id="{B9858259-1042-4B1A-958B-4FC10AC19C25}"/>
              </ns1:ext>
            </ns1:extLst>
          </ns0:cNvPr>
          <ns0:cNvSpPr>
            <ns1:spLocks noGrp="1"/>
          </ns0:cNvSpPr>
          <ns0:nvPr/>
        </ns0:nvSpPr>
        <ns0:spPr>
          <ns1:xfrm>
            <ns1:off x="8180070" y="3334083"/>
            <ns1:ext cx="15716" cy="67594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25" name="c-mountain-back-050">
            <ns1:extLst>
              <ns1:ext uri="{FF2B5EF4-FFF2-40B4-BE49-F238E27FC236}">
                <ns2:creationId id="{F54F2405-626F-4714-A928-B6E8887146CB}"/>
              </ns1:ext>
            </ns1:extLst>
          </ns0:cNvPr>
          <ns0:cNvSpPr>
            <ns1:spLocks noGrp="1"/>
          </ns0:cNvSpPr>
          <ns0:nvPr/>
        </ns0:nvSpPr>
        <ns0:spPr>
          <ns1:xfrm>
            <ns1:off x="8190548" y="3046025"/>
            <ns1:ext cx="15716" cy="96400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26" name="c-mountain-front-050">
            <ns1:extLst>
              <ns1:ext uri="{FF2B5EF4-FFF2-40B4-BE49-F238E27FC236}">
                <ns2:creationId id="{B62FA00C-51F5-43CA-8CF4-71E28B29E19C}"/>
              </ns1:ext>
            </ns1:extLst>
          </ns0:cNvPr>
          <ns0:cNvSpPr>
            <ns1:spLocks noGrp="1"/>
          </ns0:cNvSpPr>
          <ns0:nvPr/>
        </ns0:nvSpPr>
        <ns0:spPr>
          <ns1:xfrm>
            <ns1:off x="8190548" y="3321838"/>
            <ns1:ext cx="15716" cy="68818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27" name="c-mountain-back-051">
            <ns1:extLst>
              <ns1:ext uri="{FF2B5EF4-FFF2-40B4-BE49-F238E27FC236}">
                <ns2:creationId id="{87083AB2-1AFC-4D09-9927-6C1E912E1B04}"/>
              </ns1:ext>
            </ns1:extLst>
          </ns0:cNvPr>
          <ns0:cNvSpPr>
            <ns1:spLocks noGrp="1"/>
          </ns0:cNvSpPr>
          <ns0:nvPr/>
        </ns0:nvSpPr>
        <ns0:spPr>
          <ns1:xfrm>
            <ns1:off x="8201025" y="3035741"/>
            <ns1:ext cx="15716" cy="97428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28" name="c-mountain-front-051">
            <ns1:extLst>
              <ns1:ext uri="{FF2B5EF4-FFF2-40B4-BE49-F238E27FC236}">
                <ns2:creationId id="{B47408BC-14EC-4568-9FEA-58CCA2ACFC74}"/>
              </ns1:ext>
            </ns1:extLst>
          </ns0:cNvPr>
          <ns0:cNvSpPr>
            <ns1:spLocks noGrp="1"/>
          </ns0:cNvSpPr>
          <ns0:nvPr/>
        </ns0:nvSpPr>
        <ns0:spPr>
          <ns1:xfrm>
            <ns1:off x="8201025" y="3310791"/>
            <ns1:ext cx="15716" cy="69923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29" name="c-mountain-back-052">
            <ns1:extLst>
              <ns1:ext uri="{FF2B5EF4-FFF2-40B4-BE49-F238E27FC236}">
                <ns2:creationId id="{6551559E-8E43-4E80-A53D-949205314944}"/>
              </ns1:ext>
            </ns1:extLst>
          </ns0:cNvPr>
          <ns0:cNvSpPr>
            <ns1:spLocks noGrp="1"/>
          </ns0:cNvSpPr>
          <ns0:nvPr/>
        </ns0:nvSpPr>
        <ns0:spPr>
          <ns1:xfrm>
            <ns1:off x="8211503" y="3025494"/>
            <ns1:ext cx="15716" cy="98453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30" name="c-mountain-front-052">
            <ns1:extLst>
              <ns1:ext uri="{FF2B5EF4-FFF2-40B4-BE49-F238E27FC236}">
                <ns2:creationId id="{3B22A33B-A5DF-40E1-A5F0-C34E1D5DDF00}"/>
              </ns1:ext>
            </ns1:extLst>
          </ns0:cNvPr>
          <ns0:cNvSpPr>
            <ns1:spLocks noGrp="1"/>
          </ns0:cNvSpPr>
          <ns0:nvPr/>
        </ns0:nvSpPr>
        <ns0:spPr>
          <ns1:xfrm>
            <ns1:off x="8211503" y="3301093"/>
            <ns1:ext cx="15716" cy="70893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31" name="c-mountain-back-053">
            <ns1:extLst>
              <ns1:ext uri="{FF2B5EF4-FFF2-40B4-BE49-F238E27FC236}">
                <ns2:creationId id="{43C726E8-B0F6-4685-A7E1-F63519A49E66}"/>
              </ns1:ext>
            </ns1:extLst>
          </ns0:cNvPr>
          <ns0:cNvSpPr>
            <ns1:spLocks noGrp="1"/>
          </ns0:cNvSpPr>
          <ns0:nvPr/>
        </ns0:nvSpPr>
        <ns0:spPr>
          <ns1:xfrm>
            <ns1:off x="8221980" y="3015194"/>
            <ns1:ext cx="15716" cy="99483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32" name="c-mountain-front-053">
            <ns1:extLst>
              <ns1:ext uri="{FF2B5EF4-FFF2-40B4-BE49-F238E27FC236}">
                <ns2:creationId id="{C7E84D31-81F3-40DE-AF0D-1B057B3D6FBE}"/>
              </ns1:ext>
            </ns1:extLst>
          </ns0:cNvPr>
          <ns0:cNvSpPr>
            <ns1:spLocks noGrp="1"/>
          </ns0:cNvSpPr>
          <ns0:nvPr/>
        </ns0:nvSpPr>
        <ns0:spPr>
          <ns1:xfrm>
            <ns1:off x="8221980" y="3292867"/>
            <ns1:ext cx="15716" cy="71715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33" name="c-mountain-back-054">
            <ns1:extLst>
              <ns1:ext uri="{FF2B5EF4-FFF2-40B4-BE49-F238E27FC236}">
                <ns2:creationId id="{C5967787-1ECD-48F9-9036-4EA94E6EB1EF}"/>
              </ns1:ext>
            </ns1:extLst>
          </ns0:cNvPr>
          <ns0:cNvSpPr>
            <ns1:spLocks noGrp="1"/>
          </ns0:cNvSpPr>
          <ns0:nvPr/>
        </ns0:nvSpPr>
        <ns0:spPr>
          <ns1:xfrm>
            <ns1:off x="8232458" y="3004752"/>
            <ns1:ext cx="15716" cy="1005273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34" name="c-mountain-front-054">
            <ns1:extLst>
              <ns1:ext uri="{FF2B5EF4-FFF2-40B4-BE49-F238E27FC236}">
                <ns2:creationId id="{416BF0D6-3B93-4C4E-8AC4-508BBC5D2309}"/>
              </ns1:ext>
            </ns1:extLst>
          </ns0:cNvPr>
          <ns0:cNvSpPr>
            <ns1:spLocks noGrp="1"/>
          </ns0:cNvSpPr>
          <ns0:nvPr/>
        </ns0:nvSpPr>
        <ns0:spPr>
          <ns1:xfrm>
            <ns1:off x="8232458" y="3286204"/>
            <ns1:ext cx="15716" cy="72382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35" name="c-mountain-back-055">
            <ns1:extLst>
              <ns1:ext uri="{FF2B5EF4-FFF2-40B4-BE49-F238E27FC236}">
                <ns2:creationId id="{A7A37178-FF0F-436E-BB52-4699814A4E6F}"/>
              </ns1:ext>
            </ns1:extLst>
          </ns0:cNvPr>
          <ns0:cNvSpPr>
            <ns1:spLocks noGrp="1"/>
          </ns0:cNvSpPr>
          <ns0:nvPr/>
        </ns0:nvSpPr>
        <ns0:spPr>
          <ns1:xfrm>
            <ns1:off x="8242935" y="2994073"/>
            <ns1:ext cx="15716" cy="101595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36" name="c-mountain-front-055">
            <ns1:extLst>
              <ns1:ext uri="{FF2B5EF4-FFF2-40B4-BE49-F238E27FC236}">
                <ns2:creationId id="{462088EB-A577-45CD-926A-A3EBBA52E259}"/>
              </ns1:ext>
            </ns1:extLst>
          </ns0:cNvPr>
          <ns0:cNvSpPr>
            <ns1:spLocks noGrp="1"/>
          </ns0:cNvSpPr>
          <ns0:nvPr/>
        </ns0:nvSpPr>
        <ns0:spPr>
          <ns1:xfrm>
            <ns1:off x="8242935" y="3281158"/>
            <ns1:ext cx="15716" cy="72886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37" name="c-mountain-back-056">
            <ns1:extLst>
              <ns1:ext uri="{FF2B5EF4-FFF2-40B4-BE49-F238E27FC236}">
                <ns2:creationId id="{9A3C430E-3F95-4296-BA0E-C30266F291AE}"/>
              </ns1:ext>
            </ns1:extLst>
          </ns0:cNvPr>
          <ns0:cNvSpPr>
            <ns1:spLocks noGrp="1"/>
          </ns0:cNvSpPr>
          <ns0:nvPr/>
        </ns0:nvSpPr>
        <ns0:spPr>
          <ns1:xfrm>
            <ns1:off x="8253413" y="2983070"/>
            <ns1:ext cx="15716" cy="102695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38" name="c-mountain-front-056">
            <ns1:extLst>
              <ns1:ext uri="{FF2B5EF4-FFF2-40B4-BE49-F238E27FC236}">
                <ns2:creationId id="{7CC62180-CD47-424E-AD68-5B7B8CF3AA85}"/>
              </ns1:ext>
            </ns1:extLst>
          </ns0:cNvPr>
          <ns0:cNvSpPr>
            <ns1:spLocks noGrp="1"/>
          </ns0:cNvSpPr>
          <ns0:nvPr/>
        </ns0:nvSpPr>
        <ns0:spPr>
          <ns1:xfrm>
            <ns1:off x="8253413" y="3277745"/>
            <ns1:ext cx="15716" cy="73228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39" name="c-mountain-back-057">
            <ns1:extLst>
              <ns1:ext uri="{FF2B5EF4-FFF2-40B4-BE49-F238E27FC236}">
                <ns2:creationId id="{00F64EC2-83E6-4F3D-8A75-4872E011A7A6}"/>
              </ns1:ext>
            </ns1:extLst>
          </ns0:cNvPr>
          <ns0:cNvSpPr>
            <ns1:spLocks noGrp="1"/>
          </ns0:cNvSpPr>
          <ns0:nvPr/>
        </ns0:nvSpPr>
        <ns0:spPr>
          <ns1:xfrm>
            <ns1:off x="8263890" y="2971653"/>
            <ns1:ext cx="15716" cy="103837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40" name="c-mountain-front-057">
            <ns1:extLst>
              <ns1:ext uri="{FF2B5EF4-FFF2-40B4-BE49-F238E27FC236}">
                <ns2:creationId id="{E3792761-FFE2-4EDE-94C6-7ED6DBD94CBE}"/>
              </ns1:ext>
            </ns1:extLst>
          </ns0:cNvPr>
          <ns0:cNvSpPr>
            <ns1:spLocks noGrp="1"/>
          </ns0:cNvSpPr>
          <ns0:nvPr/>
        </ns0:nvSpPr>
        <ns0:spPr>
          <ns1:xfrm>
            <ns1:off x="8263890" y="3275944"/>
            <ns1:ext cx="15716" cy="73408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41" name="c-mountain-back-058">
            <ns1:extLst>
              <ns1:ext uri="{FF2B5EF4-FFF2-40B4-BE49-F238E27FC236}">
                <ns2:creationId id="{4A8E4291-A009-48F0-AEA8-A9283AA1BA43}"/>
              </ns1:ext>
            </ns1:extLst>
          </ns0:cNvPr>
          <ns0:cNvSpPr>
            <ns1:spLocks noGrp="1"/>
          </ns0:cNvSpPr>
          <ns0:nvPr/>
        </ns0:nvSpPr>
        <ns0:spPr>
          <ns1:xfrm>
            <ns1:off x="8274368" y="2959739"/>
            <ns1:ext cx="15716" cy="105028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42" name="c-mountain-front-058">
            <ns1:extLst>
              <ns1:ext uri="{FF2B5EF4-FFF2-40B4-BE49-F238E27FC236}">
                <ns2:creationId id="{443DBE6F-F348-4D30-A5F2-3F3A69B84430}"/>
              </ns1:ext>
            </ns1:extLst>
          </ns0:cNvPr>
          <ns0:cNvSpPr>
            <ns1:spLocks noGrp="1"/>
          </ns0:cNvSpPr>
          <ns0:nvPr/>
        </ns0:nvSpPr>
        <ns0:spPr>
          <ns1:xfrm>
            <ns1:off x="8274368" y="3275696"/>
            <ns1:ext cx="15716" cy="73432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43" name="c-mountain-back-059">
            <ns1:extLst>
              <ns1:ext uri="{FF2B5EF4-FFF2-40B4-BE49-F238E27FC236}">
                <ns2:creationId id="{750A02D5-7916-465B-8A5A-8988B0DF497B}"/>
              </ns1:ext>
            </ns1:extLst>
          </ns0:cNvPr>
          <ns0:cNvSpPr>
            <ns1:spLocks noGrp="1"/>
          </ns0:cNvSpPr>
          <ns0:nvPr/>
        </ns0:nvSpPr>
        <ns0:spPr>
          <ns1:xfrm>
            <ns1:off x="8284845" y="2947251"/>
            <ns1:ext cx="15716" cy="106277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44" name="c-mountain-front-059">
            <ns1:extLst>
              <ns1:ext uri="{FF2B5EF4-FFF2-40B4-BE49-F238E27FC236}">
                <ns2:creationId id="{EE8369DB-F1AF-429B-9076-8F80009A1EF9}"/>
              </ns1:ext>
            </ns1:extLst>
          </ns0:cNvPr>
          <ns0:cNvSpPr>
            <ns1:spLocks noGrp="1"/>
          </ns0:cNvSpPr>
          <ns0:nvPr/>
        </ns0:nvSpPr>
        <ns0:spPr>
          <ns1:xfrm>
            <ns1:off x="8284845" y="3276906"/>
            <ns1:ext cx="15716" cy="73311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45" name="c-mountain-back-060">
            <ns1:extLst>
              <ns1:ext uri="{FF2B5EF4-FFF2-40B4-BE49-F238E27FC236}">
                <ns2:creationId id="{B516FD9B-C948-4809-9797-427B3119AA38}"/>
              </ns1:ext>
            </ns1:extLst>
          </ns0:cNvPr>
          <ns0:cNvSpPr>
            <ns1:spLocks noGrp="1"/>
          </ns0:cNvSpPr>
          <ns0:nvPr/>
        </ns0:nvSpPr>
        <ns0:spPr>
          <ns1:xfrm>
            <ns1:off x="8295323" y="2934117"/>
            <ns1:ext cx="15716" cy="107590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46" name="c-mountain-front-060">
            <ns1:extLst>
              <ns1:ext uri="{FF2B5EF4-FFF2-40B4-BE49-F238E27FC236}">
                <ns2:creationId id="{B6656B37-FBD7-4C5C-B77D-E490DA79E5E5}"/>
              </ns1:ext>
            </ns1:extLst>
          </ns0:cNvPr>
          <ns0:cNvSpPr>
            <ns1:spLocks noGrp="1"/>
          </ns0:cNvSpPr>
          <ns0:nvPr/>
        </ns0:nvSpPr>
        <ns0:spPr>
          <ns1:xfrm>
            <ns1:off x="8295323" y="3279446"/>
            <ns1:ext cx="15716" cy="73057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47" name="c-mountain-back-061">
            <ns1:extLst>
              <ns1:ext uri="{FF2B5EF4-FFF2-40B4-BE49-F238E27FC236}">
                <ns2:creationId id="{17CDAE39-4DE1-4BC0-B839-D2724430C9CE}"/>
              </ns1:ext>
            </ns1:extLst>
          </ns0:cNvPr>
          <ns0:cNvSpPr>
            <ns1:spLocks noGrp="1"/>
          </ns0:cNvSpPr>
          <ns0:nvPr/>
        </ns0:nvSpPr>
        <ns0:spPr>
          <ns1:xfrm>
            <ns1:off x="8305800" y="2920274"/>
            <ns1:ext cx="15716" cy="108975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48" name="c-mountain-front-061">
            <ns1:extLst>
              <ns1:ext uri="{FF2B5EF4-FFF2-40B4-BE49-F238E27FC236}">
                <ns2:creationId id="{A5400E92-A72D-40BF-A05D-8AE680A83A40}"/>
              </ns1:ext>
            </ns1:extLst>
          </ns0:cNvPr>
          <ns0:cNvSpPr>
            <ns1:spLocks noGrp="1"/>
          </ns0:cNvSpPr>
          <ns0:nvPr/>
        </ns0:nvSpPr>
        <ns0:spPr>
          <ns1:xfrm>
            <ns1:off x="8305800" y="3283159"/>
            <ns1:ext cx="15716" cy="72686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49" name="c-mountain-back-062">
            <ns1:extLst>
              <ns1:ext uri="{FF2B5EF4-FFF2-40B4-BE49-F238E27FC236}">
                <ns2:creationId id="{7464D5A8-2D39-49EF-9996-7F46A599E54C}"/>
              </ns1:ext>
            </ns1:extLst>
          </ns0:cNvPr>
          <ns0:cNvSpPr>
            <ns1:spLocks noGrp="1"/>
          </ns0:cNvSpPr>
          <ns0:nvPr/>
        </ns0:nvSpPr>
        <ns0:spPr>
          <ns1:xfrm>
            <ns1:off x="8316278" y="2905671"/>
            <ns1:ext cx="15716" cy="110435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50" name="c-mountain-front-062">
            <ns1:extLst>
              <ns1:ext uri="{FF2B5EF4-FFF2-40B4-BE49-F238E27FC236}">
                <ns2:creationId id="{32F47361-A032-4185-BBD9-02D604036C17}"/>
              </ns1:ext>
            </ns1:extLst>
          </ns0:cNvPr>
          <ns0:cNvSpPr>
            <ns1:spLocks noGrp="1"/>
          </ns0:cNvSpPr>
          <ns0:nvPr/>
        </ns0:nvSpPr>
        <ns0:spPr>
          <ns1:xfrm>
            <ns1:off x="8316278" y="3287860"/>
            <ns1:ext cx="15716" cy="72216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51" name="c-mountain-back-063">
            <ns1:extLst>
              <ns1:ext uri="{FF2B5EF4-FFF2-40B4-BE49-F238E27FC236}">
                <ns2:creationId id="{80FFD955-0BBD-4CC9-B0C8-6B6FEAC387F5}"/>
              </ns1:ext>
            </ns1:extLst>
          </ns0:cNvPr>
          <ns0:cNvSpPr>
            <ns1:spLocks noGrp="1"/>
          </ns0:cNvSpPr>
          <ns0:nvPr/>
        </ns0:nvSpPr>
        <ns0:spPr>
          <ns1:xfrm>
            <ns1:off x="8326755" y="2890263"/>
            <ns1:ext cx="15716" cy="111976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52" name="c-mountain-front-063">
            <ns1:extLst>
              <ns1:ext uri="{FF2B5EF4-FFF2-40B4-BE49-F238E27FC236}">
                <ns2:creationId id="{B63E4736-97F9-4421-9DC9-47ADD3DC0B0A}"/>
              </ns1:ext>
            </ns1:extLst>
          </ns0:cNvPr>
          <ns0:cNvSpPr>
            <ns1:spLocks noGrp="1"/>
          </ns0:cNvSpPr>
          <ns0:nvPr/>
        </ns0:nvSpPr>
        <ns0:spPr>
          <ns1:xfrm>
            <ns1:off x="8326755" y="3293347"/>
            <ns1:ext cx="15716" cy="71667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53" name="c-mountain-back-064">
            <ns1:extLst>
              <ns1:ext uri="{FF2B5EF4-FFF2-40B4-BE49-F238E27FC236}">
                <ns2:creationId id="{EF21BC22-E264-48AA-B7D3-93671FF7D0C6}"/>
              </ns1:ext>
            </ns1:extLst>
          </ns0:cNvPr>
          <ns0:cNvSpPr>
            <ns1:spLocks noGrp="1"/>
          </ns0:cNvSpPr>
          <ns0:nvPr/>
        </ns0:nvSpPr>
        <ns0:spPr>
          <ns1:xfrm>
            <ns1:off x="8337233" y="2874022"/>
            <ns1:ext cx="15716" cy="1136003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54" name="c-mountain-front-064">
            <ns1:extLst>
              <ns1:ext uri="{FF2B5EF4-FFF2-40B4-BE49-F238E27FC236}">
                <ns2:creationId id="{F23BD828-742B-4C57-857C-C02921D4901D}"/>
              </ns1:ext>
            </ns1:extLst>
          </ns0:cNvPr>
          <ns0:cNvSpPr>
            <ns1:spLocks noGrp="1"/>
          </ns0:cNvSpPr>
          <ns0:nvPr/>
        </ns0:nvSpPr>
        <ns0:spPr>
          <ns1:xfrm>
            <ns1:off x="8337233" y="3299401"/>
            <ns1:ext cx="15716" cy="71062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55" name="c-mountain-back-065">
            <ns1:extLst>
              <ns1:ext uri="{FF2B5EF4-FFF2-40B4-BE49-F238E27FC236}">
                <ns2:creationId id="{F89C55D7-B653-4F0B-96FC-9057338C90D4}"/>
              </ns1:ext>
            </ns1:extLst>
          </ns0:cNvPr>
          <ns0:cNvSpPr>
            <ns1:spLocks noGrp="1"/>
          </ns0:cNvSpPr>
          <ns0:nvPr/>
        </ns0:nvSpPr>
        <ns0:spPr>
          <ns1:xfrm>
            <ns1:off x="8347710" y="2856927"/>
            <ns1:ext cx="15716" cy="115309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56" name="c-mountain-front-065">
            <ns1:extLst>
              <ns1:ext uri="{FF2B5EF4-FFF2-40B4-BE49-F238E27FC236}">
                <ns2:creationId id="{FB3DD2D1-48F4-41BF-9E04-1D2B5E9333CA}"/>
              </ns1:ext>
            </ns1:extLst>
          </ns0:cNvPr>
          <ns0:cNvSpPr>
            <ns1:spLocks noGrp="1"/>
          </ns0:cNvSpPr>
          <ns0:nvPr/>
        </ns0:nvSpPr>
        <ns0:spPr>
          <ns1:xfrm>
            <ns1:off x="8347710" y="3305795"/>
            <ns1:ext cx="15716" cy="70423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57" name="c-mountain-back-066">
            <ns1:extLst>
              <ns1:ext uri="{FF2B5EF4-FFF2-40B4-BE49-F238E27FC236}">
                <ns2:creationId id="{1126BCE2-0668-4F8F-8AD4-F447A56BD453}"/>
              </ns1:ext>
            </ns1:extLst>
          </ns0:cNvPr>
          <ns0:cNvSpPr>
            <ns1:spLocks noGrp="1"/>
          </ns0:cNvSpPr>
          <ns0:nvPr/>
        </ns0:nvSpPr>
        <ns0:spPr>
          <ns1:xfrm>
            <ns1:off x="8358188" y="2838976"/>
            <ns1:ext cx="15716" cy="117104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58" name="c-mountain-front-066">
            <ns1:extLst>
              <ns1:ext uri="{FF2B5EF4-FFF2-40B4-BE49-F238E27FC236}">
                <ns2:creationId id="{D80F55A0-0787-4D46-AC97-EFF4EB79C01C}"/>
              </ns1:ext>
            </ns1:extLst>
          </ns0:cNvPr>
          <ns0:cNvSpPr>
            <ns1:spLocks noGrp="1"/>
          </ns0:cNvSpPr>
          <ns0:nvPr/>
        </ns0:nvSpPr>
        <ns0:spPr>
          <ns1:xfrm>
            <ns1:off x="8358188" y="3312300"/>
            <ns1:ext cx="15716" cy="69772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59" name="c-mountain-back-067">
            <ns1:extLst>
              <ns1:ext uri="{FF2B5EF4-FFF2-40B4-BE49-F238E27FC236}">
                <ns2:creationId id="{DDF7CC89-1497-4905-9075-F26BAD4A499C}"/>
              </ns1:ext>
            </ns1:extLst>
          </ns0:cNvPr>
          <ns0:cNvSpPr>
            <ns1:spLocks noGrp="1"/>
          </ns0:cNvSpPr>
          <ns0:nvPr/>
        </ns0:nvSpPr>
        <ns0:spPr>
          <ns1:xfrm>
            <ns1:off x="8368665" y="2820175"/>
            <ns1:ext cx="15716" cy="118985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60" name="c-mountain-front-067">
            <ns1:extLst>
              <ns1:ext uri="{FF2B5EF4-FFF2-40B4-BE49-F238E27FC236}">
                <ns2:creationId id="{1D3FEF56-9186-4871-B656-5A002F9EA88F}"/>
              </ns1:ext>
            </ns1:extLst>
          </ns0:cNvPr>
          <ns0:cNvSpPr>
            <ns1:spLocks noGrp="1"/>
          </ns0:cNvSpPr>
          <ns0:nvPr/>
        </ns0:nvSpPr>
        <ns0:spPr>
          <ns1:xfrm>
            <ns1:off x="8368665" y="3318692"/>
            <ns1:ext cx="15716" cy="69133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61" name="c-mountain-back-068">
            <ns1:extLst>
              <ns1:ext uri="{FF2B5EF4-FFF2-40B4-BE49-F238E27FC236}">
                <ns2:creationId id="{6ECC3524-9CCE-4141-818C-24314A1D19C5}"/>
              </ns1:ext>
            </ns1:extLst>
          </ns0:cNvPr>
          <ns0:cNvSpPr>
            <ns1:spLocks noGrp="1"/>
          </ns0:cNvSpPr>
          <ns0:nvPr/>
        </ns0:nvSpPr>
        <ns0:spPr>
          <ns1:xfrm>
            <ns1:off x="8379143" y="2800548"/>
            <ns1:ext cx="15716" cy="120947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62" name="c-mountain-front-068">
            <ns1:extLst>
              <ns1:ext uri="{FF2B5EF4-FFF2-40B4-BE49-F238E27FC236}">
                <ns2:creationId id="{72B0B134-BCE8-4413-8D14-911004282096}"/>
              </ns1:ext>
            </ns1:extLst>
          </ns0:cNvPr>
          <ns0:cNvSpPr>
            <ns1:spLocks noGrp="1"/>
          </ns0:cNvSpPr>
          <ns0:nvPr/>
        </ns0:nvSpPr>
        <ns0:spPr>
          <ns1:xfrm>
            <ns1:off x="8379143" y="3324754"/>
            <ns1:ext cx="15716" cy="68527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63" name="c-mountain-back-069">
            <ns1:extLst>
              <ns1:ext uri="{FF2B5EF4-FFF2-40B4-BE49-F238E27FC236}">
                <ns2:creationId id="{4438F8A2-8E36-4786-8655-055670ED9FAC}"/>
              </ns1:ext>
            </ns1:extLst>
          </ns0:cNvPr>
          <ns0:cNvSpPr>
            <ns1:spLocks noGrp="1"/>
          </ns0:cNvSpPr>
          <ns0:nvPr/>
        </ns0:nvSpPr>
        <ns0:spPr>
          <ns1:xfrm>
            <ns1:off x="8389620" y="2780132"/>
            <ns1:ext cx="15716" cy="1229893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64" name="c-mountain-front-069">
            <ns1:extLst>
              <ns1:ext uri="{FF2B5EF4-FFF2-40B4-BE49-F238E27FC236}">
                <ns2:creationId id="{EC3526B4-6BB4-4108-BC9D-3F0FC9E33FCB}"/>
              </ns1:ext>
            </ns1:extLst>
          </ns0:cNvPr>
          <ns0:cNvSpPr>
            <ns1:spLocks noGrp="1"/>
          </ns0:cNvSpPr>
          <ns0:nvPr/>
        </ns0:nvSpPr>
        <ns0:spPr>
          <ns1:xfrm>
            <ns1:off x="8389620" y="3330288"/>
            <ns1:ext cx="15716" cy="67973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65" name="c-mountain-back-070">
            <ns1:extLst>
              <ns1:ext uri="{FF2B5EF4-FFF2-40B4-BE49-F238E27FC236}">
                <ns2:creationId id="{ED80BF2F-CDA9-4F7F-B645-EE0322DF0D57}"/>
              </ns1:ext>
            </ns1:extLst>
          </ns0:cNvPr>
          <ns0:cNvSpPr>
            <ns1:spLocks noGrp="1"/>
          </ns0:cNvSpPr>
          <ns0:nvPr/>
        </ns0:nvSpPr>
        <ns0:spPr>
          <ns1:xfrm>
            <ns1:off x="8400098" y="2758978"/>
            <ns1:ext cx="15716" cy="125104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66" name="c-mountain-front-070">
            <ns1:extLst>
              <ns1:ext uri="{FF2B5EF4-FFF2-40B4-BE49-F238E27FC236}">
                <ns2:creationId id="{24BE1B47-E206-4F2F-B249-C9FD39FE3F55}"/>
              </ns1:ext>
            </ns1:extLst>
          </ns0:cNvPr>
          <ns0:cNvSpPr>
            <ns1:spLocks noGrp="1"/>
          </ns0:cNvSpPr>
          <ns0:nvPr/>
        </ns0:nvSpPr>
        <ns0:spPr>
          <ns1:xfrm>
            <ns1:off x="8400098" y="3335115"/>
            <ns1:ext cx="15716" cy="67491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67" name="c-mountain-back-071">
            <ns1:extLst>
              <ns1:ext uri="{FF2B5EF4-FFF2-40B4-BE49-F238E27FC236}">
                <ns2:creationId id="{46B9408B-6D17-4974-8AC0-39DE737B81C9}"/>
              </ns1:ext>
            </ns1:extLst>
          </ns0:cNvPr>
          <ns0:cNvSpPr>
            <ns1:spLocks noGrp="1"/>
          </ns0:cNvSpPr>
          <ns0:nvPr/>
        </ns0:nvSpPr>
        <ns0:spPr>
          <ns1:xfrm>
            <ns1:off x="8410575" y="2737151"/>
            <ns1:ext cx="15716" cy="127287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68" name="c-mountain-front-071">
            <ns1:extLst>
              <ns1:ext uri="{FF2B5EF4-FFF2-40B4-BE49-F238E27FC236}">
                <ns2:creationId id="{45292AB8-EFB6-49A9-A5CF-A4B7F171B78F}"/>
              </ns1:ext>
            </ns1:extLst>
          </ns0:cNvPr>
          <ns0:cNvSpPr>
            <ns1:spLocks noGrp="1"/>
          </ns0:cNvSpPr>
          <ns0:nvPr/>
        </ns0:nvSpPr>
        <ns0:spPr>
          <ns1:xfrm>
            <ns1:off x="8410575" y="3339084"/>
            <ns1:ext cx="15716" cy="67094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69" name="c-mountain-back-072">
            <ns1:extLst>
              <ns1:ext uri="{FF2B5EF4-FFF2-40B4-BE49-F238E27FC236}">
                <ns2:creationId id="{D56CEBA8-E8FF-4818-9713-DE985BC7B6A8}"/>
              </ns1:ext>
            </ns1:extLst>
          </ns0:cNvPr>
          <ns0:cNvSpPr>
            <ns1:spLocks noGrp="1"/>
          </ns0:cNvSpPr>
          <ns0:nvPr/>
        </ns0:nvSpPr>
        <ns0:spPr>
          <ns1:xfrm>
            <ns1:off x="8421053" y="2714729"/>
            <ns1:ext cx="15716" cy="129529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70" name="c-mountain-front-072">
            <ns1:extLst>
              <ns1:ext uri="{FF2B5EF4-FFF2-40B4-BE49-F238E27FC236}">
                <ns2:creationId id="{49295B11-90A7-4B4A-9B18-87DCD12C3AB1}"/>
              </ns1:ext>
            </ns1:extLst>
          </ns0:cNvPr>
          <ns0:cNvSpPr>
            <ns1:spLocks noGrp="1"/>
          </ns0:cNvSpPr>
          <ns0:nvPr/>
        </ns0:nvSpPr>
        <ns0:spPr>
          <ns1:xfrm>
            <ns1:off x="8421053" y="3342070"/>
            <ns1:ext cx="15716" cy="66795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71" name="c-mountain-back-073">
            <ns1:extLst>
              <ns1:ext uri="{FF2B5EF4-FFF2-40B4-BE49-F238E27FC236}">
                <ns2:creationId id="{1BA6923D-A1D4-4CA8-9EA8-36E35C26DE55}"/>
              </ns1:ext>
            </ns1:extLst>
          </ns0:cNvPr>
          <ns0:cNvSpPr>
            <ns1:spLocks noGrp="1"/>
          </ns0:cNvSpPr>
          <ns0:nvPr/>
        </ns0:nvSpPr>
        <ns0:spPr>
          <ns1:xfrm>
            <ns1:off x="8431530" y="2691803"/>
            <ns1:ext cx="15716" cy="131822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72" name="c-mountain-front-073">
            <ns1:extLst>
              <ns1:ext uri="{FF2B5EF4-FFF2-40B4-BE49-F238E27FC236}">
                <ns2:creationId id="{7EF3CE65-E3A7-47F0-B180-6367C556118B}"/>
              </ns1:ext>
            </ns1:extLst>
          </ns0:cNvPr>
          <ns0:cNvSpPr>
            <ns1:spLocks noGrp="1"/>
          </ns0:cNvSpPr>
          <ns0:nvPr/>
        </ns0:nvSpPr>
        <ns0:spPr>
          <ns1:xfrm>
            <ns1:off x="8431530" y="3343982"/>
            <ns1:ext cx="15716" cy="66604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73" name="c-mountain-back-074">
            <ns1:extLst>
              <ns1:ext uri="{FF2B5EF4-FFF2-40B4-BE49-F238E27FC236}">
                <ns2:creationId id="{EEDAAE71-FFD9-4DBD-B843-2443BF3C40CF}"/>
              </ns1:ext>
            </ns1:extLst>
          </ns0:cNvPr>
          <ns0:cNvSpPr>
            <ns1:spLocks noGrp="1"/>
          </ns0:cNvSpPr>
          <ns0:nvPr/>
        </ns0:nvSpPr>
        <ns0:spPr>
          <ns1:xfrm>
            <ns1:off x="8442008" y="2668476"/>
            <ns1:ext cx="15716" cy="134154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74" name="c-mountain-front-074">
            <ns1:extLst>
              <ns1:ext uri="{FF2B5EF4-FFF2-40B4-BE49-F238E27FC236}">
                <ns2:creationId id="{796C79F4-A541-46A0-9FBE-914FD01DF69D}"/>
              </ns1:ext>
            </ns1:extLst>
          </ns0:cNvPr>
          <ns0:cNvSpPr>
            <ns1:spLocks noGrp="1"/>
          </ns0:cNvSpPr>
          <ns0:nvPr/>
        </ns0:nvSpPr>
        <ns0:spPr>
          <ns1:xfrm>
            <ns1:off x="8442008" y="3344765"/>
            <ns1:ext cx="15716" cy="66526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75" name="c-mountain-back-075">
            <ns1:extLst>
              <ns1:ext uri="{FF2B5EF4-FFF2-40B4-BE49-F238E27FC236}">
                <ns2:creationId id="{57409DFA-54E8-491A-91E8-CDE93F1E51ED}"/>
              </ns1:ext>
            </ns1:extLst>
          </ns0:cNvPr>
          <ns0:cNvSpPr>
            <ns1:spLocks noGrp="1"/>
          </ns0:cNvSpPr>
          <ns0:nvPr/>
        </ns0:nvSpPr>
        <ns0:spPr>
          <ns1:xfrm>
            <ns1:off x="8452485" y="2644863"/>
            <ns1:ext cx="15716" cy="136516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76" name="c-mountain-front-075">
            <ns1:extLst>
              <ns1:ext uri="{FF2B5EF4-FFF2-40B4-BE49-F238E27FC236}">
                <ns2:creationId id="{35BA0A94-F81B-4F1F-9F1B-6A05F664A1F1}"/>
              </ns1:ext>
            </ns1:extLst>
          </ns0:cNvPr>
          <ns0:cNvSpPr>
            <ns1:spLocks noGrp="1"/>
          </ns0:cNvSpPr>
          <ns0:nvPr/>
        </ns0:nvSpPr>
        <ns0:spPr>
          <ns1:xfrm>
            <ns1:off x="8452485" y="3344396"/>
            <ns1:ext cx="15716" cy="66562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77" name="c-mountain-back-076">
            <ns1:extLst>
              <ns1:ext uri="{FF2B5EF4-FFF2-40B4-BE49-F238E27FC236}">
                <ns2:creationId id="{4F28E42F-0A4D-48A9-A992-25EB93F67347}"/>
              </ns1:ext>
            </ns1:extLst>
          </ns0:cNvPr>
          <ns0:cNvSpPr>
            <ns1:spLocks noGrp="1"/>
          </ns0:cNvSpPr>
          <ns0:nvPr/>
        </ns0:nvSpPr>
        <ns0:spPr>
          <ns1:xfrm>
            <ns1:off x="8462963" y="2621086"/>
            <ns1:ext cx="15716" cy="138893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78" name="c-mountain-front-076">
            <ns1:extLst>
              <ns1:ext uri="{FF2B5EF4-FFF2-40B4-BE49-F238E27FC236}">
                <ns2:creationId id="{E6606F51-4754-47DA-AE5F-7A5AD20E41C8}"/>
              </ns1:ext>
            </ns1:extLst>
          </ns0:cNvPr>
          <ns0:cNvSpPr>
            <ns1:spLocks noGrp="1"/>
          </ns0:cNvSpPr>
          <ns0:nvPr/>
        </ns0:nvSpPr>
        <ns0:spPr>
          <ns1:xfrm>
            <ns1:off x="8462963" y="3342889"/>
            <ns1:ext cx="15716" cy="66713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79" name="c-mountain-back-077">
            <ns1:extLst>
              <ns1:ext uri="{FF2B5EF4-FFF2-40B4-BE49-F238E27FC236}">
                <ns2:creationId id="{F49123F1-302C-4284-B946-25F35340D12B}"/>
              </ns1:ext>
            </ns1:extLst>
          </ns0:cNvPr>
          <ns0:cNvSpPr>
            <ns1:spLocks noGrp="1"/>
          </ns0:cNvSpPr>
          <ns0:nvPr/>
        </ns0:nvSpPr>
        <ns0:spPr>
          <ns1:xfrm>
            <ns1:off x="8473440" y="2597279"/>
            <ns1:ext cx="15716" cy="141274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80" name="c-mountain-front-077">
            <ns1:extLst>
              <ns1:ext uri="{FF2B5EF4-FFF2-40B4-BE49-F238E27FC236}">
                <ns2:creationId id="{D8582C9A-6B38-4779-8AD9-588D62A29870}"/>
              </ns1:ext>
            </ns1:extLst>
          </ns0:cNvPr>
          <ns0:cNvSpPr>
            <ns1:spLocks noGrp="1"/>
          </ns0:cNvSpPr>
          <ns0:nvPr/>
        </ns0:nvSpPr>
        <ns0:spPr>
          <ns1:xfrm>
            <ns1:off x="8473440" y="3340289"/>
            <ns1:ext cx="15716" cy="66973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81" name="c-mountain-back-078">
            <ns1:extLst>
              <ns1:ext uri="{FF2B5EF4-FFF2-40B4-BE49-F238E27FC236}">
                <ns2:creationId id="{430B88E9-DCD6-4243-8A62-055955F93262}"/>
              </ns1:ext>
            </ns1:extLst>
          </ns0:cNvPr>
          <ns0:cNvSpPr>
            <ns1:spLocks noGrp="1"/>
          </ns0:cNvSpPr>
          <ns0:nvPr/>
        </ns0:nvSpPr>
        <ns0:spPr>
          <ns1:xfrm>
            <ns1:off x="8483918" y="2573581"/>
            <ns1:ext cx="15716" cy="143644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82" name="c-mountain-front-078">
            <ns1:extLst>
              <ns1:ext uri="{FF2B5EF4-FFF2-40B4-BE49-F238E27FC236}">
                <ns2:creationId id="{1B201A81-DFAC-4A23-ABC9-52CD94367979}"/>
              </ns1:ext>
            </ns1:extLst>
          </ns0:cNvPr>
          <ns0:cNvSpPr>
            <ns1:spLocks noGrp="1"/>
          </ns0:cNvSpPr>
          <ns0:nvPr/>
        </ns0:nvSpPr>
        <ns0:spPr>
          <ns1:xfrm>
            <ns1:off x="8483918" y="3336673"/>
            <ns1:ext cx="15716" cy="67335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83" name="c-mountain-back-079">
            <ns1:extLst>
              <ns1:ext uri="{FF2B5EF4-FFF2-40B4-BE49-F238E27FC236}">
                <ns2:creationId id="{F04D4F28-B911-4CAA-A5C0-B01D321E4EAC}"/>
              </ns1:ext>
            </ns1:extLst>
          </ns0:cNvPr>
          <ns0:cNvSpPr>
            <ns1:spLocks noGrp="1"/>
          </ns0:cNvSpPr>
          <ns0:nvPr/>
        </ns0:nvSpPr>
        <ns0:spPr>
          <ns1:xfrm>
            <ns1:off x="8494395" y="2550138"/>
            <ns1:ext cx="15716" cy="145988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84" name="c-mountain-front-079">
            <ns1:extLst>
              <ns1:ext uri="{FF2B5EF4-FFF2-40B4-BE49-F238E27FC236}">
                <ns2:creationId id="{30829793-E40F-467D-ABEF-77C4036D49A6}"/>
              </ns1:ext>
            </ns1:extLst>
          </ns0:cNvPr>
          <ns0:cNvSpPr>
            <ns1:spLocks noGrp="1"/>
          </ns0:cNvSpPr>
          <ns0:nvPr/>
        </ns0:nvSpPr>
        <ns0:spPr>
          <ns1:xfrm>
            <ns1:off x="8494395" y="3332149"/>
            <ns1:ext cx="15716" cy="67787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85" name="c-mountain-back-080">
            <ns1:extLst>
              <ns1:ext uri="{FF2B5EF4-FFF2-40B4-BE49-F238E27FC236}">
                <ns2:creationId id="{75D4C485-64A7-45B1-BEDC-10A64C93DCE7}"/>
              </ns1:ext>
            </ns1:extLst>
          </ns0:cNvPr>
          <ns0:cNvSpPr>
            <ns1:spLocks noGrp="1"/>
          </ns0:cNvSpPr>
          <ns0:nvPr/>
        </ns0:nvSpPr>
        <ns0:spPr>
          <ns1:xfrm>
            <ns1:off x="8504873" y="2527098"/>
            <ns1:ext cx="15716" cy="148292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86" name="c-mountain-front-080">
            <ns1:extLst>
              <ns1:ext uri="{FF2B5EF4-FFF2-40B4-BE49-F238E27FC236}">
                <ns2:creationId id="{AEE8D478-DA1E-4BDE-A569-4DBF5F840F40}"/>
              </ns1:ext>
            </ns1:extLst>
          </ns0:cNvPr>
          <ns0:cNvSpPr>
            <ns1:spLocks noGrp="1"/>
          </ns0:cNvSpPr>
          <ns0:nvPr/>
        </ns0:nvSpPr>
        <ns0:spPr>
          <ns1:xfrm>
            <ns1:off x="8504873" y="3326843"/>
            <ns1:ext cx="15716" cy="68318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87" name="c-mountain-back-081">
            <ns1:extLst>
              <ns1:ext uri="{FF2B5EF4-FFF2-40B4-BE49-F238E27FC236}">
                <ns2:creationId id="{57D9761C-DE65-4879-BD59-C4555B5DA0C9}"/>
              </ns1:ext>
            </ns1:extLst>
          </ns0:cNvPr>
          <ns0:cNvSpPr>
            <ns1:spLocks noGrp="1"/>
          </ns0:cNvSpPr>
          <ns0:nvPr/>
        </ns0:nvSpPr>
        <ns0:spPr>
          <ns1:xfrm>
            <ns1:off x="8515350" y="2504613"/>
            <ns1:ext cx="15716" cy="150541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88" name="c-mountain-front-081">
            <ns1:extLst>
              <ns1:ext uri="{FF2B5EF4-FFF2-40B4-BE49-F238E27FC236}">
                <ns2:creationId id="{FEC58C71-BE4B-4A93-9151-0305A37953E6}"/>
              </ns1:ext>
            </ns1:extLst>
          </ns0:cNvPr>
          <ns0:cNvSpPr>
            <ns1:spLocks noGrp="1"/>
          </ns0:cNvSpPr>
          <ns0:nvPr/>
        </ns0:nvSpPr>
        <ns0:spPr>
          <ns1:xfrm>
            <ns1:off x="8515350" y="3320906"/>
            <ns1:ext cx="15716" cy="68911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89" name="c-mountain-back-082">
            <ns1:extLst>
              <ns1:ext uri="{FF2B5EF4-FFF2-40B4-BE49-F238E27FC236}">
                <ns2:creationId id="{A37D1944-C378-4C7A-806F-9A2AC71BAF3B}"/>
              </ns1:ext>
            </ns1:extLst>
          </ns0:cNvPr>
          <ns0:cNvSpPr>
            <ns1:spLocks noGrp="1"/>
          </ns0:cNvSpPr>
          <ns0:nvPr/>
        </ns0:nvSpPr>
        <ns0:spPr>
          <ns1:xfrm>
            <ns1:off x="8525828" y="2482836"/>
            <ns1:ext cx="15716" cy="152718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90" name="c-mountain-front-082">
            <ns1:extLst>
              <ns1:ext uri="{FF2B5EF4-FFF2-40B4-BE49-F238E27FC236}">
                <ns2:creationId id="{8C13302B-1ED8-4D75-B517-22A35168783F}"/>
              </ns1:ext>
            </ns1:extLst>
          </ns0:cNvPr>
          <ns0:cNvSpPr>
            <ns1:spLocks noGrp="1"/>
          </ns0:cNvSpPr>
          <ns0:nvPr/>
        </ns0:nvSpPr>
        <ns0:spPr>
          <ns1:xfrm>
            <ns1:off x="8525828" y="3314500"/>
            <ns1:ext cx="15716" cy="69552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91" name="c-mountain-back-083">
            <ns1:extLst>
              <ns1:ext uri="{FF2B5EF4-FFF2-40B4-BE49-F238E27FC236}">
                <ns2:creationId id="{F7F790DE-3DE5-4771-9042-AB7BDEF02CBC}"/>
              </ns1:ext>
            </ns1:extLst>
          </ns0:cNvPr>
          <ns0:cNvSpPr>
            <ns1:spLocks noGrp="1"/>
          </ns0:cNvSpPr>
          <ns0:nvPr/>
        </ns0:nvSpPr>
        <ns0:spPr>
          <ns1:xfrm>
            <ns1:off x="8536305" y="2461918"/>
            <ns1:ext cx="15716" cy="154810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92" name="c-mountain-front-083">
            <ns1:extLst>
              <ns1:ext uri="{FF2B5EF4-FFF2-40B4-BE49-F238E27FC236}">
                <ns2:creationId id="{C89CAB60-5F97-4079-9AE8-F9A69816A3D5}"/>
              </ns1:ext>
            </ns1:extLst>
          </ns0:cNvPr>
          <ns0:cNvSpPr>
            <ns1:spLocks noGrp="1"/>
          </ns0:cNvSpPr>
          <ns0:nvPr/>
        </ns0:nvSpPr>
        <ns0:spPr>
          <ns1:xfrm>
            <ns1:off x="8536305" y="3307794"/>
            <ns1:ext cx="15716" cy="70223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93" name="c-mountain-back-084">
            <ns1:extLst>
              <ns1:ext uri="{FF2B5EF4-FFF2-40B4-BE49-F238E27FC236}">
                <ns2:creationId id="{93AA6460-934C-4022-AEAF-40ED05439E6B}"/>
              </ns1:ext>
            </ns1:extLst>
          </ns0:cNvPr>
          <ns0:cNvSpPr>
            <ns1:spLocks noGrp="1"/>
          </ns0:cNvSpPr>
          <ns0:nvPr/>
        </ns0:nvSpPr>
        <ns0:spPr>
          <ns1:xfrm>
            <ns1:off x="8546783" y="2442008"/>
            <ns1:ext cx="15716" cy="156801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94" name="c-mountain-front-084">
            <ns1:extLst>
              <ns1:ext uri="{FF2B5EF4-FFF2-40B4-BE49-F238E27FC236}">
                <ns2:creationId id="{F361F568-12C8-4460-9A13-58A3C0AC4D8E}"/>
              </ns1:ext>
            </ns1:extLst>
          </ns0:cNvPr>
          <ns0:cNvSpPr>
            <ns1:spLocks noGrp="1"/>
          </ns0:cNvSpPr>
          <ns0:nvPr/>
        </ns0:nvSpPr>
        <ns0:spPr>
          <ns1:xfrm>
            <ns1:off x="8546783" y="3300963"/>
            <ns1:ext cx="15716" cy="70906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95" name="c-mountain-back-085">
            <ns1:extLst>
              <ns1:ext uri="{FF2B5EF4-FFF2-40B4-BE49-F238E27FC236}">
                <ns2:creationId id="{BE97C2A4-5CBF-4C8E-8ED3-58B2D35A286C}"/>
              </ns1:ext>
            </ns1:extLst>
          </ns0:cNvPr>
          <ns0:cNvSpPr>
            <ns1:spLocks noGrp="1"/>
          </ns0:cNvSpPr>
          <ns0:nvPr/>
        </ns0:nvSpPr>
        <ns0:spPr>
          <ns1:xfrm>
            <ns1:off x="8557260" y="2423249"/>
            <ns1:ext cx="15716" cy="158677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96" name="c-mountain-front-085">
            <ns1:extLst>
              <ns1:ext uri="{FF2B5EF4-FFF2-40B4-BE49-F238E27FC236}">
                <ns2:creationId id="{1C5A8F4A-C12C-400F-98F5-018EA796F987}"/>
              </ns1:ext>
            </ns1:extLst>
          </ns0:cNvPr>
          <ns0:cNvSpPr>
            <ns1:spLocks noGrp="1"/>
          </ns0:cNvSpPr>
          <ns0:nvPr/>
        </ns0:nvSpPr>
        <ns0:spPr>
          <ns1:xfrm>
            <ns1:off x="8557260" y="3294175"/>
            <ns1:ext cx="15716" cy="71585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97" name="c-mountain-back-086">
            <ns1:extLst>
              <ns1:ext uri="{FF2B5EF4-FFF2-40B4-BE49-F238E27FC236}">
                <ns2:creationId id="{A16DCE65-AB7A-4B86-ACE7-B33BFA2BE7C8}"/>
              </ns1:ext>
            </ns1:extLst>
          </ns0:cNvPr>
          <ns0:cNvSpPr>
            <ns1:spLocks noGrp="1"/>
          </ns0:cNvSpPr>
          <ns0:nvPr/>
        </ns0:nvSpPr>
        <ns0:spPr>
          <ns1:xfrm>
            <ns1:off x="8567738" y="2405779"/>
            <ns1:ext cx="15716" cy="160424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498" name="c-mountain-front-086">
            <ns1:extLst>
              <ns1:ext uri="{FF2B5EF4-FFF2-40B4-BE49-F238E27FC236}">
                <ns2:creationId id="{93335C23-04BB-4F79-81BE-59F715861259}"/>
              </ns1:ext>
            </ns1:extLst>
          </ns0:cNvPr>
          <ns0:cNvSpPr>
            <ns1:spLocks noGrp="1"/>
          </ns0:cNvSpPr>
          <ns0:nvPr/>
        </ns0:nvSpPr>
        <ns0:spPr>
          <ns1:xfrm>
            <ns1:off x="8567738" y="3287592"/>
            <ns1:ext cx="15716" cy="72243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499" name="c-mountain-back-087">
            <ns1:extLst>
              <ns1:ext uri="{FF2B5EF4-FFF2-40B4-BE49-F238E27FC236}">
                <ns2:creationId id="{A362DD2C-B7C8-4F03-947E-6927202DEAE1}"/>
              </ns1:ext>
            </ns1:extLst>
          </ns0:cNvPr>
          <ns0:cNvSpPr>
            <ns1:spLocks noGrp="1"/>
          </ns0:cNvSpPr>
          <ns0:nvPr/>
        </ns0:nvSpPr>
        <ns0:spPr>
          <ns1:xfrm>
            <ns1:off x="8578215" y="2389729"/>
            <ns1:ext cx="15716" cy="162029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00" name="c-mountain-front-087">
            <ns1:extLst>
              <ns1:ext uri="{FF2B5EF4-FFF2-40B4-BE49-F238E27FC236}">
                <ns2:creationId id="{8631D014-59BB-4A3D-AB9A-06DD3159F003}"/>
              </ns1:ext>
            </ns1:extLst>
          </ns0:cNvPr>
          <ns0:cNvSpPr>
            <ns1:spLocks noGrp="1"/>
          </ns0:cNvSpPr>
          <ns0:nvPr/>
        </ns0:nvSpPr>
        <ns0:spPr>
          <ns1:xfrm>
            <ns1:off x="8578215" y="3281358"/>
            <ns1:ext cx="15716" cy="72866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01" name="c-mountain-back-088">
            <ns1:extLst>
              <ns1:ext uri="{FF2B5EF4-FFF2-40B4-BE49-F238E27FC236}">
                <ns2:creationId id="{938080E2-56A4-40D8-87C5-33EAA29040CC}"/>
              </ns1:ext>
            </ns1:extLst>
          </ns0:cNvPr>
          <ns0:cNvSpPr>
            <ns1:spLocks noGrp="1"/>
          </ns0:cNvSpPr>
          <ns0:nvPr/>
        </ns0:nvSpPr>
        <ns0:spPr>
          <ns1:xfrm>
            <ns1:off x="8588693" y="2375221"/>
            <ns1:ext cx="15716" cy="163480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02" name="c-mountain-front-088">
            <ns1:extLst>
              <ns1:ext uri="{FF2B5EF4-FFF2-40B4-BE49-F238E27FC236}">
                <ns2:creationId id="{AC79AE34-B693-4CC4-BFAD-BCAF0DC7C76D}"/>
              </ns1:ext>
            </ns1:extLst>
          </ns0:cNvPr>
          <ns0:cNvSpPr>
            <ns1:spLocks noGrp="1"/>
          </ns0:cNvSpPr>
          <ns0:nvPr/>
        </ns0:nvSpPr>
        <ns0:spPr>
          <ns1:xfrm>
            <ns1:off x="8588693" y="3275601"/>
            <ns1:ext cx="15716" cy="73442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03" name="c-mountain-back-089">
            <ns1:extLst>
              <ns1:ext uri="{FF2B5EF4-FFF2-40B4-BE49-F238E27FC236}">
                <ns2:creationId id="{A586E56D-0538-4770-9E70-3AACE5E9ED72}"/>
              </ns1:ext>
            </ns1:extLst>
          </ns0:cNvPr>
          <ns0:cNvSpPr>
            <ns1:spLocks noGrp="1"/>
          </ns0:cNvSpPr>
          <ns0:nvPr/>
        </ns0:nvSpPr>
        <ns0:spPr>
          <ns1:xfrm>
            <ns1:off x="8599170" y="2362364"/>
            <ns1:ext cx="15716" cy="164766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04" name="c-mountain-front-089">
            <ns1:extLst>
              <ns1:ext uri="{FF2B5EF4-FFF2-40B4-BE49-F238E27FC236}">
                <ns2:creationId id="{9DEC8945-CAE1-4912-876D-38701367E698}"/>
              </ns1:ext>
            </ns1:extLst>
          </ns0:cNvPr>
          <ns0:cNvSpPr>
            <ns1:spLocks noGrp="1"/>
          </ns0:cNvSpPr>
          <ns0:nvPr/>
        </ns0:nvSpPr>
        <ns0:spPr>
          <ns1:xfrm>
            <ns1:off x="8599170" y="3270425"/>
            <ns1:ext cx="15716" cy="73960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05" name="c-mountain-back-090">
            <ns1:extLst>
              <ns1:ext uri="{FF2B5EF4-FFF2-40B4-BE49-F238E27FC236}">
                <ns2:creationId id="{E9588840-5E4B-4593-AA57-FB7EE7581DEA}"/>
              </ns1:ext>
            </ns1:extLst>
          </ns0:cNvPr>
          <ns0:cNvSpPr>
            <ns1:spLocks noGrp="1"/>
          </ns0:cNvSpPr>
          <ns0:nvPr/>
        </ns0:nvSpPr>
        <ns0:spPr>
          <ns1:xfrm>
            <ns1:off x="8609648" y="2351257"/>
            <ns1:ext cx="15716" cy="165876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06" name="c-mountain-front-090">
            <ns1:extLst>
              <ns1:ext uri="{FF2B5EF4-FFF2-40B4-BE49-F238E27FC236}">
                <ns2:creationId id="{133B65CD-7A4E-4F47-9A58-285AC0B84624}"/>
              </ns1:ext>
            </ns1:extLst>
          </ns0:cNvPr>
          <ns0:cNvSpPr>
            <ns1:spLocks noGrp="1"/>
          </ns0:cNvSpPr>
          <ns0:nvPr/>
        </ns0:nvSpPr>
        <ns0:spPr>
          <ns1:xfrm>
            <ns1:off x="8609648" y="3265904"/>
            <ns1:ext cx="15716" cy="74412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07" name="c-mountain-back-091">
            <ns1:extLst>
              <ns1:ext uri="{FF2B5EF4-FFF2-40B4-BE49-F238E27FC236}">
                <ns2:creationId id="{0627F350-504B-4AC1-9C1A-10DE836B5C89}"/>
              </ns1:ext>
            </ns1:extLst>
          </ns0:cNvPr>
          <ns0:cNvSpPr>
            <ns1:spLocks noGrp="1"/>
          </ns0:cNvSpPr>
          <ns0:nvPr/>
        </ns0:nvSpPr>
        <ns0:spPr>
          <ns1:xfrm>
            <ns1:off x="8620125" y="2341987"/>
            <ns1:ext cx="15716" cy="166803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08" name="c-mountain-front-091">
            <ns1:extLst>
              <ns1:ext uri="{FF2B5EF4-FFF2-40B4-BE49-F238E27FC236}">
                <ns2:creationId id="{E9CA4DB7-847D-48DE-B0E5-D0E8AD8CA080}"/>
              </ns1:ext>
            </ns1:extLst>
          </ns0:cNvPr>
          <ns0:cNvSpPr>
            <ns1:spLocks noGrp="1"/>
          </ns0:cNvSpPr>
          <ns0:nvPr/>
        </ns0:nvSpPr>
        <ns0:spPr>
          <ns1:xfrm>
            <ns1:off x="8620125" y="3262087"/>
            <ns1:ext cx="15716" cy="74793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09" name="c-mountain-back-092">
            <ns1:extLst>
              <ns1:ext uri="{FF2B5EF4-FFF2-40B4-BE49-F238E27FC236}">
                <ns2:creationId id="{27446C07-8A87-4980-8E8C-C1C0003B4F46}"/>
              </ns1:ext>
            </ns1:extLst>
          </ns0:cNvPr>
          <ns0:cNvSpPr>
            <ns1:spLocks noGrp="1"/>
          </ns0:cNvSpPr>
          <ns0:nvPr/>
        </ns0:nvSpPr>
        <ns0:spPr>
          <ns1:xfrm>
            <ns1:off x="8630603" y="2334626"/>
            <ns1:ext cx="15716" cy="167539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10" name="c-mountain-front-092">
            <ns1:extLst>
              <ns1:ext uri="{FF2B5EF4-FFF2-40B4-BE49-F238E27FC236}">
                <ns2:creationId id="{53B2580A-1208-4DE7-B38A-519BE06A05AE}"/>
              </ns1:ext>
            </ns1:extLst>
          </ns0:cNvPr>
          <ns0:cNvSpPr>
            <ns1:spLocks noGrp="1"/>
          </ns0:cNvSpPr>
          <ns0:nvPr/>
        </ns0:nvSpPr>
        <ns0:spPr>
          <ns1:xfrm>
            <ns1:off x="8630603" y="3258990"/>
            <ns1:ext cx="15716" cy="75103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11" name="c-mountain-back-093">
            <ns1:extLst>
              <ns1:ext uri="{FF2B5EF4-FFF2-40B4-BE49-F238E27FC236}">
                <ns2:creationId id="{A487DC92-BC87-4FD0-8925-3B949BFE0DE5}"/>
              </ns1:ext>
            </ns1:extLst>
          </ns0:cNvPr>
          <ns0:cNvSpPr>
            <ns1:spLocks noGrp="1"/>
          </ns0:cNvSpPr>
          <ns0:nvPr/>
        </ns0:nvSpPr>
        <ns0:spPr>
          <ns1:xfrm>
            <ns1:off x="8641080" y="2329232"/>
            <ns1:ext cx="15716" cy="1680793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12" name="c-mountain-front-093">
            <ns1:extLst>
              <ns1:ext uri="{FF2B5EF4-FFF2-40B4-BE49-F238E27FC236}">
                <ns2:creationId id="{2B01076A-87D4-4273-BB2F-79ECD20DF3D6}"/>
              </ns1:ext>
            </ns1:extLst>
          </ns0:cNvPr>
          <ns0:cNvSpPr>
            <ns1:spLocks noGrp="1"/>
          </ns0:cNvSpPr>
          <ns0:nvPr/>
        </ns0:nvSpPr>
        <ns0:spPr>
          <ns1:xfrm>
            <ns1:off x="8641080" y="3256598"/>
            <ns1:ext cx="15716" cy="75342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13" name="c-mountain-back-094">
            <ns1:extLst>
              <ns1:ext uri="{FF2B5EF4-FFF2-40B4-BE49-F238E27FC236}">
                <ns2:creationId id="{4D9381BA-D105-4C5D-9D2B-FDCD17F7A686}"/>
              </ns1:ext>
            </ns1:extLst>
          </ns0:cNvPr>
          <ns0:cNvSpPr>
            <ns1:spLocks noGrp="1"/>
          </ns0:cNvSpPr>
          <ns0:nvPr/>
        </ns0:nvSpPr>
        <ns0:spPr>
          <ns1:xfrm>
            <ns1:off x="8651558" y="2325846"/>
            <ns1:ext cx="15716" cy="168417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14" name="c-mountain-front-094">
            <ns1:extLst>
              <ns1:ext uri="{FF2B5EF4-FFF2-40B4-BE49-F238E27FC236}">
                <ns2:creationId id="{F45EE2D1-65FF-4B6E-88A1-B7FFBC00F78C}"/>
              </ns1:ext>
            </ns1:extLst>
          </ns0:cNvPr>
          <ns0:cNvSpPr>
            <ns1:spLocks noGrp="1"/>
          </ns0:cNvSpPr>
          <ns0:nvPr/>
        </ns0:nvSpPr>
        <ns0:spPr>
          <ns1:xfrm>
            <ns1:off x="8651558" y="3254866"/>
            <ns1:ext cx="15716" cy="75515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15" name="c-mountain-back-095">
            <ns1:extLst>
              <ns1:ext uri="{FF2B5EF4-FFF2-40B4-BE49-F238E27FC236}">
                <ns2:creationId id="{B439CA98-22AC-4B18-B756-39979C1CA0CB}"/>
              </ns1:ext>
            </ns1:extLst>
          </ns0:cNvPr>
          <ns0:cNvSpPr>
            <ns1:spLocks noGrp="1"/>
          </ns0:cNvSpPr>
          <ns0:nvPr/>
        </ns0:nvSpPr>
        <ns0:spPr>
          <ns1:xfrm>
            <ns1:off x="8662035" y="2324498"/>
            <ns1:ext cx="15716" cy="168552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16" name="c-mountain-front-095">
            <ns1:extLst>
              <ns1:ext uri="{FF2B5EF4-FFF2-40B4-BE49-F238E27FC236}">
                <ns2:creationId id="{462CCA5B-C0F5-4A9A-9D43-1871320B17F7}"/>
              </ns1:ext>
            </ns1:extLst>
          </ns0:cNvPr>
          <ns0:cNvSpPr>
            <ns1:spLocks noGrp="1"/>
          </ns0:cNvSpPr>
          <ns0:nvPr/>
        </ns0:nvSpPr>
        <ns0:spPr>
          <ns1:xfrm>
            <ns1:off x="8662035" y="3253718"/>
            <ns1:ext cx="15716" cy="75630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17" name="c-mountain-back-096">
            <ns1:extLst>
              <ns1:ext uri="{FF2B5EF4-FFF2-40B4-BE49-F238E27FC236}">
                <ns2:creationId id="{AD36943B-A65E-4927-9BBF-01047003FD4B}"/>
              </ns1:ext>
            </ns1:extLst>
          </ns0:cNvPr>
          <ns0:cNvSpPr>
            <ns1:spLocks noGrp="1"/>
          </ns0:cNvSpPr>
          <ns0:nvPr/>
        </ns0:nvSpPr>
        <ns0:spPr>
          <ns1:xfrm>
            <ns1:off x="8672513" y="2325196"/>
            <ns1:ext cx="15716" cy="168482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18" name="c-mountain-front-096">
            <ns1:extLst>
              <ns1:ext uri="{FF2B5EF4-FFF2-40B4-BE49-F238E27FC236}">
                <ns2:creationId id="{C200C419-D154-4B9D-9726-7D84058FF6C3}"/>
              </ns1:ext>
            </ns1:extLst>
          </ns0:cNvPr>
          <ns0:cNvSpPr>
            <ns1:spLocks noGrp="1"/>
          </ns0:cNvSpPr>
          <ns0:nvPr/>
        </ns0:nvSpPr>
        <ns0:spPr>
          <ns1:xfrm>
            <ns1:off x="8672513" y="3253055"/>
            <ns1:ext cx="15716" cy="75697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19" name="c-mountain-back-097">
            <ns1:extLst>
              <ns1:ext uri="{FF2B5EF4-FFF2-40B4-BE49-F238E27FC236}">
                <ns2:creationId id="{67A68907-B19A-4EED-83A1-E282883CAD61}"/>
              </ns1:ext>
            </ns1:extLst>
          </ns0:cNvPr>
          <ns0:cNvSpPr>
            <ns1:spLocks noGrp="1"/>
          </ns0:cNvSpPr>
          <ns0:nvPr/>
        </ns0:nvSpPr>
        <ns0:spPr>
          <ns1:xfrm>
            <ns1:off x="8682990" y="2327938"/>
            <ns1:ext cx="15716" cy="168208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20" name="c-mountain-front-097">
            <ns1:extLst>
              <ns1:ext uri="{FF2B5EF4-FFF2-40B4-BE49-F238E27FC236}">
                <ns2:creationId id="{46EDBBEB-519E-4F05-ABBF-1332A9B8C874}"/>
              </ns1:ext>
            </ns1:extLst>
          </ns0:cNvPr>
          <ns0:cNvSpPr>
            <ns1:spLocks noGrp="1"/>
          </ns0:cNvSpPr>
          <ns0:nvPr/>
        </ns0:nvSpPr>
        <ns0:spPr>
          <ns1:xfrm>
            <ns1:off x="8682990" y="3252752"/>
            <ns1:ext cx="15716" cy="75727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21" name="c-mountain-back-098">
            <ns1:extLst>
              <ns1:ext uri="{FF2B5EF4-FFF2-40B4-BE49-F238E27FC236}">
                <ns2:creationId id="{8789F665-6D8F-43CB-96BB-DB215E21A80A}"/>
              </ns1:ext>
            </ns1:extLst>
          </ns0:cNvPr>
          <ns0:cNvSpPr>
            <ns1:spLocks noGrp="1"/>
          </ns0:cNvSpPr>
          <ns0:nvPr/>
        </ns0:nvSpPr>
        <ns0:spPr>
          <ns1:xfrm>
            <ns1:off x="8693468" y="2332703"/>
            <ns1:ext cx="15716" cy="167732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22" name="c-mountain-front-098">
            <ns1:extLst>
              <ns1:ext uri="{FF2B5EF4-FFF2-40B4-BE49-F238E27FC236}">
                <ns2:creationId id="{9157E097-E88C-496F-8B92-FE869F73BAD9}"/>
              </ns1:ext>
            </ns1:extLst>
          </ns0:cNvPr>
          <ns0:cNvSpPr>
            <ns1:spLocks noGrp="1"/>
          </ns0:cNvSpPr>
          <ns0:nvPr/>
        </ns0:nvSpPr>
        <ns0:spPr>
          <ns1:xfrm>
            <ns1:off x="8693468" y="3252665"/>
            <ns1:ext cx="15716" cy="75736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23" name="c-mountain-back-099">
            <ns1:extLst>
              <ns1:ext uri="{FF2B5EF4-FFF2-40B4-BE49-F238E27FC236}">
                <ns2:creationId id="{30F629E6-3D20-4BFD-ADC7-5AA407495032}"/>
              </ns1:ext>
            </ns1:extLst>
          </ns0:cNvPr>
          <ns0:cNvSpPr>
            <ns1:spLocks noGrp="1"/>
          </ns0:cNvSpPr>
          <ns0:nvPr/>
        </ns0:nvSpPr>
        <ns0:spPr>
          <ns1:xfrm>
            <ns1:off x="8703945" y="2339456"/>
            <ns1:ext cx="15716" cy="167056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24" name="c-mountain-front-099">
            <ns1:extLst>
              <ns1:ext uri="{FF2B5EF4-FFF2-40B4-BE49-F238E27FC236}">
                <ns2:creationId id="{A04603E2-B576-4ADE-BC7C-953068D36B6C}"/>
              </ns1:ext>
            </ns1:extLst>
          </ns0:cNvPr>
          <ns0:cNvSpPr>
            <ns1:spLocks noGrp="1"/>
          </ns0:cNvSpPr>
          <ns0:nvPr/>
        </ns0:nvSpPr>
        <ns0:spPr>
          <ns1:xfrm>
            <ns1:off x="8703945" y="3252639"/>
            <ns1:ext cx="15716" cy="75738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25" name="c-mountain-back-100">
            <ns1:extLst>
              <ns1:ext uri="{FF2B5EF4-FFF2-40B4-BE49-F238E27FC236}">
                <ns2:creationId id="{43596522-D93B-42DA-91A9-4F07CDB36160}"/>
              </ns1:ext>
            </ns1:extLst>
          </ns0:cNvPr>
          <ns0:cNvSpPr>
            <ns1:spLocks noGrp="1"/>
          </ns0:cNvSpPr>
          <ns0:nvPr/>
        </ns0:nvSpPr>
        <ns0:spPr>
          <ns1:xfrm>
            <ns1:off x="8714423" y="2348146"/>
            <ns1:ext cx="15716" cy="166187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26" name="c-mountain-front-100">
            <ns1:extLst>
              <ns1:ext uri="{FF2B5EF4-FFF2-40B4-BE49-F238E27FC236}">
                <ns2:creationId id="{2FB3B159-8947-4E46-92C7-48CF8B52A140}"/>
              </ns1:ext>
            </ns1:extLst>
          </ns0:cNvPr>
          <ns0:cNvSpPr>
            <ns1:spLocks noGrp="1"/>
          </ns0:cNvSpPr>
          <ns0:nvPr/>
        </ns0:nvSpPr>
        <ns0:spPr>
          <ns1:xfrm>
            <ns1:off x="8714423" y="3252508"/>
            <ns1:ext cx="15716" cy="75751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27" name="c-mountain-back-101">
            <ns1:extLst>
              <ns1:ext uri="{FF2B5EF4-FFF2-40B4-BE49-F238E27FC236}">
                <ns2:creationId id="{5EAFE751-63F2-43F0-96E6-19844F3AD692}"/>
              </ns1:ext>
            </ns1:extLst>
          </ns0:cNvPr>
          <ns0:cNvSpPr>
            <ns1:spLocks noGrp="1"/>
          </ns0:cNvSpPr>
          <ns0:nvPr/>
        </ns0:nvSpPr>
        <ns0:spPr>
          <ns1:xfrm>
            <ns1:off x="8724900" y="2358710"/>
            <ns1:ext cx="15716" cy="165131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28" name="c-mountain-front-101">
            <ns1:extLst>
              <ns1:ext uri="{FF2B5EF4-FFF2-40B4-BE49-F238E27FC236}">
                <ns2:creationId id="{909B7365-AAEA-4AC0-8F0E-5CED6DEF8398}"/>
              </ns1:ext>
            </ns1:extLst>
          </ns0:cNvPr>
          <ns0:cNvSpPr>
            <ns1:spLocks noGrp="1"/>
          </ns0:cNvSpPr>
          <ns0:nvPr/>
        </ns0:nvSpPr>
        <ns0:spPr>
          <ns1:xfrm>
            <ns1:off x="8724900" y="3252104"/>
            <ns1:ext cx="15716" cy="75792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29" name="c-mountain-back-102">
            <ns1:extLst>
              <ns1:ext uri="{FF2B5EF4-FFF2-40B4-BE49-F238E27FC236}">
                <ns2:creationId id="{BA3AB7CD-C2AD-4CD6-B9D3-B266290572A7}"/>
              </ns1:ext>
            </ns1:extLst>
          </ns0:cNvPr>
          <ns0:cNvSpPr>
            <ns1:spLocks noGrp="1"/>
          </ns0:cNvSpPr>
          <ns0:nvPr/>
        </ns0:nvSpPr>
        <ns0:spPr>
          <ns1:xfrm>
            <ns1:off x="8735378" y="2371070"/>
            <ns1:ext cx="15716" cy="163895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30" name="c-mountain-front-102">
            <ns1:extLst>
              <ns1:ext uri="{FF2B5EF4-FFF2-40B4-BE49-F238E27FC236}">
                <ns2:creationId id="{37F29D22-ADA6-4D92-B730-59D04B7BC178}"/>
              </ns1:ext>
            </ns1:extLst>
          </ns0:cNvPr>
          <ns0:cNvSpPr>
            <ns1:spLocks noGrp="1"/>
          </ns0:cNvSpPr>
          <ns0:nvPr/>
        </ns0:nvSpPr>
        <ns0:spPr>
          <ns1:xfrm>
            <ns1:off x="8735378" y="3251263"/>
            <ns1:ext cx="15716" cy="75876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31" name="c-mountain-back-103">
            <ns1:extLst>
              <ns1:ext uri="{FF2B5EF4-FFF2-40B4-BE49-F238E27FC236}">
                <ns2:creationId id="{E52E91B7-CF84-40EE-A4BF-0D18ED4733FD}"/>
              </ns1:ext>
            </ns1:extLst>
          </ns0:cNvPr>
          <ns0:cNvSpPr>
            <ns1:spLocks noGrp="1"/>
          </ns0:cNvSpPr>
          <ns0:nvPr/>
        </ns0:nvSpPr>
        <ns0:spPr>
          <ns1:xfrm>
            <ns1:off x="8745855" y="2385136"/>
            <ns1:ext cx="15716" cy="162488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32" name="c-mountain-front-103">
            <ns1:extLst>
              <ns1:ext uri="{FF2B5EF4-FFF2-40B4-BE49-F238E27FC236}">
                <ns2:creationId id="{BE321873-560F-42A4-9374-16F05EFEFF50}"/>
              </ns1:ext>
            </ns1:extLst>
          </ns0:cNvPr>
          <ns0:cNvSpPr>
            <ns1:spLocks noGrp="1"/>
          </ns0:cNvSpPr>
          <ns0:nvPr/>
        </ns0:nvSpPr>
        <ns0:spPr>
          <ns1:xfrm>
            <ns1:off x="8745855" y="3249830"/>
            <ns1:ext cx="15716" cy="76019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33" name="c-mountain-back-104">
            <ns1:extLst>
              <ns1:ext uri="{FF2B5EF4-FFF2-40B4-BE49-F238E27FC236}">
                <ns2:creationId id="{DC5F5B15-EFD8-483A-9ED3-6414DDDB60F5}"/>
              </ns1:ext>
            </ns1:extLst>
          </ns0:cNvPr>
          <ns0:cNvSpPr>
            <ns1:spLocks noGrp="1"/>
          </ns0:cNvSpPr>
          <ns0:nvPr/>
        </ns0:nvSpPr>
        <ns0:spPr>
          <ns1:xfrm>
            <ns1:off x="8756333" y="2400807"/>
            <ns1:ext cx="15716" cy="160921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34" name="c-mountain-front-104">
            <ns1:extLst>
              <ns1:ext uri="{FF2B5EF4-FFF2-40B4-BE49-F238E27FC236}">
                <ns2:creationId id="{017D572A-4219-439A-B486-2C3F945BA329}"/>
              </ns1:ext>
            </ns1:extLst>
          </ns0:cNvPr>
          <ns0:cNvSpPr>
            <ns1:spLocks noGrp="1"/>
          </ns0:cNvSpPr>
          <ns0:nvPr/>
        </ns0:nvSpPr>
        <ns0:spPr>
          <ns1:xfrm>
            <ns1:off x="8756333" y="3247663"/>
            <ns1:ext cx="15716" cy="76236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35" name="c-mountain-back-105">
            <ns1:extLst>
              <ns1:ext uri="{FF2B5EF4-FFF2-40B4-BE49-F238E27FC236}">
                <ns2:creationId id="{AF0A5565-AB79-4A7B-8C3A-208C4FDF67D5}"/>
              </ns1:ext>
            </ns1:extLst>
          </ns0:cNvPr>
          <ns0:cNvSpPr>
            <ns1:spLocks noGrp="1"/>
          </ns0:cNvSpPr>
          <ns0:nvPr/>
        </ns0:nvSpPr>
        <ns0:spPr>
          <ns1:xfrm>
            <ns1:off x="8766810" y="2417974"/>
            <ns1:ext cx="15716" cy="159205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36" name="c-mountain-front-105">
            <ns1:extLst>
              <ns1:ext uri="{FF2B5EF4-FFF2-40B4-BE49-F238E27FC236}">
                <ns2:creationId id="{1920D727-9145-43FB-BCF5-30866A7CAD5E}"/>
              </ns1:ext>
            </ns1:extLst>
          </ns0:cNvPr>
          <ns0:cNvSpPr>
            <ns1:spLocks noGrp="1"/>
          </ns0:cNvSpPr>
          <ns0:nvPr/>
        </ns0:nvSpPr>
        <ns0:spPr>
          <ns1:xfrm>
            <ns1:off x="8766810" y="3244642"/>
            <ns1:ext cx="15716" cy="76538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37" name="c-mountain-back-106">
            <ns1:extLst>
              <ns1:ext uri="{FF2B5EF4-FFF2-40B4-BE49-F238E27FC236}">
                <ns2:creationId id="{9543D545-2817-4F74-9A27-98E9EA8283DA}"/>
              </ns1:ext>
            </ns1:extLst>
          </ns0:cNvPr>
          <ns0:cNvSpPr>
            <ns1:spLocks noGrp="1"/>
          </ns0:cNvSpPr>
          <ns0:nvPr/>
        </ns0:nvSpPr>
        <ns0:spPr>
          <ns1:xfrm>
            <ns1:off x="8777288" y="2436516"/>
            <ns1:ext cx="15716" cy="157350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38" name="c-mountain-front-106">
            <ns1:extLst>
              <ns1:ext uri="{FF2B5EF4-FFF2-40B4-BE49-F238E27FC236}">
                <ns2:creationId id="{B88DD065-16C0-4AD2-B8FD-5C77060DE7DA}"/>
              </ns1:ext>
            </ns1:extLst>
          </ns0:cNvPr>
          <ns0:cNvSpPr>
            <ns1:spLocks noGrp="1"/>
          </ns0:cNvSpPr>
          <ns0:nvPr/>
        </ns0:nvSpPr>
        <ns0:spPr>
          <ns1:xfrm>
            <ns1:off x="8777288" y="3240671"/>
            <ns1:ext cx="15716" cy="76935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39" name="c-mountain-back-107">
            <ns1:extLst>
              <ns1:ext uri="{FF2B5EF4-FFF2-40B4-BE49-F238E27FC236}">
                <ns2:creationId id="{F399BFE4-CDFF-4045-99EF-F2775CE8C1C0}"/>
              </ns1:ext>
            </ns1:extLst>
          </ns0:cNvPr>
          <ns0:cNvSpPr>
            <ns1:spLocks noGrp="1"/>
          </ns0:cNvSpPr>
          <ns0:nvPr/>
        </ns0:nvSpPr>
        <ns0:spPr>
          <ns1:xfrm>
            <ns1:off x="8787765" y="2456308"/>
            <ns1:ext cx="15716" cy="155371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40" name="c-mountain-front-107">
            <ns1:extLst>
              <ns1:ext uri="{FF2B5EF4-FFF2-40B4-BE49-F238E27FC236}">
                <ns2:creationId id="{68C5F74D-B0DC-49F0-A454-F6EF303D32A2}"/>
              </ns1:ext>
            </ns1:extLst>
          </ns0:cNvPr>
          <ns0:cNvSpPr>
            <ns1:spLocks noGrp="1"/>
          </ns0:cNvSpPr>
          <ns0:nvPr/>
        </ns0:nvSpPr>
        <ns0:spPr>
          <ns1:xfrm>
            <ns1:off x="8787765" y="3235682"/>
            <ns1:ext cx="15716" cy="77434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41" name="c-mountain-back-108">
            <ns1:extLst>
              <ns1:ext uri="{FF2B5EF4-FFF2-40B4-BE49-F238E27FC236}">
                <ns2:creationId id="{59F65B03-41AC-48BB-891B-95FBADAF15A6}"/>
              </ns1:ext>
            </ns1:extLst>
          </ns0:cNvPr>
          <ns0:cNvSpPr>
            <ns1:spLocks noGrp="1"/>
          </ns0:cNvSpPr>
          <ns0:nvPr/>
        </ns0:nvSpPr>
        <ns0:spPr>
          <ns1:xfrm>
            <ns1:off x="8798243" y="2477217"/>
            <ns1:ext cx="15716" cy="153280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42" name="c-mountain-front-108">
            <ns1:extLst>
              <ns1:ext uri="{FF2B5EF4-FFF2-40B4-BE49-F238E27FC236}">
                <ns2:creationId id="{0622B675-044C-4F22-A4A5-5400219605C8}"/>
              </ns1:ext>
            </ns1:extLst>
          </ns0:cNvPr>
          <ns0:cNvSpPr>
            <ns1:spLocks noGrp="1"/>
          </ns0:cNvSpPr>
          <ns0:nvPr/>
        </ns0:nvSpPr>
        <ns0:spPr>
          <ns1:xfrm>
            <ns1:off x="8798243" y="3229642"/>
            <ns1:ext cx="15716" cy="78038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43" name="c-mountain-back-109">
            <ns1:extLst>
              <ns1:ext uri="{FF2B5EF4-FFF2-40B4-BE49-F238E27FC236}">
                <ns2:creationId id="{DCBAABC7-2236-405F-9A77-6174A818B206}"/>
              </ns1:ext>
            </ns1:extLst>
          </ns0:cNvPr>
          <ns0:cNvSpPr>
            <ns1:spLocks noGrp="1"/>
          </ns0:cNvSpPr>
          <ns0:nvPr/>
        </ns0:nvSpPr>
        <ns0:spPr>
          <ns1:xfrm>
            <ns1:off x="8808720" y="2499107"/>
            <ns1:ext cx="15716" cy="151091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44" name="c-mountain-front-109">
            <ns1:extLst>
              <ns1:ext uri="{FF2B5EF4-FFF2-40B4-BE49-F238E27FC236}">
                <ns2:creationId id="{77FC8BB9-4596-4D47-BE8B-4521DEA8B957}"/>
              </ns1:ext>
            </ns1:extLst>
          </ns0:cNvPr>
          <ns0:cNvSpPr>
            <ns1:spLocks noGrp="1"/>
          </ns0:cNvSpPr>
          <ns0:nvPr/>
        </ns0:nvSpPr>
        <ns0:spPr>
          <ns1:xfrm>
            <ns1:off x="8808720" y="3222548"/>
            <ns1:ext cx="15716" cy="78747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45" name="c-mountain-back-110">
            <ns1:extLst>
              <ns1:ext uri="{FF2B5EF4-FFF2-40B4-BE49-F238E27FC236}">
                <ns2:creationId id="{8F74B9EA-FDC7-4237-AA93-CE050B38AE9B}"/>
              </ns1:ext>
            </ns1:extLst>
          </ns0:cNvPr>
          <ns0:cNvSpPr>
            <ns1:spLocks noGrp="1"/>
          </ns0:cNvSpPr>
          <ns0:nvPr/>
        </ns0:nvSpPr>
        <ns0:spPr>
          <ns1:xfrm>
            <ns1:off x="8819198" y="2521840"/>
            <ns1:ext cx="15716" cy="148818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46" name="c-mountain-front-110">
            <ns1:extLst>
              <ns1:ext uri="{FF2B5EF4-FFF2-40B4-BE49-F238E27FC236}">
                <ns2:creationId id="{1AE45879-37C9-4276-B696-32341EDA59C5}"/>
              </ns1:ext>
            </ns1:extLst>
          </ns0:cNvPr>
          <ns0:cNvSpPr>
            <ns1:spLocks noGrp="1"/>
          </ns0:cNvSpPr>
          <ns0:nvPr/>
        </ns0:nvSpPr>
        <ns0:spPr>
          <ns1:xfrm>
            <ns1:off x="8819198" y="3214436"/>
            <ns1:ext cx="15716" cy="79558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47" name="c-mountain-back-111">
            <ns1:extLst>
              <ns1:ext uri="{FF2B5EF4-FFF2-40B4-BE49-F238E27FC236}">
                <ns2:creationId id="{BA4306D1-077D-436E-B705-44032ED124D7}"/>
              </ns1:ext>
            </ns1:extLst>
          </ns0:cNvPr>
          <ns0:cNvSpPr>
            <ns1:spLocks noGrp="1"/>
          </ns0:cNvSpPr>
          <ns0:nvPr/>
        </ns0:nvSpPr>
        <ns0:spPr>
          <ns1:xfrm>
            <ns1:off x="8829675" y="2545276"/>
            <ns1:ext cx="15716" cy="146474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48" name="c-mountain-front-111">
            <ns1:extLst>
              <ns1:ext uri="{FF2B5EF4-FFF2-40B4-BE49-F238E27FC236}">
                <ns2:creationId id="{E1CE9991-5290-490B-8F11-22088C8BBCE3}"/>
              </ns1:ext>
            </ns1:extLst>
          </ns0:cNvPr>
          <ns0:cNvSpPr>
            <ns1:spLocks noGrp="1"/>
          </ns0:cNvSpPr>
          <ns0:nvPr/>
        </ns0:nvSpPr>
        <ns0:spPr>
          <ns1:xfrm>
            <ns1:off x="8829675" y="3205375"/>
            <ns1:ext cx="15716" cy="80465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49" name="c-mountain-back-112">
            <ns1:extLst>
              <ns1:ext uri="{FF2B5EF4-FFF2-40B4-BE49-F238E27FC236}">
                <ns2:creationId id="{D8EF7032-C416-46CD-8067-23D13F3F87E0}"/>
              </ns1:ext>
            </ns1:extLst>
          </ns0:cNvPr>
          <ns0:cNvSpPr>
            <ns1:spLocks noGrp="1"/>
          </ns0:cNvSpPr>
          <ns0:nvPr/>
        </ns0:nvSpPr>
        <ns0:spPr>
          <ns1:xfrm>
            <ns1:off x="8840153" y="2569274"/>
            <ns1:ext cx="15716" cy="144075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50" name="c-mountain-front-112">
            <ns1:extLst>
              <ns1:ext uri="{FF2B5EF4-FFF2-40B4-BE49-F238E27FC236}">
                <ns2:creationId id="{446282C2-F1DF-4D55-8203-BBD0EB06E585}"/>
              </ns1:ext>
            </ns1:extLst>
          </ns0:cNvPr>
          <ns0:cNvSpPr>
            <ns1:spLocks noGrp="1"/>
          </ns0:cNvSpPr>
          <ns0:nvPr/>
        </ns0:nvSpPr>
        <ns0:spPr>
          <ns1:xfrm>
            <ns1:off x="8840153" y="3195470"/>
            <ns1:ext cx="15716" cy="81455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51" name="c-mountain-back-113">
            <ns1:extLst>
              <ns1:ext uri="{FF2B5EF4-FFF2-40B4-BE49-F238E27FC236}">
                <ns2:creationId id="{9C566599-AFE9-4A78-AC43-1C9B87946315}"/>
              </ns1:ext>
            </ns1:extLst>
          </ns0:cNvPr>
          <ns0:cNvSpPr>
            <ns1:spLocks noGrp="1"/>
          </ns0:cNvSpPr>
          <ns0:nvPr/>
        </ns0:nvSpPr>
        <ns0:spPr>
          <ns1:xfrm>
            <ns1:off x="8850630" y="2593697"/>
            <ns1:ext cx="15716" cy="141632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52" name="c-mountain-front-113">
            <ns1:extLst>
              <ns1:ext uri="{FF2B5EF4-FFF2-40B4-BE49-F238E27FC236}">
                <ns2:creationId id="{5F25D763-1120-4D8F-AA94-2CE32EED33FF}"/>
              </ns1:ext>
            </ns1:extLst>
          </ns0:cNvPr>
          <ns0:cNvSpPr>
            <ns1:spLocks noGrp="1"/>
          </ns0:cNvSpPr>
          <ns0:nvPr/>
        </ns0:nvSpPr>
        <ns0:spPr>
          <ns1:xfrm>
            <ns1:off x="8850630" y="3184860"/>
            <ns1:ext cx="15716" cy="82516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53" name="c-mountain-back-114">
            <ns1:extLst>
              <ns1:ext uri="{FF2B5EF4-FFF2-40B4-BE49-F238E27FC236}">
                <ns2:creationId id="{1DA87B50-8E12-4953-8D6B-6D2185EC7DDF}"/>
              </ns1:ext>
            </ns1:extLst>
          </ns0:cNvPr>
          <ns0:cNvSpPr>
            <ns1:spLocks noGrp="1"/>
          </ns0:cNvSpPr>
          <ns0:nvPr/>
        </ns0:nvSpPr>
        <ns0:spPr>
          <ns1:xfrm>
            <ns1:off x="8861108" y="2618411"/>
            <ns1:ext cx="15716" cy="139161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54" name="c-mountain-front-114">
            <ns1:extLst>
              <ns1:ext uri="{FF2B5EF4-FFF2-40B4-BE49-F238E27FC236}">
                <ns2:creationId id="{E7B00B39-33B2-4647-B8A0-42F8115AA241}"/>
              </ns1:ext>
            </ns1:extLst>
          </ns0:cNvPr>
          <ns0:cNvSpPr>
            <ns1:spLocks noGrp="1"/>
          </ns0:cNvSpPr>
          <ns0:nvPr/>
        </ns0:nvSpPr>
        <ns0:spPr>
          <ns1:xfrm>
            <ns1:off x="8861108" y="3173711"/>
            <ns1:ext cx="15716" cy="83631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55" name="c-mountain-back-115">
            <ns1:extLst>
              <ns1:ext uri="{FF2B5EF4-FFF2-40B4-BE49-F238E27FC236}">
                <ns2:creationId id="{0026F7C2-F427-4769-9ECA-BB8E852D1607}"/>
              </ns1:ext>
            </ns1:extLst>
          </ns0:cNvPr>
          <ns0:cNvSpPr>
            <ns1:spLocks noGrp="1"/>
          </ns0:cNvSpPr>
          <ns0:nvPr/>
        </ns0:nvSpPr>
        <ns0:spPr>
          <ns1:xfrm>
            <ns1:off x="8871585" y="2643285"/>
            <ns1:ext cx="15716" cy="136674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56" name="c-mountain-front-115">
            <ns1:extLst>
              <ns1:ext uri="{FF2B5EF4-FFF2-40B4-BE49-F238E27FC236}">
                <ns2:creationId id="{FBDEAC68-BF30-483A-9E02-13D05F972887}"/>
              </ns1:ext>
            </ns1:extLst>
          </ns0:cNvPr>
          <ns0:cNvSpPr>
            <ns1:spLocks noGrp="1"/>
          </ns0:cNvSpPr>
          <ns0:nvPr/>
        </ns0:nvSpPr>
        <ns0:spPr>
          <ns1:xfrm>
            <ns1:off x="8871585" y="3162217"/>
            <ns1:ext cx="15716" cy="84780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57" name="c-mountain-back-116">
            <ns1:extLst>
              <ns1:ext uri="{FF2B5EF4-FFF2-40B4-BE49-F238E27FC236}">
                <ns2:creationId id="{5A0FB516-EC89-459A-9938-1E71E6AB30A5}"/>
              </ns1:ext>
            </ns1:extLst>
          </ns0:cNvPr>
          <ns0:cNvSpPr>
            <ns1:spLocks noGrp="1"/>
          </ns0:cNvSpPr>
          <ns0:nvPr/>
        </ns0:nvSpPr>
        <ns0:spPr>
          <ns1:xfrm>
            <ns1:off x="8882063" y="2668196"/>
            <ns1:ext cx="15716" cy="134182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58" name="c-mountain-front-116">
            <ns1:extLst>
              <ns1:ext uri="{FF2B5EF4-FFF2-40B4-BE49-F238E27FC236}">
                <ns2:creationId id="{5DE3C971-C09E-4530-A747-CD46F953D6C9}"/>
              </ns1:ext>
            </ns1:extLst>
          </ns0:cNvPr>
          <ns0:cNvSpPr>
            <ns1:spLocks noGrp="1"/>
          </ns0:cNvSpPr>
          <ns0:nvPr/>
        </ns0:nvSpPr>
        <ns0:spPr>
          <ns1:xfrm>
            <ns1:off x="8882063" y="3150593"/>
            <ns1:ext cx="15716" cy="85943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59" name="c-mountain-back-117">
            <ns1:extLst>
              <ns1:ext uri="{FF2B5EF4-FFF2-40B4-BE49-F238E27FC236}">
                <ns2:creationId id="{3AF19741-A520-4398-B686-4F09E11D9AD3}"/>
              </ns1:ext>
            </ns1:extLst>
          </ns0:cNvPr>
          <ns0:cNvSpPr>
            <ns1:spLocks noGrp="1"/>
          </ns0:cNvSpPr>
          <ns0:nvPr/>
        </ns0:nvSpPr>
        <ns0:spPr>
          <ns1:xfrm>
            <ns1:off x="8892540" y="2693025"/>
            <ns1:ext cx="15716" cy="131700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60" name="c-mountain-front-117">
            <ns1:extLst>
              <ns1:ext uri="{FF2B5EF4-FFF2-40B4-BE49-F238E27FC236}">
                <ns2:creationId id="{2E3B9070-7FE7-4453-8755-5A098D2A5140}"/>
              </ns1:ext>
            </ns1:extLst>
          </ns0:cNvPr>
          <ns0:cNvSpPr>
            <ns1:spLocks noGrp="1"/>
          </ns0:cNvSpPr>
          <ns0:nvPr/>
        </ns0:nvSpPr>
        <ns0:spPr>
          <ns1:xfrm>
            <ns1:off x="8892540" y="3139068"/>
            <ns1:ext cx="15716" cy="87095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61" name="c-mountain-back-118">
            <ns1:extLst>
              <ns1:ext uri="{FF2B5EF4-FFF2-40B4-BE49-F238E27FC236}">
                <ns2:creationId id="{C3BDA49F-DB4C-4346-867F-16AE2F686B9C}"/>
              </ns1:ext>
            </ns1:extLst>
          </ns0:cNvPr>
          <ns0:cNvSpPr>
            <ns1:spLocks noGrp="1"/>
          </ns0:cNvSpPr>
          <ns0:nvPr/>
        </ns0:nvSpPr>
        <ns0:spPr>
          <ns1:xfrm>
            <ns1:off x="8903018" y="2717664"/>
            <ns1:ext cx="15716" cy="129236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62" name="c-mountain-front-118">
            <ns1:extLst>
              <ns1:ext uri="{FF2B5EF4-FFF2-40B4-BE49-F238E27FC236}">
                <ns2:creationId id="{B0901E3A-E019-4F61-9C0E-B5315D0FB34A}"/>
              </ns1:ext>
            </ns1:extLst>
          </ns0:cNvPr>
          <ns0:cNvSpPr>
            <ns1:spLocks noGrp="1"/>
          </ns0:cNvSpPr>
          <ns0:nvPr/>
        </ns0:nvSpPr>
        <ns0:spPr>
          <ns1:xfrm>
            <ns1:off x="8903018" y="3127884"/>
            <ns1:ext cx="15716" cy="88214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63" name="c-mountain-back-119">
            <ns1:extLst>
              <ns1:ext uri="{FF2B5EF4-FFF2-40B4-BE49-F238E27FC236}">
                <ns2:creationId id="{A3F59C9C-8CC0-435E-9D2C-E7FC91EBCB8D}"/>
              </ns1:ext>
            </ns1:extLst>
          </ns0:cNvPr>
          <ns0:cNvSpPr>
            <ns1:spLocks noGrp="1"/>
          </ns0:cNvSpPr>
          <ns0:nvPr/>
        </ns0:nvSpPr>
        <ns0:spPr>
          <ns1:xfrm>
            <ns1:off x="8913495" y="2742011"/>
            <ns1:ext cx="15716" cy="126801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64" name="c-mountain-front-119">
            <ns1:extLst>
              <ns1:ext uri="{FF2B5EF4-FFF2-40B4-BE49-F238E27FC236}">
                <ns2:creationId id="{83FC8B2F-9169-49EC-B3D4-ED6935ABBBF8}"/>
              </ns1:ext>
            </ns1:extLst>
          </ns0:cNvPr>
          <ns0:cNvSpPr>
            <ns1:spLocks noGrp="1"/>
          </ns0:cNvSpPr>
          <ns0:nvPr/>
        </ns0:nvSpPr>
        <ns0:spPr>
          <ns1:xfrm>
            <ns1:off x="8913495" y="3117284"/>
            <ns1:ext cx="15716" cy="89274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65" name="c-mountain-back-120">
            <ns1:extLst>
              <ns1:ext uri="{FF2B5EF4-FFF2-40B4-BE49-F238E27FC236}">
                <ns2:creationId id="{384E7F15-4D77-4B07-B082-CC11FA743A9E}"/>
              </ns1:ext>
            </ns1:extLst>
          </ns0:cNvPr>
          <ns0:cNvSpPr>
            <ns1:spLocks noGrp="1"/>
          </ns0:cNvSpPr>
          <ns0:nvPr/>
        </ns0:nvSpPr>
        <ns0:spPr>
          <ns1:xfrm>
            <ns1:off x="8923973" y="2765975"/>
            <ns1:ext cx="15716" cy="124405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66" name="c-mountain-front-120">
            <ns1:extLst>
              <ns1:ext uri="{FF2B5EF4-FFF2-40B4-BE49-F238E27FC236}">
                <ns2:creationId id="{625C7085-87E8-4874-BC7C-1DF4F73BA506}"/>
              </ns1:ext>
            </ns1:extLst>
          </ns0:cNvPr>
          <ns0:cNvSpPr>
            <ns1:spLocks noGrp="1"/>
          </ns0:cNvSpPr>
          <ns0:nvPr/>
        </ns0:nvSpPr>
        <ns0:spPr>
          <ns1:xfrm>
            <ns1:off x="8923973" y="3107510"/>
            <ns1:ext cx="15716" cy="90251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67" name="c-mountain-back-121">
            <ns1:extLst>
              <ns1:ext uri="{FF2B5EF4-FFF2-40B4-BE49-F238E27FC236}">
                <ns2:creationId id="{1DD24A1F-439E-4F4F-B5BE-E9A76A3ED141}"/>
              </ns1:ext>
            </ns1:extLst>
          </ns0:cNvPr>
          <ns0:cNvSpPr>
            <ns1:spLocks noGrp="1"/>
          </ns0:cNvSpPr>
          <ns0:nvPr/>
        </ns0:nvSpPr>
        <ns0:spPr>
          <ns1:xfrm>
            <ns1:off x="8934450" y="2789475"/>
            <ns1:ext cx="15716" cy="122055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68" name="c-mountain-front-121">
            <ns1:extLst>
              <ns1:ext uri="{FF2B5EF4-FFF2-40B4-BE49-F238E27FC236}">
                <ns2:creationId id="{93DBCD20-296A-47DA-BAB9-480F727AA760}"/>
              </ns1:ext>
            </ns1:extLst>
          </ns0:cNvPr>
          <ns0:cNvSpPr>
            <ns1:spLocks noGrp="1"/>
          </ns0:cNvSpPr>
          <ns0:nvPr/>
        </ns0:nvSpPr>
        <ns0:spPr>
          <ns1:xfrm>
            <ns1:off x="8934450" y="3098793"/>
            <ns1:ext cx="15716" cy="91123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69" name="c-mountain-back-122">
            <ns1:extLst>
              <ns1:ext uri="{FF2B5EF4-FFF2-40B4-BE49-F238E27FC236}">
                <ns2:creationId id="{6E542C93-E3A6-44DA-8199-F4D788C21F40}"/>
              </ns1:ext>
            </ns1:extLst>
          </ns0:cNvPr>
          <ns0:cNvSpPr>
            <ns1:spLocks noGrp="1"/>
          </ns0:cNvSpPr>
          <ns0:nvPr/>
        </ns0:nvSpPr>
        <ns0:spPr>
          <ns1:xfrm>
            <ns1:off x="8944928" y="2812441"/>
            <ns1:ext cx="15716" cy="119758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70" name="c-mountain-front-122">
            <ns1:extLst>
              <ns1:ext uri="{FF2B5EF4-FFF2-40B4-BE49-F238E27FC236}">
                <ns2:creationId id="{A0F0AF76-C8BC-4B5A-BE9C-D5FA2B5609E8}"/>
              </ns1:ext>
            </ns1:extLst>
          </ns0:cNvPr>
          <ns0:cNvSpPr>
            <ns1:spLocks noGrp="1"/>
          </ns0:cNvSpPr>
          <ns0:nvPr/>
        </ns0:nvSpPr>
        <ns0:spPr>
          <ns1:xfrm>
            <ns1:off x="8944928" y="3091352"/>
            <ns1:ext cx="15716" cy="91867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71" name="c-mountain-back-123">
            <ns1:extLst>
              <ns1:ext uri="{FF2B5EF4-FFF2-40B4-BE49-F238E27FC236}">
                <ns2:creationId id="{9DA501C3-371F-4192-AD07-382A44CA2B25}"/>
              </ns1:ext>
            </ns1:extLst>
          </ns0:cNvPr>
          <ns0:cNvSpPr>
            <ns1:spLocks noGrp="1"/>
          </ns0:cNvSpPr>
          <ns0:nvPr/>
        </ns0:nvSpPr>
        <ns0:spPr>
          <ns1:xfrm>
            <ns1:off x="8955405" y="2834813"/>
            <ns1:ext cx="15716" cy="117521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72" name="c-mountain-front-123">
            <ns1:extLst>
              <ns1:ext uri="{FF2B5EF4-FFF2-40B4-BE49-F238E27FC236}">
                <ns2:creationId id="{E8282AFD-F361-4EF9-9415-0A766B5C13C7}"/>
              </ns1:ext>
            </ns1:extLst>
          </ns0:cNvPr>
          <ns0:cNvSpPr>
            <ns1:spLocks noGrp="1"/>
          </ns0:cNvSpPr>
          <ns0:nvPr/>
        </ns0:nvSpPr>
        <ns0:spPr>
          <ns1:xfrm>
            <ns1:off x="8955405" y="3085381"/>
            <ns1:ext cx="15716" cy="92464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73" name="c-mountain-back-124">
            <ns1:extLst>
              <ns1:ext uri="{FF2B5EF4-FFF2-40B4-BE49-F238E27FC236}">
                <ns2:creationId id="{720F4EEB-8593-4A8B-892D-A995C040911B}"/>
              </ns1:ext>
            </ns1:extLst>
          </ns0:cNvPr>
          <ns0:cNvSpPr>
            <ns1:spLocks noGrp="1"/>
          </ns0:cNvSpPr>
          <ns0:nvPr/>
        </ns0:nvSpPr>
        <ns0:spPr>
          <ns1:xfrm>
            <ns1:off x="8965883" y="2856543"/>
            <ns1:ext cx="15716" cy="115348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74" name="c-mountain-front-124">
            <ns1:extLst>
              <ns1:ext uri="{FF2B5EF4-FFF2-40B4-BE49-F238E27FC236}">
                <ns2:creationId id="{44CDFC36-B43D-4A9C-88EA-0DAE2872FF58}"/>
              </ns1:ext>
            </ns1:extLst>
          </ns0:cNvPr>
          <ns0:cNvSpPr>
            <ns1:spLocks noGrp="1"/>
          </ns0:cNvSpPr>
          <ns0:nvPr/>
        </ns0:nvSpPr>
        <ns0:spPr>
          <ns1:xfrm>
            <ns1:off x="8965883" y="3081051"/>
            <ns1:ext cx="15716" cy="92897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75" name="c-mountain-back-125">
            <ns1:extLst>
              <ns1:ext uri="{FF2B5EF4-FFF2-40B4-BE49-F238E27FC236}">
                <ns2:creationId id="{8DA52177-9545-4084-BF78-14D54DD5DA8B}"/>
              </ns1:ext>
            </ns1:extLst>
          </ns0:cNvPr>
          <ns0:cNvSpPr>
            <ns1:spLocks noGrp="1"/>
          </ns0:cNvSpPr>
          <ns0:nvPr/>
        </ns0:nvSpPr>
        <ns0:spPr>
          <ns1:xfrm>
            <ns1:off x="8976360" y="2877592"/>
            <ns1:ext cx="15716" cy="1132433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76" name="c-mountain-front-125">
            <ns1:extLst>
              <ns1:ext uri="{FF2B5EF4-FFF2-40B4-BE49-F238E27FC236}">
                <ns2:creationId id="{FAEA9F6B-3001-4757-B64E-D24B655025B6}"/>
              </ns1:ext>
            </ns1:extLst>
          </ns0:cNvPr>
          <ns0:cNvSpPr>
            <ns1:spLocks noGrp="1"/>
          </ns0:cNvSpPr>
          <ns0:nvPr/>
        </ns0:nvSpPr>
        <ns0:spPr>
          <ns1:xfrm>
            <ns1:off x="8976360" y="3078500"/>
            <ns1:ext cx="15716" cy="93152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77" name="c-mountain-back-126">
            <ns1:extLst>
              <ns1:ext uri="{FF2B5EF4-FFF2-40B4-BE49-F238E27FC236}">
                <ns2:creationId id="{877661DC-7DCA-418A-A42F-4E19D19AC520}"/>
              </ns1:ext>
            </ns1:extLst>
          </ns0:cNvPr>
          <ns0:cNvSpPr>
            <ns1:spLocks noGrp="1"/>
          </ns0:cNvSpPr>
          <ns0:nvPr/>
        </ns0:nvSpPr>
        <ns0:spPr>
          <ns1:xfrm>
            <ns1:off x="8986838" y="2897935"/>
            <ns1:ext cx="15716" cy="111209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78" name="c-mountain-front-126">
            <ns1:extLst>
              <ns1:ext uri="{FF2B5EF4-FFF2-40B4-BE49-F238E27FC236}">
                <ns2:creationId id="{0CA1FD06-1544-4AA3-99C9-F9FF92C9E904}"/>
              </ns1:ext>
            </ns1:extLst>
          </ns0:cNvPr>
          <ns0:cNvSpPr>
            <ns1:spLocks noGrp="1"/>
          </ns0:cNvSpPr>
          <ns0:nvPr/>
        </ns0:nvSpPr>
        <ns0:spPr>
          <ns1:xfrm>
            <ns1:off x="8986838" y="3077832"/>
            <ns1:ext cx="15716" cy="93219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79" name="c-mountain-back-127">
            <ns1:extLst>
              <ns1:ext uri="{FF2B5EF4-FFF2-40B4-BE49-F238E27FC236}">
                <ns2:creationId id="{090FF50F-FC11-41D8-B02A-BF7C44F695CB}"/>
              </ns1:ext>
            </ns1:extLst>
          </ns0:cNvPr>
          <ns0:cNvSpPr>
            <ns1:spLocks noGrp="1"/>
          </ns0:cNvSpPr>
          <ns0:nvPr/>
        </ns0:nvSpPr>
        <ns0:spPr>
          <ns1:xfrm>
            <ns1:off x="8997315" y="2917557"/>
            <ns1:ext cx="15716" cy="109246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80" name="c-mountain-front-127">
            <ns1:extLst>
              <ns1:ext uri="{FF2B5EF4-FFF2-40B4-BE49-F238E27FC236}">
                <ns2:creationId id="{2C35F985-0A53-490B-93CA-84B70560844F}"/>
              </ns1:ext>
            </ns1:extLst>
          </ns0:cNvPr>
          <ns0:cNvSpPr>
            <ns1:spLocks noGrp="1"/>
          </ns0:cNvSpPr>
          <ns0:nvPr/>
        </ns0:nvSpPr>
        <ns0:spPr>
          <ns1:xfrm>
            <ns1:off x="8997315" y="3079115"/>
            <ns1:ext cx="15716" cy="93091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81" name="c-mountain-back-128">
            <ns1:extLst>
              <ns1:ext uri="{FF2B5EF4-FFF2-40B4-BE49-F238E27FC236}">
                <ns2:creationId id="{3E0B876E-0EFA-4F16-BC50-DE314B1BFB29}"/>
              </ns1:ext>
            </ns1:extLst>
          </ns0:cNvPr>
          <ns0:cNvSpPr>
            <ns1:spLocks noGrp="1"/>
          </ns0:cNvSpPr>
          <ns0:nvPr/>
        </ns0:nvSpPr>
        <ns0:spPr>
          <ns1:xfrm>
            <ns1:off x="9007793" y="2936450"/>
            <ns1:ext cx="15716" cy="107357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82" name="c-mountain-front-128">
            <ns1:extLst>
              <ns1:ext uri="{FF2B5EF4-FFF2-40B4-BE49-F238E27FC236}">
                <ns2:creationId id="{F8A69574-AA39-43CB-A171-2EADDDF41E03}"/>
              </ns1:ext>
            </ns1:extLst>
          </ns0:cNvPr>
          <ns0:cNvSpPr>
            <ns1:spLocks noGrp="1"/>
          </ns0:cNvSpPr>
          <ns0:nvPr/>
        </ns0:nvSpPr>
        <ns0:spPr>
          <ns1:xfrm>
            <ns1:off x="9007793" y="3082377"/>
            <ns1:ext cx="15716" cy="92764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83" name="c-mountain-back-129">
            <ns1:extLst>
              <ns1:ext uri="{FF2B5EF4-FFF2-40B4-BE49-F238E27FC236}">
                <ns2:creationId id="{6F45E93B-1FDC-4197-8B3A-1BD421F44267}"/>
              </ns1:ext>
            </ns1:extLst>
          </ns0:cNvPr>
          <ns0:cNvSpPr>
            <ns1:spLocks noGrp="1"/>
          </ns0:cNvSpPr>
          <ns0:nvPr/>
        </ns0:nvSpPr>
        <ns0:spPr>
          <ns1:xfrm>
            <ns1:off x="9018270" y="2954621"/>
            <ns1:ext cx="15716" cy="105540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84" name="c-mountain-front-129">
            <ns1:extLst>
              <ns1:ext uri="{FF2B5EF4-FFF2-40B4-BE49-F238E27FC236}">
                <ns2:creationId id="{A562C178-259A-4C16-8319-E00047D4F214}"/>
              </ns1:ext>
            </ns1:extLst>
          </ns0:cNvPr>
          <ns0:cNvSpPr>
            <ns1:spLocks noGrp="1"/>
          </ns0:cNvSpPr>
          <ns0:nvPr/>
        </ns0:nvSpPr>
        <ns0:spPr>
          <ns1:xfrm>
            <ns1:off x="9018270" y="3087607"/>
            <ns1:ext cx="15716" cy="92241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85" name="c-mountain-back-130">
            <ns1:extLst>
              <ns1:ext uri="{FF2B5EF4-FFF2-40B4-BE49-F238E27FC236}">
                <ns2:creationId id="{C4FE6678-75C2-411E-ABBD-0E7C5FCE8F0B}"/>
              </ns1:ext>
            </ns1:extLst>
          </ns0:cNvPr>
          <ns0:cNvSpPr>
            <ns1:spLocks noGrp="1"/>
          </ns0:cNvSpPr>
          <ns0:nvPr/>
        </ns0:nvSpPr>
        <ns0:spPr>
          <ns1:xfrm>
            <ns1:off x="9028748" y="2972083"/>
            <ns1:ext cx="15716" cy="103794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86" name="c-mountain-front-130">
            <ns1:extLst>
              <ns1:ext uri="{FF2B5EF4-FFF2-40B4-BE49-F238E27FC236}">
                <ns2:creationId id="{178AF24D-DDB5-4519-8EF4-92AA9187BB6C}"/>
              </ns1:ext>
            </ns1:extLst>
          </ns0:cNvPr>
          <ns0:cNvSpPr>
            <ns1:spLocks noGrp="1"/>
          </ns0:cNvSpPr>
          <ns0:nvPr/>
        </ns0:nvSpPr>
        <ns0:spPr>
          <ns1:xfrm>
            <ns1:off x="9028748" y="3094755"/>
            <ns1:ext cx="15716" cy="91527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87" name="c-mountain-back-131">
            <ns1:extLst>
              <ns1:ext uri="{FF2B5EF4-FFF2-40B4-BE49-F238E27FC236}">
                <ns2:creationId id="{9165B47B-7508-4243-9E86-51414881E892}"/>
              </ns1:ext>
            </ns1:extLst>
          </ns0:cNvPr>
          <ns0:cNvSpPr>
            <ns1:spLocks noGrp="1"/>
          </ns0:cNvSpPr>
          <ns0:nvPr/>
        </ns0:nvSpPr>
        <ns0:spPr>
          <ns1:xfrm>
            <ns1:off x="9039225" y="2988859"/>
            <ns1:ext cx="15716" cy="102116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88" name="c-mountain-front-131">
            <ns1:extLst>
              <ns1:ext uri="{FF2B5EF4-FFF2-40B4-BE49-F238E27FC236}">
                <ns2:creationId id="{3502FF74-FDE1-4BE5-BCD6-CD1C4E243EE8}"/>
              </ns1:ext>
            </ns1:extLst>
          </ns0:cNvPr>
          <ns0:cNvSpPr>
            <ns1:spLocks noGrp="1"/>
          </ns0:cNvSpPr>
          <ns0:nvPr/>
        </ns0:nvSpPr>
        <ns0:spPr>
          <ns1:xfrm>
            <ns1:off x="9039225" y="3103733"/>
            <ns1:ext cx="15716" cy="90629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89" name="c-mountain-back-132">
            <ns1:extLst>
              <ns1:ext uri="{FF2B5EF4-FFF2-40B4-BE49-F238E27FC236}">
                <ns2:creationId id="{7A4B5A52-9B15-43BB-98C8-C06131D6A116}"/>
              </ns1:ext>
            </ns1:extLst>
          </ns0:cNvPr>
          <ns0:cNvSpPr>
            <ns1:spLocks noGrp="1"/>
          </ns0:cNvSpPr>
          <ns0:nvPr/>
        </ns0:nvSpPr>
        <ns0:spPr>
          <ns1:xfrm>
            <ns1:off x="9049703" y="3004978"/>
            <ns1:ext cx="15716" cy="100504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90" name="c-mountain-front-132">
            <ns1:extLst>
              <ns1:ext uri="{FF2B5EF4-FFF2-40B4-BE49-F238E27FC236}">
                <ns2:creationId id="{69BD4E4F-B12B-47BD-B6B5-118208A0D12B}"/>
              </ns1:ext>
            </ns1:extLst>
          </ns0:cNvPr>
          <ns0:cNvSpPr>
            <ns1:spLocks noGrp="1"/>
          </ns0:cNvSpPr>
          <ns0:nvPr/>
        </ns0:nvSpPr>
        <ns0:spPr>
          <ns1:xfrm>
            <ns1:off x="9049703" y="3114420"/>
            <ns1:ext cx="15716" cy="89560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91" name="c-mountain-back-133">
            <ns1:extLst>
              <ns1:ext uri="{FF2B5EF4-FFF2-40B4-BE49-F238E27FC236}">
                <ns2:creationId id="{E8DC8C5F-D845-4DBF-86B7-F7D00C7E4B84}"/>
              </ns1:ext>
            </ns1:extLst>
          </ns0:cNvPr>
          <ns0:cNvSpPr>
            <ns1:spLocks noGrp="1"/>
          </ns0:cNvSpPr>
          <ns0:nvPr/>
        </ns0:nvSpPr>
        <ns0:spPr>
          <ns1:xfrm>
            <ns1:off x="9060180" y="3020479"/>
            <ns1:ext cx="15716" cy="98954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92" name="c-mountain-front-133">
            <ns1:extLst>
              <ns1:ext uri="{FF2B5EF4-FFF2-40B4-BE49-F238E27FC236}">
                <ns2:creationId id="{282C2376-7758-446A-937F-A2AEDA731E83}"/>
              </ns1:ext>
            </ns1:extLst>
          </ns0:cNvPr>
          <ns0:cNvSpPr>
            <ns1:spLocks noGrp="1"/>
          </ns0:cNvSpPr>
          <ns0:nvPr/>
        </ns0:nvSpPr>
        <ns0:spPr>
          <ns1:xfrm>
            <ns1:off x="9060180" y="3126662"/>
            <ns1:ext cx="15716" cy="88336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93" name="c-mountain-back-134">
            <ns1:extLst>
              <ns1:ext uri="{FF2B5EF4-FFF2-40B4-BE49-F238E27FC236}">
                <ns2:creationId id="{F90CBAF2-46CC-45FB-816F-1D7F7A085E19}"/>
              </ns1:ext>
            </ns1:extLst>
          </ns0:cNvPr>
          <ns0:cNvSpPr>
            <ns1:spLocks noGrp="1"/>
          </ns0:cNvSpPr>
          <ns0:nvPr/>
        </ns0:nvSpPr>
        <ns0:spPr>
          <ns1:xfrm>
            <ns1:off x="9070658" y="3035403"/>
            <ns1:ext cx="15716" cy="97462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94" name="c-mountain-front-134">
            <ns1:extLst>
              <ns1:ext uri="{FF2B5EF4-FFF2-40B4-BE49-F238E27FC236}">
                <ns2:creationId id="{0A3EC9AE-7BF0-47D9-BE4E-3E5AFA946B13}"/>
              </ns1:ext>
            </ns1:extLst>
          </ns0:cNvPr>
          <ns0:cNvSpPr>
            <ns1:spLocks noGrp="1"/>
          </ns0:cNvSpPr>
          <ns0:nvPr/>
        </ns0:nvSpPr>
        <ns0:spPr>
          <ns1:xfrm>
            <ns1:off x="9070658" y="3140279"/>
            <ns1:ext cx="15716" cy="86974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95" name="c-mountain-back-135">
            <ns1:extLst>
              <ns1:ext uri="{FF2B5EF4-FFF2-40B4-BE49-F238E27FC236}">
                <ns2:creationId id="{716C9A0A-9932-4B3E-A3C4-63BC761ECE18}"/>
              </ns1:ext>
            </ns1:extLst>
          </ns0:cNvPr>
          <ns0:cNvSpPr>
            <ns1:spLocks noGrp="1"/>
          </ns0:cNvSpPr>
          <ns0:nvPr/>
        </ns0:nvSpPr>
        <ns0:spPr>
          <ns1:xfrm>
            <ns1:off x="9081135" y="3049801"/>
            <ns1:ext cx="15716" cy="96022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96" name="c-mountain-front-135">
            <ns1:extLst>
              <ns1:ext uri="{FF2B5EF4-FFF2-40B4-BE49-F238E27FC236}">
                <ns2:creationId id="{3672AAC8-25B2-4915-A2ED-4DBF62F315A7}"/>
              </ns1:ext>
            </ns1:extLst>
          </ns0:cNvPr>
          <ns0:cNvSpPr>
            <ns1:spLocks noGrp="1"/>
          </ns0:cNvSpPr>
          <ns0:nvPr/>
        </ns0:nvSpPr>
        <ns0:spPr>
          <ns1:xfrm>
            <ns1:off x="9081135" y="3155071"/>
            <ns1:ext cx="15716" cy="85495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97" name="c-mountain-back-136">
            <ns1:extLst>
              <ns1:ext uri="{FF2B5EF4-FFF2-40B4-BE49-F238E27FC236}">
                <ns2:creationId id="{3B47FBAA-BA3C-4AB7-8EA6-45DBDBEC6039}"/>
              </ns1:ext>
            </ns1:extLst>
          </ns0:cNvPr>
          <ns0:cNvSpPr>
            <ns1:spLocks noGrp="1"/>
          </ns0:cNvSpPr>
          <ns0:nvPr/>
        </ns0:nvSpPr>
        <ns0:spPr>
          <ns1:xfrm>
            <ns1:off x="9091613" y="3063725"/>
            <ns1:ext cx="15716" cy="94630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598" name="c-mountain-front-136">
            <ns1:extLst>
              <ns1:ext uri="{FF2B5EF4-FFF2-40B4-BE49-F238E27FC236}">
                <ns2:creationId id="{CAB69F3F-6B1F-4A1B-9F1D-97CE0C9258F8}"/>
              </ns1:ext>
            </ns1:extLst>
          </ns0:cNvPr>
          <ns0:cNvSpPr>
            <ns1:spLocks noGrp="1"/>
          </ns0:cNvSpPr>
          <ns0:nvPr/>
        </ns0:nvSpPr>
        <ns0:spPr>
          <ns1:xfrm>
            <ns1:off x="9091613" y="3170820"/>
            <ns1:ext cx="15716" cy="83920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599" name="c-mountain-back-137">
            <ns1:extLst>
              <ns1:ext uri="{FF2B5EF4-FFF2-40B4-BE49-F238E27FC236}">
                <ns2:creationId id="{A75D4DB8-D798-43AD-9BCB-FA6D5E2A8CE3}"/>
              </ns1:ext>
            </ns1:extLst>
          </ns0:cNvPr>
          <ns0:cNvSpPr>
            <ns1:spLocks noGrp="1"/>
          </ns0:cNvSpPr>
          <ns0:nvPr/>
        </ns0:nvSpPr>
        <ns0:spPr>
          <ns1:xfrm>
            <ns1:off x="9102090" y="3077231"/>
            <ns1:ext cx="15716" cy="93279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00" name="c-mountain-front-137">
            <ns1:extLst>
              <ns1:ext uri="{FF2B5EF4-FFF2-40B4-BE49-F238E27FC236}">
                <ns2:creationId id="{C6F3572E-D763-468F-ACDD-2BC56FA19982}"/>
              </ns1:ext>
            </ns1:extLst>
          </ns0:cNvPr>
          <ns0:cNvSpPr>
            <ns1:spLocks noGrp="1"/>
          </ns0:cNvSpPr>
          <ns0:nvPr/>
        </ns0:nvSpPr>
        <ns0:spPr>
          <ns1:xfrm>
            <ns1:off x="9102090" y="3187300"/>
            <ns1:ext cx="15716" cy="82272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01" name="c-mountain-back-138">
            <ns1:extLst>
              <ns1:ext uri="{FF2B5EF4-FFF2-40B4-BE49-F238E27FC236}">
                <ns2:creationId id="{4461D6EB-07AF-4051-B3C9-1273C4AD17A9}"/>
              </ns1:ext>
            </ns1:extLst>
          </ns0:cNvPr>
          <ns0:cNvSpPr>
            <ns1:spLocks noGrp="1"/>
          </ns0:cNvSpPr>
          <ns0:nvPr/>
        </ns0:nvSpPr>
        <ns0:spPr>
          <ns1:xfrm>
            <ns1:off x="9112568" y="3090376"/>
            <ns1:ext cx="15716" cy="91964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02" name="c-mountain-front-138">
            <ns1:extLst>
              <ns1:ext uri="{FF2B5EF4-FFF2-40B4-BE49-F238E27FC236}">
                <ns2:creationId id="{2A52F83E-FFFF-40BD-AD06-CA2EE2A68292}"/>
              </ns1:ext>
            </ns1:extLst>
          </ns0:cNvPr>
          <ns0:cNvSpPr>
            <ns1:spLocks noGrp="1"/>
          </ns0:cNvSpPr>
          <ns0:nvPr/>
        </ns0:nvSpPr>
        <ns0:spPr>
          <ns1:xfrm>
            <ns1:off x="9112568" y="3204281"/>
            <ns1:ext cx="15716" cy="80574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03" name="c-mountain-back-139">
            <ns1:extLst>
              <ns1:ext uri="{FF2B5EF4-FFF2-40B4-BE49-F238E27FC236}">
                <ns2:creationId id="{315D2653-16E5-44CE-AB15-645E3F2D42B1}"/>
              </ns1:ext>
            </ns1:extLst>
          </ns0:cNvPr>
          <ns0:cNvSpPr>
            <ns1:spLocks noGrp="1"/>
          </ns0:cNvSpPr>
          <ns0:nvPr/>
        </ns0:nvSpPr>
        <ns0:spPr>
          <ns1:xfrm>
            <ns1:off x="9123045" y="3103221"/>
            <ns1:ext cx="15716" cy="90680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04" name="c-mountain-front-139">
            <ns1:extLst>
              <ns1:ext uri="{FF2B5EF4-FFF2-40B4-BE49-F238E27FC236}">
                <ns2:creationId id="{D4D32265-9020-4E02-A439-6BB81615C05A}"/>
              </ns1:ext>
            </ns1:extLst>
          </ns0:cNvPr>
          <ns0:cNvSpPr>
            <ns1:spLocks noGrp="1"/>
          </ns0:cNvSpPr>
          <ns0:nvPr/>
        </ns0:nvSpPr>
        <ns0:spPr>
          <ns1:xfrm>
            <ns1:off x="9123045" y="3221536"/>
            <ns1:ext cx="15716" cy="78848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05" name="c-mountain-back-140">
            <ns1:extLst>
              <ns1:ext uri="{FF2B5EF4-FFF2-40B4-BE49-F238E27FC236}">
                <ns2:creationId id="{5B2B1A6F-0DBE-474E-965D-B2767DFC3DBA}"/>
              </ns1:ext>
            </ns1:extLst>
          </ns0:cNvPr>
          <ns0:cNvSpPr>
            <ns1:spLocks noGrp="1"/>
          </ns0:cNvSpPr>
          <ns0:nvPr/>
        </ns0:nvSpPr>
        <ns0:spPr>
          <ns1:xfrm>
            <ns1:off x="9133523" y="3115825"/>
            <ns1:ext cx="15716" cy="89420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06" name="c-mountain-front-140">
            <ns1:extLst>
              <ns1:ext uri="{FF2B5EF4-FFF2-40B4-BE49-F238E27FC236}">
                <ns2:creationId id="{B828BB98-4F62-4FBD-9582-42DB7E3A9EAE}"/>
              </ns1:ext>
            </ns1:extLst>
          </ns0:cNvPr>
          <ns0:cNvSpPr>
            <ns1:spLocks noGrp="1"/>
          </ns0:cNvSpPr>
          <ns0:nvPr/>
        </ns0:nvSpPr>
        <ns0:spPr>
          <ns1:xfrm>
            <ns1:off x="9133523" y="3238847"/>
            <ns1:ext cx="15716" cy="77117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07" name="c-mountain-back-141">
            <ns1:extLst>
              <ns1:ext uri="{FF2B5EF4-FFF2-40B4-BE49-F238E27FC236}">
                <ns2:creationId id="{E039DC20-4116-459D-96BB-B9D2250B0605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3128247"/>
            <ns1:ext cx="15716" cy="88177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08" name="c-mountain-front-141">
            <ns1:extLst>
              <ns1:ext uri="{FF2B5EF4-FFF2-40B4-BE49-F238E27FC236}">
                <ns2:creationId id="{29270EE3-F545-4937-BA31-1D4B72C73609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3256011"/>
            <ns1:ext cx="15716" cy="75401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09" name="c-mountain-back-142">
            <ns1:extLst>
              <ns1:ext uri="{FF2B5EF4-FFF2-40B4-BE49-F238E27FC236}">
                <ns2:creationId id="{90548933-D8BB-41D6-B04E-0D07DA796834}"/>
              </ns1:ext>
            </ns1:extLst>
          </ns0:cNvPr>
          <ns0:cNvSpPr>
            <ns1:spLocks noGrp="1"/>
          </ns0:cNvSpPr>
          <ns0:nvPr/>
        </ns0:nvSpPr>
        <ns0:spPr>
          <ns1:xfrm>
            <ns1:off x="9154478" y="3140547"/>
            <ns1:ext cx="15716" cy="86947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10" name="c-mountain-front-142">
            <ns1:extLst>
              <ns1:ext uri="{FF2B5EF4-FFF2-40B4-BE49-F238E27FC236}">
                <ns2:creationId id="{4D6BDD05-BC26-4E2F-AB29-4708191A4BC9}"/>
              </ns1:ext>
            </ns1:extLst>
          </ns0:cNvPr>
          <ns0:cNvSpPr>
            <ns1:spLocks noGrp="1"/>
          </ns0:cNvSpPr>
          <ns0:nvPr/>
        </ns0:nvSpPr>
        <ns0:spPr>
          <ns1:xfrm>
            <ns1:off x="9154478" y="3272846"/>
            <ns1:ext cx="15716" cy="73717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11" name="c-mountain-back-143">
            <ns1:extLst>
              <ns1:ext uri="{FF2B5EF4-FFF2-40B4-BE49-F238E27FC236}">
                <ns2:creationId id="{B272E0F8-0151-4FFB-8FEA-83D7E827DE62}"/>
              </ns1:ext>
            </ns1:extLst>
          </ns0:cNvPr>
          <ns0:cNvSpPr>
            <ns1:spLocks noGrp="1"/>
          </ns0:cNvSpPr>
          <ns0:nvPr/>
        </ns0:nvSpPr>
        <ns0:spPr>
          <ns1:xfrm>
            <ns1:off x="9164955" y="3152778"/>
            <ns1:ext cx="15716" cy="85724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12" name="c-mountain-front-143">
            <ns1:extLst>
              <ns1:ext uri="{FF2B5EF4-FFF2-40B4-BE49-F238E27FC236}">
                <ns2:creationId id="{D91CCDF7-99F7-4C6F-975F-7E50DF752561}"/>
              </ns1:ext>
            </ns1:extLst>
          </ns0:cNvPr>
          <ns0:cNvSpPr>
            <ns1:spLocks noGrp="1"/>
          </ns0:cNvSpPr>
          <ns0:nvPr/>
        </ns0:nvSpPr>
        <ns0:spPr>
          <ns1:xfrm>
            <ns1:off x="9164955" y="3289195"/>
            <ns1:ext cx="15716" cy="72083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13" name="c-mountain-back-144">
            <ns1:extLst>
              <ns1:ext uri="{FF2B5EF4-FFF2-40B4-BE49-F238E27FC236}">
                <ns2:creationId id="{5D40D27C-F7F3-4875-86FB-60A770223053}"/>
              </ns1:ext>
            </ns1:extLst>
          </ns0:cNvPr>
          <ns0:cNvSpPr>
            <ns1:spLocks noGrp="1"/>
          </ns0:cNvSpPr>
          <ns0:nvPr/>
        </ns0:nvSpPr>
        <ns0:spPr>
          <ns1:xfrm>
            <ns1:off x="9175433" y="3164995"/>
            <ns1:ext cx="15716" cy="84503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14" name="c-mountain-front-144">
            <ns1:extLst>
              <ns1:ext uri="{FF2B5EF4-FFF2-40B4-BE49-F238E27FC236}">
                <ns2:creationId id="{6871ACB0-0DEB-4A58-AE9F-F9FEF6E49EF8}"/>
              </ns1:ext>
            </ns1:extLst>
          </ns0:cNvPr>
          <ns0:cNvSpPr>
            <ns1:spLocks noGrp="1"/>
          </ns0:cNvSpPr>
          <ns0:nvPr/>
        </ns0:nvSpPr>
        <ns0:spPr>
          <ns1:xfrm>
            <ns1:off x="9175433" y="3304928"/>
            <ns1:ext cx="15716" cy="70509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15" name="c-mountain-back-145">
            <ns1:extLst>
              <ns1:ext uri="{FF2B5EF4-FFF2-40B4-BE49-F238E27FC236}">
                <ns2:creationId id="{3C3301B2-C66F-451F-B93C-6E36BA783E65}"/>
              </ns1:ext>
            </ns1:extLst>
          </ns0:cNvPr>
          <ns0:cNvSpPr>
            <ns1:spLocks noGrp="1"/>
          </ns0:cNvSpPr>
          <ns0:nvPr/>
        </ns0:nvSpPr>
        <ns0:spPr>
          <ns1:xfrm>
            <ns1:off x="9185910" y="3177247"/>
            <ns1:ext cx="15716" cy="83277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16" name="c-mountain-front-145">
            <ns1:extLst>
              <ns1:ext uri="{FF2B5EF4-FFF2-40B4-BE49-F238E27FC236}">
                <ns2:creationId id="{516F8BC8-0F1A-4FFE-8334-75B0E993FE3A}"/>
              </ns1:ext>
            </ns1:extLst>
          </ns0:cNvPr>
          <ns0:cNvSpPr>
            <ns1:spLocks noGrp="1"/>
          </ns0:cNvSpPr>
          <ns0:nvPr/>
        </ns0:nvSpPr>
        <ns0:spPr>
          <ns1:xfrm>
            <ns1:off x="9185910" y="3319950"/>
            <ns1:ext cx="15716" cy="69007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17" name="c-mountain-back-146">
            <ns1:extLst>
              <ns1:ext uri="{FF2B5EF4-FFF2-40B4-BE49-F238E27FC236}">
                <ns2:creationId id="{15333931-449F-46C6-8030-2D13F86D0A57}"/>
              </ns1:ext>
            </ns1:extLst>
          </ns0:cNvPr>
          <ns0:cNvSpPr>
            <ns1:spLocks noGrp="1"/>
          </ns0:cNvSpPr>
          <ns0:nvPr/>
        </ns0:nvSpPr>
        <ns0:spPr>
          <ns1:xfrm>
            <ns1:off x="9196388" y="3189578"/>
            <ns1:ext cx="15716" cy="82044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18" name="c-mountain-front-146">
            <ns1:extLst>
              <ns1:ext uri="{FF2B5EF4-FFF2-40B4-BE49-F238E27FC236}">
                <ns2:creationId id="{01F1345A-AF3F-4033-A1AF-05A426571770}"/>
              </ns1:ext>
            </ns1:extLst>
          </ns0:cNvPr>
          <ns0:cNvSpPr>
            <ns1:spLocks noGrp="1"/>
          </ns0:cNvSpPr>
          <ns0:nvPr/>
        </ns0:nvSpPr>
        <ns0:spPr>
          <ns1:xfrm>
            <ns1:off x="9196388" y="3334195"/>
            <ns1:ext cx="15716" cy="67583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19" name="c-mountain-back-147">
            <ns1:extLst>
              <ns1:ext uri="{FF2B5EF4-FFF2-40B4-BE49-F238E27FC236}">
                <ns2:creationId id="{D4A8AD51-0466-4702-BB00-9A10DA71B7D1}"/>
              </ns1:ext>
            </ns1:extLst>
          </ns0:cNvPr>
          <ns0:cNvSpPr>
            <ns1:spLocks noGrp="1"/>
          </ns0:cNvSpPr>
          <ns0:nvPr/>
        </ns0:nvSpPr>
        <ns0:spPr>
          <ns1:xfrm>
            <ns1:off x="9206865" y="3202030"/>
            <ns1:ext cx="15716" cy="80799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20" name="c-mountain-front-147">
            <ns1:extLst>
              <ns1:ext uri="{FF2B5EF4-FFF2-40B4-BE49-F238E27FC236}">
                <ns2:creationId id="{87109FB6-EEE8-4B64-8A41-3549C46ADA54}"/>
              </ns1:ext>
            </ns1:extLst>
          </ns0:cNvPr>
          <ns0:cNvSpPr>
            <ns1:spLocks noGrp="1"/>
          </ns0:cNvSpPr>
          <ns0:nvPr/>
        </ns0:nvSpPr>
        <ns0:spPr>
          <ns1:xfrm>
            <ns1:off x="9206865" y="3347636"/>
            <ns1:ext cx="15716" cy="66238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21" name="c-mountain-back-148">
            <ns1:extLst>
              <ns1:ext uri="{FF2B5EF4-FFF2-40B4-BE49-F238E27FC236}">
                <ns2:creationId id="{ECE64D17-6CB2-4A6F-BC77-FC4D38D3CBF9}"/>
              </ns1:ext>
            </ns1:extLst>
          </ns0:cNvPr>
          <ns0:cNvSpPr>
            <ns1:spLocks noGrp="1"/>
          </ns0:cNvSpPr>
          <ns0:nvPr/>
        </ns0:nvSpPr>
        <ns0:spPr>
          <ns1:xfrm>
            <ns1:off x="9217343" y="3214639"/>
            <ns1:ext cx="15716" cy="79538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22" name="c-mountain-front-148">
            <ns1:extLst>
              <ns1:ext uri="{FF2B5EF4-FFF2-40B4-BE49-F238E27FC236}">
                <ns2:creationId id="{2DE528A9-7AC0-4F3E-849C-82A9FC4BF2B0}"/>
              </ns1:ext>
            </ns1:extLst>
          </ns0:cNvPr>
          <ns0:cNvSpPr>
            <ns1:spLocks noGrp="1"/>
          </ns0:cNvSpPr>
          <ns0:nvPr/>
        </ns0:nvSpPr>
        <ns0:spPr>
          <ns1:xfrm>
            <ns1:off x="9217343" y="3360277"/>
            <ns1:ext cx="15716" cy="64974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23" name="c-mountain-back-149">
            <ns1:extLst>
              <ns1:ext uri="{FF2B5EF4-FFF2-40B4-BE49-F238E27FC236}">
                <ns2:creationId id="{4B5A00D8-8E41-47AE-9473-370BBF14E2F5}"/>
              </ns1:ext>
            </ns1:extLst>
          </ns0:cNvPr>
          <ns0:cNvSpPr>
            <ns1:spLocks noGrp="1"/>
          </ns0:cNvSpPr>
          <ns0:nvPr/>
        </ns0:nvSpPr>
        <ns0:spPr>
          <ns1:xfrm>
            <ns1:off x="9227820" y="3227434"/>
            <ns1:ext cx="15716" cy="78259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24" name="c-mountain-front-149">
            <ns1:extLst>
              <ns1:ext uri="{FF2B5EF4-FFF2-40B4-BE49-F238E27FC236}">
                <ns2:creationId id="{59297791-944C-4C58-A952-AA50F03FB5DA}"/>
              </ns1:ext>
            </ns1:extLst>
          </ns0:cNvPr>
          <ns0:cNvSpPr>
            <ns1:spLocks noGrp="1"/>
          </ns0:cNvSpPr>
          <ns0:nvPr/>
        </ns0:nvSpPr>
        <ns0:spPr>
          <ns1:xfrm>
            <ns1:off x="9227820" y="3372155"/>
            <ns1:ext cx="15716" cy="63787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25" name="c-mountain-back-150">
            <ns1:extLst>
              <ns1:ext uri="{FF2B5EF4-FFF2-40B4-BE49-F238E27FC236}">
                <ns2:creationId id="{216CCE9C-8C95-45E9-A33B-EFC927AA696F}"/>
              </ns1:ext>
            </ns1:extLst>
          </ns0:cNvPr>
          <ns0:cNvSpPr>
            <ns1:spLocks noGrp="1"/>
          </ns0:cNvSpPr>
          <ns0:nvPr/>
        </ns0:nvSpPr>
        <ns0:spPr>
          <ns1:xfrm>
            <ns1:off x="9238298" y="3240440"/>
            <ns1:ext cx="15716" cy="76958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26" name="c-mountain-front-150">
            <ns1:extLst>
              <ns1:ext uri="{FF2B5EF4-FFF2-40B4-BE49-F238E27FC236}">
                <ns2:creationId id="{9D84CB4F-E2DA-4AA4-975E-1D70CF48D8B0}"/>
              </ns1:ext>
            </ns1:extLst>
          </ns0:cNvPr>
          <ns0:cNvSpPr>
            <ns1:spLocks noGrp="1"/>
          </ns0:cNvSpPr>
          <ns0:nvPr/>
        </ns0:nvSpPr>
        <ns0:spPr>
          <ns1:xfrm>
            <ns1:off x="9238298" y="3383340"/>
            <ns1:ext cx="15716" cy="62668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27" name="c-mountain-back-151">
            <ns1:extLst>
              <ns1:ext uri="{FF2B5EF4-FFF2-40B4-BE49-F238E27FC236}">
                <ns2:creationId id="{9EFB6F81-BB98-4060-9ABD-38272F5EA02E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3253678"/>
            <ns1:ext cx="15716" cy="75634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28" name="c-mountain-front-151">
            <ns1:extLst>
              <ns1:ext uri="{FF2B5EF4-FFF2-40B4-BE49-F238E27FC236}">
                <ns2:creationId id="{CA91D3F1-8CDC-415E-B7A1-77EE4B2E15D9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3393927"/>
            <ns1:ext cx="15716" cy="61609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29" name="c-mountain-back-152">
            <ns1:extLst>
              <ns1:ext uri="{FF2B5EF4-FFF2-40B4-BE49-F238E27FC236}">
                <ns2:creationId id="{D245DDEF-CB63-4F85-A85D-7E710FE270E6}"/>
              </ns1:ext>
            </ns1:extLst>
          </ns0:cNvPr>
          <ns0:cNvSpPr>
            <ns1:spLocks noGrp="1"/>
          </ns0:cNvSpPr>
          <ns0:nvPr/>
        </ns0:nvSpPr>
        <ns0:spPr>
          <ns1:xfrm>
            <ns1:off x="9259253" y="3267159"/>
            <ns1:ext cx="15716" cy="74286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30" name="c-mountain-front-152">
            <ns1:extLst>
              <ns1:ext uri="{FF2B5EF4-FFF2-40B4-BE49-F238E27FC236}">
                <ns2:creationId id="{6312458C-DFE1-4A7A-AA56-E3EE1D243701}"/>
              </ns1:ext>
            </ns1:extLst>
          </ns0:cNvPr>
          <ns0:cNvSpPr>
            <ns1:spLocks noGrp="1"/>
          </ns0:cNvSpPr>
          <ns0:nvPr/>
        </ns0:nvSpPr>
        <ns0:spPr>
          <ns1:xfrm>
            <ns1:off x="9259253" y="3404034"/>
            <ns1:ext cx="15716" cy="60599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31" name="c-mountain-back-153">
            <ns1:extLst>
              <ns1:ext uri="{FF2B5EF4-FFF2-40B4-BE49-F238E27FC236}">
                <ns2:creationId id="{F08C3071-B866-4D1D-BE2F-399865A7EA7B}"/>
              </ns1:ext>
            </ns1:extLst>
          </ns0:cNvPr>
          <ns0:cNvSpPr>
            <ns1:spLocks noGrp="1"/>
          </ns0:cNvSpPr>
          <ns0:nvPr/>
        </ns0:nvSpPr>
        <ns0:spPr>
          <ns1:xfrm>
            <ns1:off x="9269730" y="3280893"/>
            <ns1:ext cx="15716" cy="72913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32" name="c-mountain-front-153">
            <ns1:extLst>
              <ns1:ext uri="{FF2B5EF4-FFF2-40B4-BE49-F238E27FC236}">
                <ns2:creationId id="{B5D3CD1F-753C-407D-946A-B22751382772}"/>
              </ns1:ext>
            </ns1:extLst>
          </ns0:cNvPr>
          <ns0:cNvSpPr>
            <ns1:spLocks noGrp="1"/>
          </ns0:cNvSpPr>
          <ns0:nvPr/>
        </ns0:nvSpPr>
        <ns0:spPr>
          <ns1:xfrm>
            <ns1:off x="9269730" y="3413800"/>
            <ns1:ext cx="15716" cy="59622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33" name="c-mountain-back-154">
            <ns1:extLst>
              <ns1:ext uri="{FF2B5EF4-FFF2-40B4-BE49-F238E27FC236}">
                <ns2:creationId id="{61F9CC2C-BBBD-4718-9AD0-7201596FE451}"/>
              </ns1:ext>
            </ns1:extLst>
          </ns0:cNvPr>
          <ns0:cNvSpPr>
            <ns1:spLocks noGrp="1"/>
          </ns0:cNvSpPr>
          <ns0:nvPr/>
        </ns0:nvSpPr>
        <ns0:spPr>
          <ns1:xfrm>
            <ns1:off x="9280208" y="3294881"/>
            <ns1:ext cx="15716" cy="71514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34" name="c-mountain-front-154">
            <ns1:extLst>
              <ns1:ext uri="{FF2B5EF4-FFF2-40B4-BE49-F238E27FC236}">
                <ns2:creationId id="{1A6947E1-13A4-44C3-B2AD-5920B6FB3D84}"/>
              </ns1:ext>
            </ns1:extLst>
          </ns0:cNvPr>
          <ns0:cNvSpPr>
            <ns1:spLocks noGrp="1"/>
          </ns0:cNvSpPr>
          <ns0:nvPr/>
        </ns0:nvSpPr>
        <ns0:spPr>
          <ns1:xfrm>
            <ns1:off x="9280208" y="3423376"/>
            <ns1:ext cx="15716" cy="58664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35" name="c-mountain-back-155">
            <ns1:extLst>
              <ns1:ext uri="{FF2B5EF4-FFF2-40B4-BE49-F238E27FC236}">
                <ns2:creationId id="{76B3D5BC-7F16-4735-BCBE-4BA7CB2CD550}"/>
              </ns1:ext>
            </ns1:extLst>
          </ns0:cNvPr>
          <ns0:cNvSpPr>
            <ns1:spLocks noGrp="1"/>
          </ns0:cNvSpPr>
          <ns0:nvPr/>
        </ns0:nvSpPr>
        <ns0:spPr>
          <ns1:xfrm>
            <ns1:off x="9290685" y="3309120"/>
            <ns1:ext cx="15716" cy="70090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36" name="c-mountain-front-155">
            <ns1:extLst>
              <ns1:ext uri="{FF2B5EF4-FFF2-40B4-BE49-F238E27FC236}">
                <ns2:creationId id="{78CAE996-1492-41FC-9D8F-6BF110879534}"/>
              </ns1:ext>
            </ns1:extLst>
          </ns0:cNvPr>
          <ns0:cNvSpPr>
            <ns1:spLocks noGrp="1"/>
          </ns0:cNvSpPr>
          <ns0:nvPr/>
        </ns0:nvSpPr>
        <ns0:spPr>
          <ns1:xfrm>
            <ns1:off x="9290685" y="3432918"/>
            <ns1:ext cx="15716" cy="57710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37" name="c-mountain-back-156">
            <ns1:extLst>
              <ns1:ext uri="{FF2B5EF4-FFF2-40B4-BE49-F238E27FC236}">
                <ns2:creationId id="{2477F7AD-399A-489B-A401-1D88B2A72ECE}"/>
              </ns1:ext>
            </ns1:extLst>
          </ns0:cNvPr>
          <ns0:cNvSpPr>
            <ns1:spLocks noGrp="1"/>
          </ns0:cNvSpPr>
          <ns0:nvPr/>
        </ns0:nvSpPr>
        <ns0:spPr>
          <ns1:xfrm>
            <ns1:off x="9301163" y="3323602"/>
            <ns1:ext cx="15716" cy="686423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38" name="c-mountain-front-156">
            <ns1:extLst>
              <ns1:ext uri="{FF2B5EF4-FFF2-40B4-BE49-F238E27FC236}">
                <ns2:creationId id="{826F6266-6F73-4753-B261-0AA76B2E196F}"/>
              </ns1:ext>
            </ns1:extLst>
          </ns0:cNvPr>
          <ns0:cNvSpPr>
            <ns1:spLocks noGrp="1"/>
          </ns0:cNvSpPr>
          <ns0:nvPr/>
        </ns0:nvSpPr>
        <ns0:spPr>
          <ns1:xfrm>
            <ns1:off x="9301163" y="3442587"/>
            <ns1:ext cx="15716" cy="56743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39" name="c-mountain-back-157">
            <ns1:extLst>
              <ns1:ext uri="{FF2B5EF4-FFF2-40B4-BE49-F238E27FC236}">
                <ns2:creationId id="{2EC28490-DD8F-48A2-923E-CC9320F3CB96}"/>
              </ns1:ext>
            </ns1:extLst>
          </ns0:cNvPr>
          <ns0:cNvSpPr>
            <ns1:spLocks noGrp="1"/>
          </ns0:cNvSpPr>
          <ns0:nvPr/>
        </ns0:nvSpPr>
        <ns0:spPr>
          <ns1:xfrm>
            <ns1:off x="9311640" y="3338313"/>
            <ns1:ext cx="15716" cy="67171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40" name="c-mountain-front-157">
            <ns1:extLst>
              <ns1:ext uri="{FF2B5EF4-FFF2-40B4-BE49-F238E27FC236}">
                <ns2:creationId id="{55108C7D-A3B5-40E9-BC30-6EF58B05ECB9}"/>
              </ns1:ext>
            </ns1:extLst>
          </ns0:cNvPr>
          <ns0:cNvSpPr>
            <ns1:spLocks noGrp="1"/>
          </ns0:cNvSpPr>
          <ns0:nvPr/>
        </ns0:nvSpPr>
        <ns0:spPr>
          <ns1:xfrm>
            <ns1:off x="9311640" y="3452537"/>
            <ns1:ext cx="15716" cy="55748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41" name="c-mountain-back-158">
            <ns1:extLst>
              <ns1:ext uri="{FF2B5EF4-FFF2-40B4-BE49-F238E27FC236}">
                <ns2:creationId id="{59FC8537-31ED-4930-A15C-389913C4A783}"/>
              </ns1:ext>
            </ns1:extLst>
          </ns0:cNvPr>
          <ns0:cNvSpPr>
            <ns1:spLocks noGrp="1"/>
          </ns0:cNvSpPr>
          <ns0:nvPr/>
        </ns0:nvSpPr>
        <ns0:spPr>
          <ns1:xfrm>
            <ns1:off x="9322118" y="3353236"/>
            <ns1:ext cx="15716" cy="65678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42" name="c-mountain-front-158">
            <ns1:extLst>
              <ns1:ext uri="{FF2B5EF4-FFF2-40B4-BE49-F238E27FC236}">
                <ns2:creationId id="{05634D6B-3C77-46BC-88D5-5951D158AAFD}"/>
              </ns1:ext>
            </ns1:extLst>
          </ns0:cNvPr>
          <ns0:cNvSpPr>
            <ns1:spLocks noGrp="1"/>
          </ns0:cNvSpPr>
          <ns0:nvPr/>
        </ns0:nvSpPr>
        <ns0:spPr>
          <ns1:xfrm>
            <ns1:off x="9322118" y="3462915"/>
            <ns1:ext cx="15716" cy="54711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43" name="c-mountain-back-159">
            <ns1:extLst>
              <ns1:ext uri="{FF2B5EF4-FFF2-40B4-BE49-F238E27FC236}">
                <ns2:creationId id="{C0309CC5-8C70-4D8C-80D1-D906D98B08C6}"/>
              </ns1:ext>
            </ns1:extLst>
          </ns0:cNvPr>
          <ns0:cNvSpPr>
            <ns1:spLocks noGrp="1"/>
          </ns0:cNvSpPr>
          <ns0:nvPr/>
        </ns0:nvSpPr>
        <ns0:spPr>
          <ns1:xfrm>
            <ns1:off x="9332595" y="3368349"/>
            <ns1:ext cx="15716" cy="64167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44" name="c-mountain-front-159">
            <ns1:extLst>
              <ns1:ext uri="{FF2B5EF4-FFF2-40B4-BE49-F238E27FC236}">
                <ns2:creationId id="{1EC151E8-EE0A-436C-B173-CD77EA6D5B9A}"/>
              </ns1:ext>
            </ns1:extLst>
          </ns0:cNvPr>
          <ns0:cNvSpPr>
            <ns1:spLocks noGrp="1"/>
          </ns0:cNvSpPr>
          <ns0:nvPr/>
        </ns0:nvSpPr>
        <ns0:spPr>
          <ns1:xfrm>
            <ns1:off x="9332595" y="3473849"/>
            <ns1:ext cx="15716" cy="53617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45" name="c-mountain-back-160">
            <ns1:extLst>
              <ns1:ext uri="{FF2B5EF4-FFF2-40B4-BE49-F238E27FC236}">
                <ns2:creationId id="{A72D94A8-B35D-4E32-94C8-C82661D10ADF}"/>
              </ns1:ext>
            </ns1:extLst>
          </ns0:cNvPr>
          <ns0:cNvSpPr>
            <ns1:spLocks noGrp="1"/>
          </ns0:cNvSpPr>
          <ns0:nvPr/>
        </ns0:nvSpPr>
        <ns0:spPr>
          <ns1:xfrm>
            <ns1:off x="9343073" y="3383626"/>
            <ns1:ext cx="15716" cy="62639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46" name="c-mountain-front-160">
            <ns1:extLst>
              <ns1:ext uri="{FF2B5EF4-FFF2-40B4-BE49-F238E27FC236}">
                <ns2:creationId id="{EE23E2ED-F91D-48AE-AB3E-A08C05B4CB6C}"/>
              </ns1:ext>
            </ns1:extLst>
          </ns0:cNvPr>
          <ns0:cNvSpPr>
            <ns1:spLocks noGrp="1"/>
          </ns0:cNvSpPr>
          <ns0:nvPr/>
        </ns0:nvSpPr>
        <ns0:spPr>
          <ns1:xfrm>
            <ns1:off x="9343073" y="3485449"/>
            <ns1:ext cx="15716" cy="52457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47" name="c-mountain-back-161">
            <ns1:extLst>
              <ns1:ext uri="{FF2B5EF4-FFF2-40B4-BE49-F238E27FC236}">
                <ns2:creationId id="{204361DD-27A0-41AE-AD07-DB5F32872734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3399038"/>
            <ns1:ext cx="15716" cy="61098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48" name="c-mountain-front-161">
            <ns1:extLst>
              <ns1:ext uri="{FF2B5EF4-FFF2-40B4-BE49-F238E27FC236}">
                <ns2:creationId id="{FD49362E-6A7A-4814-AF24-2DBA3DD53533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3497799"/>
            <ns1:ext cx="15716" cy="512226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49" name="c-mountain-back-162">
            <ns1:extLst>
              <ns1:ext uri="{FF2B5EF4-FFF2-40B4-BE49-F238E27FC236}">
                <ns2:creationId id="{57033236-D0CF-4453-88F1-8F317BF05999}"/>
              </ns1:ext>
            </ns1:extLst>
          </ns0:cNvPr>
          <ns0:cNvSpPr>
            <ns1:spLocks noGrp="1"/>
          </ns0:cNvSpPr>
          <ns0:nvPr/>
        </ns0:nvSpPr>
        <ns0:spPr>
          <ns1:xfrm>
            <ns1:off x="9364028" y="3414554"/>
            <ns1:ext cx="15716" cy="59547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50" name="c-mountain-front-162">
            <ns1:extLst>
              <ns1:ext uri="{FF2B5EF4-FFF2-40B4-BE49-F238E27FC236}">
                <ns2:creationId id="{082767FB-EC8A-49F2-AC61-CAB34D0039C3}"/>
              </ns1:ext>
            </ns1:extLst>
          </ns0:cNvPr>
          <ns0:cNvSpPr>
            <ns1:spLocks noGrp="1"/>
          </ns0:cNvSpPr>
          <ns0:nvPr/>
        </ns0:nvSpPr>
        <ns0:spPr>
          <ns1:xfrm>
            <ns1:off x="9364028" y="3510956"/>
            <ns1:ext cx="15716" cy="499069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51" name="c-mountain-back-163">
            <ns1:extLst>
              <ns1:ext uri="{FF2B5EF4-FFF2-40B4-BE49-F238E27FC236}">
                <ns2:creationId id="{1FA7DC8D-E6FE-4089-AD2A-574D955DD635}"/>
              </ns1:ext>
            </ns1:extLst>
          </ns0:cNvPr>
          <ns0:cNvSpPr>
            <ns1:spLocks noGrp="1"/>
          </ns0:cNvSpPr>
          <ns0:nvPr/>
        </ns0:nvSpPr>
        <ns0:spPr>
          <ns1:xfrm>
            <ns1:off x="9374505" y="3430139"/>
            <ns1:ext cx="15716" cy="57988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52" name="c-mountain-front-163">
            <ns1:extLst>
              <ns1:ext uri="{FF2B5EF4-FFF2-40B4-BE49-F238E27FC236}">
                <ns2:creationId id="{0640442E-18B9-4321-8C0F-FEC14E7F4883}"/>
              </ns1:ext>
            </ns1:extLst>
          </ns0:cNvPr>
          <ns0:cNvSpPr>
            <ns1:spLocks noGrp="1"/>
          </ns0:cNvSpPr>
          <ns0:nvPr/>
        </ns0:nvSpPr>
        <ns0:spPr>
          <ns1:xfrm>
            <ns1:off x="9374505" y="3524944"/>
            <ns1:ext cx="15716" cy="48508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53" name="c-mountain-back-164">
            <ns1:extLst>
              <ns1:ext uri="{FF2B5EF4-FFF2-40B4-BE49-F238E27FC236}">
                <ns2:creationId id="{0749A7C3-D0DF-4DD3-AB4F-522B10C473D8}"/>
              </ns1:ext>
            </ns1:extLst>
          </ns0:cNvPr>
          <ns0:cNvSpPr>
            <ns1:spLocks noGrp="1"/>
          </ns0:cNvSpPr>
          <ns0:nvPr/>
        </ns0:nvSpPr>
        <ns0:spPr>
          <ns1:xfrm>
            <ns1:off x="9384983" y="3445759"/>
            <ns1:ext cx="15716" cy="56426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54" name="c-mountain-front-164">
            <ns1:extLst>
              <ns1:ext uri="{FF2B5EF4-FFF2-40B4-BE49-F238E27FC236}">
                <ns2:creationId id="{981FD288-6E82-44F1-85AC-F802EE539C3E}"/>
              </ns1:ext>
            </ns1:extLst>
          </ns0:cNvPr>
          <ns0:cNvSpPr>
            <ns1:spLocks noGrp="1"/>
          </ns0:cNvSpPr>
          <ns0:nvPr/>
        </ns0:nvSpPr>
        <ns0:spPr>
          <ns1:xfrm>
            <ns1:off x="9384983" y="3539758"/>
            <ns1:ext cx="15716" cy="47026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55" name="c-mountain-back-165">
            <ns1:extLst>
              <ns1:ext uri="{FF2B5EF4-FFF2-40B4-BE49-F238E27FC236}">
                <ns2:creationId id="{9FA144FF-7B29-46FB-8E56-39CFBF66E662}"/>
              </ns1:ext>
            </ns1:extLst>
          </ns0:cNvPr>
          <ns0:cNvSpPr>
            <ns1:spLocks noGrp="1"/>
          </ns0:cNvSpPr>
          <ns0:nvPr/>
        </ns0:nvSpPr>
        <ns0:spPr>
          <ns1:xfrm>
            <ns1:off x="9395460" y="3461376"/>
            <ns1:ext cx="15716" cy="54864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56" name="c-mountain-front-165">
            <ns1:extLst>
              <ns1:ext uri="{FF2B5EF4-FFF2-40B4-BE49-F238E27FC236}">
                <ns2:creationId id="{5C6A0C25-FAC2-48D7-902E-4CC43ED72878}"/>
              </ns1:ext>
            </ns1:extLst>
          </ns0:cNvPr>
          <ns0:cNvSpPr>
            <ns1:spLocks noGrp="1"/>
          </ns0:cNvSpPr>
          <ns0:nvPr/>
        </ns0:nvSpPr>
        <ns0:spPr>
          <ns1:xfrm>
            <ns1:off x="9395460" y="3555358"/>
            <ns1:ext cx="15716" cy="45466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57" name="c-mountain-back-166">
            <ns1:extLst>
              <ns1:ext uri="{FF2B5EF4-FFF2-40B4-BE49-F238E27FC236}">
                <ns2:creationId id="{6C26B3D4-DE03-44F6-9FDA-0A50068848EB}"/>
              </ns1:ext>
            </ns1:extLst>
          </ns0:cNvPr>
          <ns0:cNvSpPr>
            <ns1:spLocks noGrp="1"/>
          </ns0:cNvSpPr>
          <ns0:nvPr/>
        </ns0:nvSpPr>
        <ns0:spPr>
          <ns1:xfrm>
            <ns1:off x="9405938" y="3476951"/>
            <ns1:ext cx="15716" cy="53307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58" name="c-mountain-front-166">
            <ns1:extLst>
              <ns1:ext uri="{FF2B5EF4-FFF2-40B4-BE49-F238E27FC236}">
                <ns2:creationId id="{D8D1A060-CE81-4C57-A847-92D5900C01CB}"/>
              </ns1:ext>
            </ns1:extLst>
          </ns0:cNvPr>
          <ns0:cNvSpPr>
            <ns1:spLocks noGrp="1"/>
          </ns0:cNvSpPr>
          <ns0:nvPr/>
        </ns0:nvSpPr>
        <ns0:spPr>
          <ns1:xfrm>
            <ns1:off x="9405938" y="3571673"/>
            <ns1:ext cx="15716" cy="438352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59" name="c-mountain-back-167">
            <ns1:extLst>
              <ns1:ext uri="{FF2B5EF4-FFF2-40B4-BE49-F238E27FC236}">
                <ns2:creationId id="{9D30952A-8A37-42DF-B7FB-0A4F60D82855}"/>
              </ns1:ext>
            </ns1:extLst>
          </ns0:cNvPr>
          <ns0:cNvSpPr>
            <ns1:spLocks noGrp="1"/>
          </ns0:cNvSpPr>
          <ns0:nvPr/>
        </ns0:nvSpPr>
        <ns0:spPr>
          <ns1:xfrm>
            <ns1:off x="9416415" y="3492448"/>
            <ns1:ext cx="15716" cy="51757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60" name="c-mountain-front-167">
            <ns1:extLst>
              <ns1:ext uri="{FF2B5EF4-FFF2-40B4-BE49-F238E27FC236}">
                <ns2:creationId id="{3844E9CB-9983-476F-A6EA-61625A9E4AA2}"/>
              </ns1:ext>
            </ns1:extLst>
          </ns0:cNvPr>
          <ns0:cNvSpPr>
            <ns1:spLocks noGrp="1"/>
          </ns0:cNvSpPr>
          <ns0:nvPr/>
        </ns0:nvSpPr>
        <ns0:spPr>
          <ns1:xfrm>
            <ns1:off x="9416415" y="3588601"/>
            <ns1:ext cx="15716" cy="42142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61" name="c-mountain-back-168">
            <ns1:extLst>
              <ns1:ext uri="{FF2B5EF4-FFF2-40B4-BE49-F238E27FC236}">
                <ns2:creationId id="{405B424D-8464-4459-A8BC-824B1137A50F}"/>
              </ns1:ext>
            </ns1:extLst>
          </ns0:cNvPr>
          <ns0:cNvSpPr>
            <ns1:spLocks noGrp="1"/>
          </ns0:cNvSpPr>
          <ns0:nvPr/>
        </ns0:nvSpPr>
        <ns0:spPr>
          <ns1:xfrm>
            <ns1:off x="9426893" y="3507828"/>
            <ns1:ext cx="15716" cy="502197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62" name="c-mountain-front-168">
            <ns1:extLst>
              <ns1:ext uri="{FF2B5EF4-FFF2-40B4-BE49-F238E27FC236}">
                <ns2:creationId id="{B9002A02-1650-41F8-B0CE-C0E32B50874F}"/>
              </ns1:ext>
            </ns1:extLst>
          </ns0:cNvPr>
          <ns0:cNvSpPr>
            <ns1:spLocks noGrp="1"/>
          </ns0:cNvSpPr>
          <ns0:nvPr/>
        </ns0:nvSpPr>
        <ns0:spPr>
          <ns1:xfrm>
            <ns1:off x="9426893" y="3606011"/>
            <ns1:ext cx="15716" cy="40401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63" name="c-mountain-back-169">
            <ns1:extLst>
              <ns1:ext uri="{FF2B5EF4-FFF2-40B4-BE49-F238E27FC236}">
                <ns2:creationId id="{932B7154-6470-4F3F-B16A-E78DDA261BD5}"/>
              </ns1:ext>
            </ns1:extLst>
          </ns0:cNvPr>
          <ns0:cNvSpPr>
            <ns1:spLocks noGrp="1"/>
          </ns0:cNvSpPr>
          <ns0:nvPr/>
        </ns0:nvSpPr>
        <ns0:spPr>
          <ns1:xfrm>
            <ns1:off x="9437370" y="3523053"/>
            <ns1:ext cx="15716" cy="48697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64" name="c-mountain-front-169">
            <ns1:extLst>
              <ns1:ext uri="{FF2B5EF4-FFF2-40B4-BE49-F238E27FC236}">
                <ns2:creationId id="{0537777C-C26D-4B23-B616-ACEA4C205F08}"/>
              </ns1:ext>
            </ns1:extLst>
          </ns0:cNvPr>
          <ns0:cNvSpPr>
            <ns1:spLocks noGrp="1"/>
          </ns0:cNvSpPr>
          <ns0:nvPr/>
        </ns0:nvSpPr>
        <ns0:spPr>
          <ns1:xfrm>
            <ns1:off x="9437370" y="3623750"/>
            <ns1:ext cx="15716" cy="38627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65" name="c-mountain-back-170">
            <ns1:extLst>
              <ns1:ext uri="{FF2B5EF4-FFF2-40B4-BE49-F238E27FC236}">
                <ns2:creationId id="{5E495F59-424A-4C53-A4D2-9680E3994331}"/>
              </ns1:ext>
            </ns1:extLst>
          </ns0:cNvPr>
          <ns0:cNvSpPr>
            <ns1:spLocks noGrp="1"/>
          </ns0:cNvSpPr>
          <ns0:nvPr/>
        </ns0:nvSpPr>
        <ns0:spPr>
          <ns1:xfrm>
            <ns1:off x="9447848" y="3538087"/>
            <ns1:ext cx="15716" cy="471938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66" name="c-mountain-front-170">
            <ns1:extLst>
              <ns1:ext uri="{FF2B5EF4-FFF2-40B4-BE49-F238E27FC236}">
                <ns2:creationId id="{3CFCC724-2AEC-4553-A751-091CE326B134}"/>
              </ns1:ext>
            </ns1:extLst>
          </ns0:cNvPr>
          <ns0:cNvSpPr>
            <ns1:spLocks noGrp="1"/>
          </ns0:cNvSpPr>
          <ns0:nvPr/>
        </ns0:nvSpPr>
        <ns0:spPr>
          <ns1:xfrm>
            <ns1:off x="9447848" y="3641642"/>
            <ns1:ext cx="15716" cy="36838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67" name="c-mountain-back-171">
            <ns1:extLst>
              <ns1:ext uri="{FF2B5EF4-FFF2-40B4-BE49-F238E27FC236}">
                <ns2:creationId id="{9DCC8CC0-A240-4804-8350-B8BF9E2C0C38}"/>
              </ns1:ext>
            </ns1:extLst>
          </ns0:cNvPr>
          <ns0:cNvSpPr>
            <ns1:spLocks noGrp="1"/>
          </ns0:cNvSpPr>
          <ns0:nvPr/>
        </ns0:nvSpPr>
        <ns0:spPr>
          <ns1:xfrm>
            <ns1:off x="9458325" y="3552894"/>
            <ns1:ext cx="15716" cy="45713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68" name="c-mountain-front-171">
            <ns1:extLst>
              <ns1:ext uri="{FF2B5EF4-FFF2-40B4-BE49-F238E27FC236}">
                <ns2:creationId id="{FB01F084-4797-4B73-8A5B-D95A846DF715}"/>
              </ns1:ext>
            </ns1:extLst>
          </ns0:cNvPr>
          <ns0:cNvSpPr>
            <ns1:spLocks noGrp="1"/>
          </ns0:cNvSpPr>
          <ns0:nvPr/>
        </ns0:nvSpPr>
        <ns0:spPr>
          <ns1:xfrm>
            <ns1:off x="9458325" y="3659497"/>
            <ns1:ext cx="15716" cy="35052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69" name="c-mountain-back-172">
            <ns1:extLst>
              <ns1:ext uri="{FF2B5EF4-FFF2-40B4-BE49-F238E27FC236}">
                <ns2:creationId id="{7785E605-7444-4B5E-BEFB-5B9549DDC644}"/>
              </ns1:ext>
            </ns1:extLst>
          </ns0:cNvPr>
          <ns0:cNvSpPr>
            <ns1:spLocks noGrp="1"/>
          </ns0:cNvSpPr>
          <ns0:nvPr/>
        </ns0:nvSpPr>
        <ns0:spPr>
          <ns1:xfrm>
            <ns1:off x="9468803" y="3567441"/>
            <ns1:ext cx="15716" cy="44258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70" name="c-mountain-front-172">
            <ns1:extLst>
              <ns1:ext uri="{FF2B5EF4-FFF2-40B4-BE49-F238E27FC236}">
                <ns2:creationId id="{F61ED8EA-F207-49DD-961E-B7787BDC1EE5}"/>
              </ns1:ext>
            </ns1:extLst>
          </ns0:cNvPr>
          <ns0:cNvSpPr>
            <ns1:spLocks noGrp="1"/>
          </ns0:cNvSpPr>
          <ns0:nvPr/>
        </ns0:nvSpPr>
        <ns0:spPr>
          <ns1:xfrm>
            <ns1:off x="9468803" y="3677115"/>
            <ns1:ext cx="15716" cy="33291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71" name="c-mountain-back-173">
            <ns1:extLst>
              <ns1:ext uri="{FF2B5EF4-FFF2-40B4-BE49-F238E27FC236}">
                <ns2:creationId id="{8133BC55-B009-4DFB-9F4E-08D6DA7A488B}"/>
              </ns1:ext>
            </ns1:extLst>
          </ns0:cNvPr>
          <ns0:cNvSpPr>
            <ns1:spLocks noGrp="1"/>
          </ns0:cNvSpPr>
          <ns0:nvPr/>
        </ns0:nvSpPr>
        <ns0:spPr>
          <ns1:xfrm>
            <ns1:off x="9479280" y="3581696"/>
            <ns1:ext cx="15716" cy="428329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72" name="c-mountain-front-173">
            <ns1:extLst>
              <ns1:ext uri="{FF2B5EF4-FFF2-40B4-BE49-F238E27FC236}">
                <ns2:creationId id="{E6ED993B-E9F4-4448-A2BE-B10BA7E5F527}"/>
              </ns1:ext>
            </ns1:extLst>
          </ns0:cNvPr>
          <ns0:cNvSpPr>
            <ns1:spLocks noGrp="1"/>
          </ns0:cNvSpPr>
          <ns0:nvPr/>
        </ns0:nvSpPr>
        <ns0:spPr>
          <ns1:xfrm>
            <ns1:off x="9479280" y="3694291"/>
            <ns1:ext cx="15716" cy="315734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73" name="c-mountain-back-174">
            <ns1:extLst>
              <ns1:ext uri="{FF2B5EF4-FFF2-40B4-BE49-F238E27FC236}">
                <ns2:creationId id="{8D27B1A8-807C-4800-940A-9B110F80E9EA}"/>
              </ns1:ext>
            </ns1:extLst>
          </ns0:cNvPr>
          <ns0:cNvSpPr>
            <ns1:spLocks noGrp="1"/>
          </ns0:cNvSpPr>
          <ns0:nvPr/>
        </ns0:nvSpPr>
        <ns0:spPr>
          <ns1:xfrm>
            <ns1:off x="9489758" y="3595629"/>
            <ns1:ext cx="15716" cy="414396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74" name="c-mountain-front-174">
            <ns1:extLst>
              <ns1:ext uri="{FF2B5EF4-FFF2-40B4-BE49-F238E27FC236}">
                <ns2:creationId id="{9F3AEF7A-21CE-4513-9158-03FF44ED054B}"/>
              </ns1:ext>
            </ns1:extLst>
          </ns0:cNvPr>
          <ns0:cNvSpPr>
            <ns1:spLocks noGrp="1"/>
          </ns0:cNvSpPr>
          <ns0:nvPr/>
        </ns0:nvSpPr>
        <ns0:spPr>
          <ns1:xfrm>
            <ns1:off x="9489758" y="3710824"/>
            <ns1:ext cx="15716" cy="29920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75" name="c-mountain-back-175">
            <ns1:extLst>
              <ns1:ext uri="{FF2B5EF4-FFF2-40B4-BE49-F238E27FC236}">
                <ns2:creationId id="{DB9EAD18-DCA7-4682-ACAE-F217195ACA8A}"/>
              </ns1:ext>
            </ns1:extLst>
          </ns0:cNvPr>
          <ns0:cNvSpPr>
            <ns1:spLocks noGrp="1"/>
          </ns0:cNvSpPr>
          <ns0:nvPr/>
        </ns0:nvSpPr>
        <ns0:spPr>
          <ns1:xfrm>
            <ns1:off x="9500235" y="3609214"/>
            <ns1:ext cx="15716" cy="400811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76" name="c-mountain-front-175">
            <ns1:extLst>
              <ns1:ext uri="{FF2B5EF4-FFF2-40B4-BE49-F238E27FC236}">
                <ns2:creationId id="{D5E86C40-A68C-4509-9DF2-FBCF1C2C2992}"/>
              </ns1:ext>
            </ns1:extLst>
          </ns0:cNvPr>
          <ns0:cNvSpPr>
            <ns1:spLocks noGrp="1"/>
          </ns0:cNvSpPr>
          <ns0:nvPr/>
        </ns0:nvSpPr>
        <ns0:spPr>
          <ns1:xfrm>
            <ns1:off x="9500235" y="3726520"/>
            <ns1:ext cx="15716" cy="28350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77" name="c-mountain-back-176">
            <ns1:extLst>
              <ns1:ext uri="{FF2B5EF4-FFF2-40B4-BE49-F238E27FC236}">
                <ns2:creationId id="{D928D445-8138-4DD4-B493-A185D02C2A52}"/>
              </ns1:ext>
            </ns1:extLst>
          </ns0:cNvPr>
          <ns0:cNvSpPr>
            <ns1:spLocks noGrp="1"/>
          </ns0:cNvSpPr>
          <ns0:nvPr/>
        </ns0:nvSpPr>
        <ns0:spPr>
          <ns1:xfrm>
            <ns1:off x="9510713" y="3622425"/>
            <ns1:ext cx="15716" cy="38760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78" name="c-mountain-front-176">
            <ns1:extLst>
              <ns1:ext uri="{FF2B5EF4-FFF2-40B4-BE49-F238E27FC236}">
                <ns2:creationId id="{55D61CAE-F784-4828-96A9-3B84CC556B41}"/>
              </ns1:ext>
            </ns1:extLst>
          </ns0:cNvPr>
          <ns0:cNvSpPr>
            <ns1:spLocks noGrp="1"/>
          </ns0:cNvSpPr>
          <ns0:nvPr/>
        </ns0:nvSpPr>
        <ns0:spPr>
          <ns1:xfrm>
            <ns1:off x="9510713" y="3741197"/>
            <ns1:ext cx="15716" cy="268828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79" name="c-mountain-back-177">
            <ns1:extLst>
              <ns1:ext uri="{FF2B5EF4-FFF2-40B4-BE49-F238E27FC236}">
                <ns2:creationId id="{EEAF5B1C-C730-46C8-9FC9-38857053C2B6}"/>
              </ns1:ext>
            </ns1:extLst>
          </ns0:cNvPr>
          <ns0:cNvSpPr>
            <ns1:spLocks noGrp="1"/>
          </ns0:cNvSpPr>
          <ns0:nvPr/>
        </ns0:nvSpPr>
        <ns0:spPr>
          <ns1:xfrm>
            <ns1:off x="9521190" y="3635240"/>
            <ns1:ext cx="15716" cy="37478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80" name="c-mountain-front-177">
            <ns1:extLst>
              <ns1:ext uri="{FF2B5EF4-FFF2-40B4-BE49-F238E27FC236}">
                <ns2:creationId id="{D60E3EE2-7248-4357-96F7-CA6205469F43}"/>
              </ns1:ext>
            </ns1:extLst>
          </ns0:cNvPr>
          <ns0:cNvSpPr>
            <ns1:spLocks noGrp="1"/>
          </ns0:cNvSpPr>
          <ns0:nvPr/>
        </ns0:nvSpPr>
        <ns0:spPr>
          <ns1:xfrm>
            <ns1:off x="9521190" y="3754694"/>
            <ns1:ext cx="15716" cy="255331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81" name="c-mountain-back-178">
            <ns1:extLst>
              <ns1:ext uri="{FF2B5EF4-FFF2-40B4-BE49-F238E27FC236}">
                <ns2:creationId id="{194498BE-738D-4533-9A68-55FC673962E1}"/>
              </ns1:ext>
            </ns1:extLst>
          </ns0:cNvPr>
          <ns0:cNvSpPr>
            <ns1:spLocks noGrp="1"/>
          </ns0:cNvSpPr>
          <ns0:nvPr/>
        </ns0:nvSpPr>
        <ns0:spPr>
          <ns1:xfrm>
            <ns1:off x="9531668" y="3647641"/>
            <ns1:ext cx="15716" cy="362384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82" name="c-mountain-front-178">
            <ns1:extLst>
              <ns1:ext uri="{FF2B5EF4-FFF2-40B4-BE49-F238E27FC236}">
                <ns2:creationId id="{B75F9FEE-A728-4C36-9F9E-D1C6959DCD7E}"/>
              </ns1:ext>
            </ns1:extLst>
          </ns0:cNvPr>
          <ns0:cNvSpPr>
            <ns1:spLocks noGrp="1"/>
          </ns0:cNvSpPr>
          <ns0:nvPr/>
        </ns0:nvSpPr>
        <ns0:spPr>
          <ns1:xfrm>
            <ns1:off x="9531668" y="3766875"/>
            <ns1:ext cx="15716" cy="243150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83" name="c-mountain-back-179">
            <ns1:extLst>
              <ns1:ext uri="{FF2B5EF4-FFF2-40B4-BE49-F238E27FC236}">
                <ns2:creationId id="{4F6FF7B1-F451-4630-9D19-2CC04776DC5C}"/>
              </ns1:ext>
            </ns1:extLst>
          </ns0:cNvPr>
          <ns0:cNvSpPr>
            <ns1:spLocks noGrp="1"/>
          </ns0:cNvSpPr>
          <ns0:nvPr/>
        </ns0:nvSpPr>
        <ns0:spPr>
          <ns1:xfrm>
            <ns1:off x="9542145" y="3659610"/>
            <ns1:ext cx="15716" cy="350415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84" name="c-mountain-front-179">
            <ns1:extLst>
              <ns1:ext uri="{FF2B5EF4-FFF2-40B4-BE49-F238E27FC236}">
                <ns2:creationId id="{EBBB1724-09A8-4CE7-9BF2-4B60580F25E5}"/>
              </ns1:ext>
            </ns1:extLst>
          </ns0:cNvPr>
          <ns0:cNvSpPr>
            <ns1:spLocks noGrp="1"/>
          </ns0:cNvSpPr>
          <ns0:nvPr/>
        </ns0:nvSpPr>
        <ns0:spPr>
          <ns1:xfrm>
            <ns1:off x="9542145" y="3777630"/>
            <ns1:ext cx="15716" cy="232395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85" name="c-mountain-back-180">
            <ns1:extLst>
              <ns1:ext uri="{FF2B5EF4-FFF2-40B4-BE49-F238E27FC236}">
                <ns2:creationId id="{964A3B97-F737-471E-ADF1-B50EBA1731AF}"/>
              </ns1:ext>
            </ns1:extLst>
          </ns0:cNvPr>
          <ns0:cNvSpPr>
            <ns1:spLocks noGrp="1"/>
          </ns0:cNvSpPr>
          <ns0:nvPr/>
        </ns0:nvSpPr>
        <ns0:spPr>
          <ns1:xfrm>
            <ns1:off x="9552623" y="3671135"/>
            <ns1:ext cx="15716" cy="338890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86" name="c-mountain-front-180">
            <ns1:extLst>
              <ns1:ext uri="{FF2B5EF4-FFF2-40B4-BE49-F238E27FC236}">
                <ns2:creationId id="{4F8E7D26-D245-4BD7-A552-CFEB04C5413E}"/>
              </ns1:ext>
            </ns1:extLst>
          </ns0:cNvPr>
          <ns0:cNvSpPr>
            <ns1:spLocks noGrp="1"/>
          </ns0:cNvSpPr>
          <ns0:nvPr/>
        </ns0:nvSpPr>
        <ns0:spPr>
          <ns1:xfrm>
            <ns1:off x="9552623" y="3786882"/>
            <ns1:ext cx="15716" cy="223143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87" name="c-mountain-back-181">
            <ns1:extLst>
              <ns1:ext uri="{FF2B5EF4-FFF2-40B4-BE49-F238E27FC236}">
                <ns2:creationId id="{3E2A1515-BA51-447C-9E3D-6149383B23E4}"/>
              </ns1:ext>
            </ns1:extLst>
          </ns0:cNvPr>
          <ns0:cNvSpPr>
            <ns1:spLocks noGrp="1"/>
          </ns0:cNvSpPr>
          <ns0:nvPr/>
        </ns0:nvSpPr>
        <ns0:spPr>
          <ns1:xfrm>
            <ns1:off x="9563100" y="3682203"/>
            <ns1:ext cx="15716" cy="327822"/>
          </ns1:xfrm>
          <ns1:prstGeom prst="rect">
            <ns1:avLst/>
          </ns1:prstGeom>
          <ns1:solidFill>
            <ns1:srgbClr val="737987"/>
          </ns1:solidFill>
          <ns1:ln w="30480">
            <ns1:solidFill>
              <ns1:srgbClr val="737987"/>
            </ns1:solidFill>
            <ns1:prstDash val="solid"/>
          </ns1:ln>
        </ns0:spPr>
      </ns0:sp>
      <ns0:sp>
        <ns0:nvSpPr>
          <ns0:cNvPr id="688" name="c-mountain-front-181">
            <ns1:extLst>
              <ns1:ext uri="{FF2B5EF4-FFF2-40B4-BE49-F238E27FC236}">
                <ns2:creationId id="{0C0A28B7-EE13-4371-ABBA-BC6DD19F1E9B}"/>
              </ns1:ext>
            </ns1:extLst>
          </ns0:cNvPr>
          <ns0:cNvSpPr>
            <ns1:spLocks noGrp="1"/>
          </ns0:cNvSpPr>
          <ns0:nvPr/>
        </ns0:nvSpPr>
        <ns0:spPr>
          <ns1:xfrm>
            <ns1:off x="9563100" y="3794588"/>
            <ns1:ext cx="15716" cy="215437"/>
          </ns1:xfrm>
          <ns1:prstGeom prst="rect">
            <ns1:avLst/>
          </ns1:prstGeom>
          <ns1:solidFill>
            <ns1:srgbClr val="303846"/>
          </ns1:solidFill>
          <ns1:ln w="30480">
            <ns1:solidFill>
              <ns1:srgbClr val="303846"/>
            </ns1:solidFill>
            <ns1:prstDash val="solid"/>
          </ns1:ln>
        </ns0:spPr>
      </ns0:sp>
      <ns0:sp>
        <ns0:nvSpPr>
          <ns0:cNvPr id="689" name="c-predicted-grid-v-1">
            <ns1:extLst>
              <ns1:ext uri="{FF2B5EF4-FFF2-40B4-BE49-F238E27FC236}">
                <ns2:creationId id="{54C7A280-B87B-4F81-844A-7DEA6E930E48}"/>
              </ns1:ext>
            </ns1:extLst>
          </ns0:cNvPr>
          <ns0:cNvSpPr>
            <ns1:spLocks noGrp="1"/>
          </ns0:cNvSpPr>
          <ns0:nvPr/>
        </ns0:nvSpPr>
        <ns0:spPr>
          <ns1:xfrm>
            <ns1:off x="12887325" y="1771650"/>
            <ns1:ext cx="9525" cy="971550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690" name="c-predicted-grid-v-2">
            <ns1:extLst>
              <ns1:ext uri="{FF2B5EF4-FFF2-40B4-BE49-F238E27FC236}">
                <ns2:creationId id="{74F9B180-F65F-43AE-A42E-65D4F8761C47}"/>
              </ns1:ext>
            </ns1:extLst>
          </ns0:cNvPr>
          <ns0:cNvSpPr>
            <ns1:spLocks noGrp="1"/>
          </ns0:cNvSpPr>
          <ns0:nvPr/>
        </ns0:nvSpPr>
        <ns0:spPr>
          <ns1:xfrm>
            <ns1:off x="13335000" y="1771650"/>
            <ns1:ext cx="9525" cy="971550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691" name="c-predicted-grid-v-3">
            <ns1:extLst>
              <ns1:ext uri="{FF2B5EF4-FFF2-40B4-BE49-F238E27FC236}">
                <ns2:creationId id="{B3AB018E-96DB-4C7D-8596-FF0768F4A0A6}"/>
              </ns1:ext>
            </ns1:extLst>
          </ns0:cNvPr>
          <ns0:cNvSpPr>
            <ns1:spLocks noGrp="1"/>
          </ns0:cNvSpPr>
          <ns0:nvPr/>
        </ns0:nvSpPr>
        <ns0:spPr>
          <ns1:xfrm>
            <ns1:off x="13782675" y="1771650"/>
            <ns1:ext cx="9525" cy="971550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692" name="c-predicted-grid-v-4">
            <ns1:extLst>
              <ns1:ext uri="{FF2B5EF4-FFF2-40B4-BE49-F238E27FC236}">
                <ns2:creationId id="{12699967-9666-42C6-8D11-107A2375602F}"/>
              </ns1:ext>
            </ns1:extLst>
          </ns0:cNvPr>
          <ns0:cNvSpPr>
            <ns1:spLocks noGrp="1"/>
          </ns0:cNvSpPr>
          <ns0:nvPr/>
        </ns0:nvSpPr>
        <ns0:spPr>
          <ns1:xfrm>
            <ns1:off x="14230350" y="1771650"/>
            <ns1:ext cx="9525" cy="971550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693" name="c-predicted-grid-h-1">
            <ns1:extLst>
              <ns1:ext uri="{FF2B5EF4-FFF2-40B4-BE49-F238E27FC236}">
                <ns2:creationId id="{7DB48935-5D0E-4421-9B4E-7E29563FD4CD}"/>
              </ns1:ext>
            </ns1:extLst>
          </ns0:cNvPr>
          <ns0:cNvSpPr>
            <ns1:spLocks noGrp="1"/>
          </ns0:cNvSpPr>
          <ns0:nvPr/>
        </ns0:nvSpPr>
        <ns0:spPr>
          <ns1:xfrm>
            <ns1:off x="12553950" y="2057400"/>
            <ns1:ext cx="2009775" cy="9525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694" name="c-predicted-grid-h-2">
            <ns1:extLst>
              <ns1:ext uri="{FF2B5EF4-FFF2-40B4-BE49-F238E27FC236}">
                <ns2:creationId id="{8D212551-1C44-47D5-A428-EDAC4EA64B06}"/>
              </ns1:ext>
            </ns1:extLst>
          </ns0:cNvPr>
          <ns0:cNvSpPr>
            <ns1:spLocks noGrp="1"/>
          </ns0:cNvSpPr>
          <ns0:nvPr/>
        </ns0:nvSpPr>
        <ns0:spPr>
          <ns1:xfrm>
            <ns1:off x="12553950" y="2457450"/>
            <ns1:ext cx="2009775" cy="9525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695" name="c-predicted-curve-001">
            <ns1:extLst>
              <ns1:ext uri="{FF2B5EF4-FFF2-40B4-BE49-F238E27FC236}">
                <ns2:creationId id="{53E5F40D-88D6-44AF-B701-686A6873B2EF}"/>
              </ns1:ext>
            </ns1:extLst>
          </ns0:cNvPr>
          <ns0:cNvSpPr>
            <ns1:spLocks noGrp="1"/>
          </ns0:cNvSpPr>
          <ns0:nvPr/>
        </ns0:nvSpPr>
        <ns0:spPr>
          <ns1:xfrm>
            <ns1:off x="12540139" y="245388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696" name="c-predicted-curve-002">
            <ns1:extLst>
              <ns1:ext uri="{FF2B5EF4-FFF2-40B4-BE49-F238E27FC236}">
                <ns2:creationId id="{1FED720D-C264-4CD4-A6A9-7C77F5E5BC06}"/>
              </ns1:ext>
            </ns1:extLst>
          </ns0:cNvPr>
          <ns0:cNvSpPr>
            <ns1:spLocks noGrp="1"/>
          </ns0:cNvSpPr>
          <ns0:nvPr/>
        </ns0:nvSpPr>
        <ns0:spPr>
          <ns1:xfrm>
            <ns1:off x="12546439" y="24434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697" name="c-predicted-curve-003">
            <ns1:extLst>
              <ns1:ext uri="{FF2B5EF4-FFF2-40B4-BE49-F238E27FC236}">
                <ns2:creationId id="{C442ED76-A11A-418D-859C-AC4703265D66}"/>
              </ns1:ext>
            </ns1:extLst>
          </ns0:cNvPr>
          <ns0:cNvSpPr>
            <ns1:spLocks noGrp="1"/>
          </ns0:cNvSpPr>
          <ns0:nvPr/>
        </ns0:nvSpPr>
        <ns0:spPr>
          <ns1:xfrm>
            <ns1:off x="12552739" y="243337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698" name="c-predicted-curve-004">
            <ns1:extLst>
              <ns1:ext uri="{FF2B5EF4-FFF2-40B4-BE49-F238E27FC236}">
                <ns2:creationId id="{C04F7990-B8F7-4D98-9236-959E81F16D40}"/>
              </ns1:ext>
            </ns1:extLst>
          </ns0:cNvPr>
          <ns0:cNvSpPr>
            <ns1:spLocks noGrp="1"/>
          </ns0:cNvSpPr>
          <ns0:nvPr/>
        </ns0:nvSpPr>
        <ns0:spPr>
          <ns1:xfrm>
            <ns1:off x="12559039" y="242378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699" name="c-predicted-curve-005">
            <ns1:extLst>
              <ns1:ext uri="{FF2B5EF4-FFF2-40B4-BE49-F238E27FC236}">
                <ns2:creationId id="{76F5DF77-46F3-4B4C-AD87-EF69B8DAFD62}"/>
              </ns1:ext>
            </ns1:extLst>
          </ns0:cNvPr>
          <ns0:cNvSpPr>
            <ns1:spLocks noGrp="1"/>
          </ns0:cNvSpPr>
          <ns0:nvPr/>
        </ns0:nvSpPr>
        <ns0:spPr>
          <ns1:xfrm>
            <ns1:off x="12565340" y="24147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00" name="c-predicted-curve-006">
            <ns1:extLst>
              <ns1:ext uri="{FF2B5EF4-FFF2-40B4-BE49-F238E27FC236}">
                <ns2:creationId id="{24D7D3E6-F600-475C-B5A7-87ED5D959D89}"/>
              </ns1:ext>
            </ns1:extLst>
          </ns0:cNvPr>
          <ns0:cNvSpPr>
            <ns1:spLocks noGrp="1"/>
          </ns0:cNvSpPr>
          <ns0:nvPr/>
        </ns0:nvSpPr>
        <ns0:spPr>
          <ns1:xfrm>
            <ns1:off x="12571640" y="240629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01" name="c-predicted-curve-007">
            <ns1:extLst>
              <ns1:ext uri="{FF2B5EF4-FFF2-40B4-BE49-F238E27FC236}">
                <ns2:creationId id="{5D02152E-B762-468F-BC89-11DE52513C1C}"/>
              </ns1:ext>
            </ns1:extLst>
          </ns0:cNvPr>
          <ns0:cNvSpPr>
            <ns1:spLocks noGrp="1"/>
          </ns0:cNvSpPr>
          <ns0:nvPr/>
        </ns0:nvSpPr>
        <ns0:spPr>
          <ns1:xfrm>
            <ns1:off x="12577940" y="239852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02" name="c-predicted-curve-008">
            <ns1:extLst>
              <ns1:ext uri="{FF2B5EF4-FFF2-40B4-BE49-F238E27FC236}">
                <ns2:creationId id="{839E7F56-C5D7-40BE-A614-6C1225B5BBB4}"/>
              </ns1:ext>
            </ns1:extLst>
          </ns0:cNvPr>
          <ns0:cNvSpPr>
            <ns1:spLocks noGrp="1"/>
          </ns0:cNvSpPr>
          <ns0:nvPr/>
        </ns0:nvSpPr>
        <ns0:spPr>
          <ns1:xfrm>
            <ns1:off x="12584240" y="239147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03" name="c-predicted-curve-009">
            <ns1:extLst>
              <ns1:ext uri="{FF2B5EF4-FFF2-40B4-BE49-F238E27FC236}">
                <ns2:creationId id="{7F2F58B6-0924-4265-ABA2-BDA403516056}"/>
              </ns1:ext>
            </ns1:extLst>
          </ns0:cNvPr>
          <ns0:cNvSpPr>
            <ns1:spLocks noGrp="1"/>
          </ns0:cNvSpPr>
          <ns0:nvPr/>
        </ns0:nvSpPr>
        <ns0:spPr>
          <ns1:xfrm>
            <ns1:off x="12590541" y="238520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04" name="c-predicted-curve-010">
            <ns1:extLst>
              <ns1:ext uri="{FF2B5EF4-FFF2-40B4-BE49-F238E27FC236}">
                <ns2:creationId id="{55B0BFD2-7E41-4312-AC9A-0FFD2A32A302}"/>
              </ns1:ext>
            </ns1:extLst>
          </ns0:cNvPr>
          <ns0:cNvSpPr>
            <ns1:spLocks noGrp="1"/>
          </ns0:cNvSpPr>
          <ns0:nvPr/>
        </ns0:nvSpPr>
        <ns0:spPr>
          <ns1:xfrm>
            <ns1:off x="12596841" y="23797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05" name="c-predicted-curve-011">
            <ns1:extLst>
              <ns1:ext uri="{FF2B5EF4-FFF2-40B4-BE49-F238E27FC236}">
                <ns2:creationId id="{279580A8-F80D-4FA5-B764-B7BCB8D65BCB}"/>
              </ns1:ext>
            </ns1:extLst>
          </ns0:cNvPr>
          <ns0:cNvSpPr>
            <ns1:spLocks noGrp="1"/>
          </ns0:cNvSpPr>
          <ns0:nvPr/>
        </ns0:nvSpPr>
        <ns0:spPr>
          <ns1:xfrm>
            <ns1:off x="12603141" y="237512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06" name="c-predicted-curve-012">
            <ns1:extLst>
              <ns1:ext uri="{FF2B5EF4-FFF2-40B4-BE49-F238E27FC236}">
                <ns2:creationId id="{81EA348E-5A08-475E-A90F-0BD297B950AE}"/>
              </ns1:ext>
            </ns1:extLst>
          </ns0:cNvPr>
          <ns0:cNvSpPr>
            <ns1:spLocks noGrp="1"/>
          </ns0:cNvSpPr>
          <ns0:nvPr/>
        </ns0:nvSpPr>
        <ns0:spPr>
          <ns1:xfrm>
            <ns1:off x="12609441" y="237139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07" name="c-predicted-curve-013">
            <ns1:extLst>
              <ns1:ext uri="{FF2B5EF4-FFF2-40B4-BE49-F238E27FC236}">
                <ns2:creationId id="{3286DB71-14F0-41D0-9DF9-8D907CCAA21A}"/>
              </ns1:ext>
            </ns1:extLst>
          </ns0:cNvPr>
          <ns0:cNvSpPr>
            <ns1:spLocks noGrp="1"/>
          </ns0:cNvSpPr>
          <ns0:nvPr/>
        </ns0:nvSpPr>
        <ns0:spPr>
          <ns1:xfrm>
            <ns1:off x="12615742" y="23685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08" name="c-predicted-curve-014">
            <ns1:extLst>
              <ns1:ext uri="{FF2B5EF4-FFF2-40B4-BE49-F238E27FC236}">
                <ns2:creationId id="{D06E1143-24ED-4619-9097-56320846E329}"/>
              </ns1:ext>
            </ns1:extLst>
          </ns0:cNvPr>
          <ns0:cNvSpPr>
            <ns1:spLocks noGrp="1"/>
          </ns0:cNvSpPr>
          <ns0:nvPr/>
        </ns0:nvSpPr>
        <ns0:spPr>
          <ns1:xfrm>
            <ns1:off x="12622042" y="236659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09" name="c-predicted-curve-015">
            <ns1:extLst>
              <ns1:ext uri="{FF2B5EF4-FFF2-40B4-BE49-F238E27FC236}">
                <ns2:creationId id="{83D8B199-3006-4744-86F1-3587D362CD0F}"/>
              </ns1:ext>
            </ns1:extLst>
          </ns0:cNvPr>
          <ns0:cNvSpPr>
            <ns1:spLocks noGrp="1"/>
          </ns0:cNvSpPr>
          <ns0:nvPr/>
        </ns0:nvSpPr>
        <ns0:spPr>
          <ns1:xfrm>
            <ns1:off x="12628342" y="236555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10" name="c-predicted-curve-016">
            <ns1:extLst>
              <ns1:ext uri="{FF2B5EF4-FFF2-40B4-BE49-F238E27FC236}">
                <ns2:creationId id="{598592FA-3560-43A7-A07B-E9E452567E60}"/>
              </ns1:ext>
            </ns1:extLst>
          </ns0:cNvPr>
          <ns0:cNvSpPr>
            <ns1:spLocks noGrp="1"/>
          </ns0:cNvSpPr>
          <ns0:nvPr/>
        </ns0:nvSpPr>
        <ns0:spPr>
          <ns1:xfrm>
            <ns1:off x="12634642" y="236540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11" name="c-predicted-curve-017">
            <ns1:extLst>
              <ns1:ext uri="{FF2B5EF4-FFF2-40B4-BE49-F238E27FC236}">
                <ns2:creationId id="{AA7F82F7-3EF6-4CC3-89FA-E31058CA16FC}"/>
              </ns1:ext>
            </ns1:extLst>
          </ns0:cNvPr>
          <ns0:cNvSpPr>
            <ns1:spLocks noGrp="1"/>
          </ns0:cNvSpPr>
          <ns0:nvPr/>
        </ns0:nvSpPr>
        <ns0:spPr>
          <ns1:xfrm>
            <ns1:off x="12640943" y="23661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12" name="c-predicted-curve-018">
            <ns1:extLst>
              <ns1:ext uri="{FF2B5EF4-FFF2-40B4-BE49-F238E27FC236}">
                <ns2:creationId id="{124D296C-A0D9-47CB-9BEE-DE96ADF3A6EC}"/>
              </ns1:ext>
            </ns1:extLst>
          </ns0:cNvPr>
          <ns0:cNvSpPr>
            <ns1:spLocks noGrp="1"/>
          </ns0:cNvSpPr>
          <ns0:nvPr/>
        </ns0:nvSpPr>
        <ns0:spPr>
          <ns1:xfrm>
            <ns1:off x="12647243" y="236772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13" name="c-predicted-curve-019">
            <ns1:extLst>
              <ns1:ext uri="{FF2B5EF4-FFF2-40B4-BE49-F238E27FC236}">
                <ns2:creationId id="{2197AF8A-B80B-4F40-97B2-9DC2BBF0A2BD}"/>
              </ns1:ext>
            </ns1:extLst>
          </ns0:cNvPr>
          <ns0:cNvSpPr>
            <ns1:spLocks noGrp="1"/>
          </ns0:cNvSpPr>
          <ns0:nvPr/>
        </ns0:nvSpPr>
        <ns0:spPr>
          <ns1:xfrm>
            <ns1:off x="12653543" y="23701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14" name="c-predicted-curve-020">
            <ns1:extLst>
              <ns1:ext uri="{FF2B5EF4-FFF2-40B4-BE49-F238E27FC236}">
                <ns2:creationId id="{46726771-9667-46D0-89F3-B3D1850F31EF}"/>
              </ns1:ext>
            </ns1:extLst>
          </ns0:cNvPr>
          <ns0:cNvSpPr>
            <ns1:spLocks noGrp="1"/>
          </ns0:cNvSpPr>
          <ns0:nvPr/>
        </ns0:nvSpPr>
        <ns0:spPr>
          <ns1:xfrm>
            <ns1:off x="12659843" y="237333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15" name="c-predicted-curve-021">
            <ns1:extLst>
              <ns1:ext uri="{FF2B5EF4-FFF2-40B4-BE49-F238E27FC236}">
                <ns2:creationId id="{E162E4A6-D277-4CB5-95C3-BE0BAF61F9EE}"/>
              </ns1:ext>
            </ns1:extLst>
          </ns0:cNvPr>
          <ns0:cNvSpPr>
            <ns1:spLocks noGrp="1"/>
          </ns0:cNvSpPr>
          <ns0:nvPr/>
        </ns0:nvSpPr>
        <ns0:spPr>
          <ns1:xfrm>
            <ns1:off x="12666143" y="237727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16" name="c-predicted-curve-022">
            <ns1:extLst>
              <ns1:ext uri="{FF2B5EF4-FFF2-40B4-BE49-F238E27FC236}">
                <ns2:creationId id="{0A3ACAFA-9DB7-4CA8-B8DE-BBDF28A549B0}"/>
              </ns1:ext>
            </ns1:extLst>
          </ns0:cNvPr>
          <ns0:cNvSpPr>
            <ns1:spLocks noGrp="1"/>
          </ns0:cNvSpPr>
          <ns0:nvPr/>
        </ns0:nvSpPr>
        <ns0:spPr>
          <ns1:xfrm>
            <ns1:off x="12672444" y="238190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17" name="c-predicted-curve-023">
            <ns1:extLst>
              <ns1:ext uri="{FF2B5EF4-FFF2-40B4-BE49-F238E27FC236}">
                <ns2:creationId id="{E12BFE28-3600-4E5D-87A4-15929A91FBEE}"/>
              </ns1:ext>
            </ns1:extLst>
          </ns0:cNvPr>
          <ns0:cNvSpPr>
            <ns1:spLocks noGrp="1"/>
          </ns0:cNvSpPr>
          <ns0:nvPr/>
        </ns0:nvSpPr>
        <ns0:spPr>
          <ns1:xfrm>
            <ns1:off x="12678744" y="238717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18" name="c-predicted-curve-024">
            <ns1:extLst>
              <ns1:ext uri="{FF2B5EF4-FFF2-40B4-BE49-F238E27FC236}">
                <ns2:creationId id="{38CFB0D3-6BCC-4F8A-97DB-27F4FE6DAAA7}"/>
              </ns1:ext>
            </ns1:extLst>
          </ns0:cNvPr>
          <ns0:cNvSpPr>
            <ns1:spLocks noGrp="1"/>
          </ns0:cNvSpPr>
          <ns0:nvPr/>
        </ns0:nvSpPr>
        <ns0:spPr>
          <ns1:xfrm>
            <ns1:off x="12685044" y="239299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19" name="c-predicted-curve-025">
            <ns1:extLst>
              <ns1:ext uri="{FF2B5EF4-FFF2-40B4-BE49-F238E27FC236}">
                <ns2:creationId id="{391ADA59-B6A8-453C-B4B8-DAC6E5E510E8}"/>
              </ns1:ext>
            </ns1:extLst>
          </ns0:cNvPr>
          <ns0:cNvSpPr>
            <ns1:spLocks noGrp="1"/>
          </ns0:cNvSpPr>
          <ns0:nvPr/>
        </ns0:nvSpPr>
        <ns0:spPr>
          <ns1:xfrm>
            <ns1:off x="12691344" y="239932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20" name="c-predicted-curve-026">
            <ns1:extLst>
              <ns1:ext uri="{FF2B5EF4-FFF2-40B4-BE49-F238E27FC236}">
                <ns2:creationId id="{2EAC4F8B-249E-48A2-84BA-F040804D8EE8}"/>
              </ns1:ext>
            </ns1:extLst>
          </ns0:cNvPr>
          <ns0:cNvSpPr>
            <ns1:spLocks noGrp="1"/>
          </ns0:cNvSpPr>
          <ns0:nvPr/>
        </ns0:nvSpPr>
        <ns0:spPr>
          <ns1:xfrm>
            <ns1:off x="12697645" y="240608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21" name="c-predicted-curve-027">
            <ns1:extLst>
              <ns1:ext uri="{FF2B5EF4-FFF2-40B4-BE49-F238E27FC236}">
                <ns2:creationId id="{2B76870F-84C1-48D8-B470-92E094EEC3EA}"/>
              </ns1:ext>
            </ns1:extLst>
          </ns0:cNvPr>
          <ns0:cNvSpPr>
            <ns1:spLocks noGrp="1"/>
          </ns0:cNvSpPr>
          <ns0:nvPr/>
        </ns0:nvSpPr>
        <ns0:spPr>
          <ns1:xfrm>
            <ns1:off x="12703945" y="241319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22" name="c-predicted-curve-028">
            <ns1:extLst>
              <ns1:ext uri="{FF2B5EF4-FFF2-40B4-BE49-F238E27FC236}">
                <ns2:creationId id="{D603EFA1-4C40-4410-ABB3-FF20989B468D}"/>
              </ns1:ext>
            </ns1:extLst>
          </ns0:cNvPr>
          <ns0:cNvSpPr>
            <ns1:spLocks noGrp="1"/>
          </ns0:cNvSpPr>
          <ns0:nvPr/>
        </ns0:nvSpPr>
        <ns0:spPr>
          <ns1:xfrm>
            <ns1:off x="12710245" y="242057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23" name="c-predicted-curve-029">
            <ns1:extLst>
              <ns1:ext uri="{FF2B5EF4-FFF2-40B4-BE49-F238E27FC236}">
                <ns2:creationId id="{18949B32-1B09-44D3-8839-FCF1D8636B47}"/>
              </ns1:ext>
            </ns1:extLst>
          </ns0:cNvPr>
          <ns0:cNvSpPr>
            <ns1:spLocks noGrp="1"/>
          </ns0:cNvSpPr>
          <ns0:nvPr/>
        </ns0:nvSpPr>
        <ns0:spPr>
          <ns1:xfrm>
            <ns1:off x="12716545" y="242814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24" name="c-predicted-curve-030">
            <ns1:extLst>
              <ns1:ext uri="{FF2B5EF4-FFF2-40B4-BE49-F238E27FC236}">
                <ns2:creationId id="{F1526CF4-60CD-4B64-8EEB-1BC3FEF036AE}"/>
              </ns1:ext>
            </ns1:extLst>
          </ns0:cNvPr>
          <ns0:cNvSpPr>
            <ns1:spLocks noGrp="1"/>
          </ns0:cNvSpPr>
          <ns0:nvPr/>
        </ns0:nvSpPr>
        <ns0:spPr>
          <ns1:xfrm>
            <ns1:off x="12722846" y="243582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25" name="c-predicted-curve-031">
            <ns1:extLst>
              <ns1:ext uri="{FF2B5EF4-FFF2-40B4-BE49-F238E27FC236}">
                <ns2:creationId id="{4FD9619D-1FAF-46B5-A091-A13647778799}"/>
              </ns1:ext>
            </ns1:extLst>
          </ns0:cNvPr>
          <ns0:cNvSpPr>
            <ns1:spLocks noGrp="1"/>
          </ns0:cNvSpPr>
          <ns0:nvPr/>
        </ns0:nvSpPr>
        <ns0:spPr>
          <ns1:xfrm>
            <ns1:off x="12729146" y="24435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26" name="c-predicted-curve-032">
            <ns1:extLst>
              <ns1:ext uri="{FF2B5EF4-FFF2-40B4-BE49-F238E27FC236}">
                <ns2:creationId id="{C53FD588-05C2-48DC-BCE2-0E45F3D838CF}"/>
              </ns1:ext>
            </ns1:extLst>
          </ns0:cNvPr>
          <ns0:cNvSpPr>
            <ns1:spLocks noGrp="1"/>
          </ns0:cNvSpPr>
          <ns0:nvPr/>
        </ns0:nvSpPr>
        <ns0:spPr>
          <ns1:xfrm>
            <ns1:off x="12735446" y="24511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27" name="c-predicted-curve-033">
            <ns1:extLst>
              <ns1:ext uri="{FF2B5EF4-FFF2-40B4-BE49-F238E27FC236}">
                <ns2:creationId id="{755C5E95-958E-499B-A40B-9E04A9786E62}"/>
              </ns1:ext>
            </ns1:extLst>
          </ns0:cNvPr>
          <ns0:cNvSpPr>
            <ns1:spLocks noGrp="1"/>
          </ns0:cNvSpPr>
          <ns0:nvPr/>
        </ns0:nvSpPr>
        <ns0:spPr>
          <ns1:xfrm>
            <ns1:off x="12741746" y="245872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28" name="c-predicted-curve-034">
            <ns1:extLst>
              <ns1:ext uri="{FF2B5EF4-FFF2-40B4-BE49-F238E27FC236}">
                <ns2:creationId id="{E611F045-CD2E-46BE-B359-12F0452914A9}"/>
              </ns1:ext>
            </ns1:extLst>
          </ns0:cNvPr>
          <ns0:cNvSpPr>
            <ns1:spLocks noGrp="1"/>
          </ns0:cNvSpPr>
          <ns0:nvPr/>
        </ns0:nvSpPr>
        <ns0:spPr>
          <ns1:xfrm>
            <ns1:off x="12748047" y="24660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29" name="c-predicted-curve-035">
            <ns1:extLst>
              <ns1:ext uri="{FF2B5EF4-FFF2-40B4-BE49-F238E27FC236}">
                <ns2:creationId id="{038F46B1-E195-43B6-873D-478C097F9F14}"/>
              </ns1:ext>
            </ns1:extLst>
          </ns0:cNvPr>
          <ns0:cNvSpPr>
            <ns1:spLocks noGrp="1"/>
          </ns0:cNvSpPr>
          <ns0:nvPr/>
        </ns0:nvSpPr>
        <ns0:spPr>
          <ns1:xfrm>
            <ns1:off x="12754347" y="247307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30" name="c-predicted-curve-036">
            <ns1:extLst>
              <ns1:ext uri="{FF2B5EF4-FFF2-40B4-BE49-F238E27FC236}">
                <ns2:creationId id="{EDB73BCA-9AC2-4D10-81DB-1340D4AE9483}"/>
              </ns1:ext>
            </ns1:extLst>
          </ns0:cNvPr>
          <ns0:cNvSpPr>
            <ns1:spLocks noGrp="1"/>
          </ns0:cNvSpPr>
          <ns0:nvPr/>
        </ns0:nvSpPr>
        <ns0:spPr>
          <ns1:xfrm>
            <ns1:off x="12760647" y="24797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31" name="c-predicted-curve-037">
            <ns1:extLst>
              <ns1:ext uri="{FF2B5EF4-FFF2-40B4-BE49-F238E27FC236}">
                <ns2:creationId id="{DA5C0B0F-40C1-4550-87B6-70ED7FBAF646}"/>
              </ns1:ext>
            </ns1:extLst>
          </ns0:cNvPr>
          <ns0:cNvSpPr>
            <ns1:spLocks noGrp="1"/>
          </ns0:cNvSpPr>
          <ns0:nvPr/>
        </ns0:nvSpPr>
        <ns0:spPr>
          <ns1:xfrm>
            <ns1:off x="12766947" y="248599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32" name="c-predicted-curve-038">
            <ns1:extLst>
              <ns1:ext uri="{FF2B5EF4-FFF2-40B4-BE49-F238E27FC236}">
                <ns2:creationId id="{211B9470-EC6D-4545-B9BC-D4E116B71518}"/>
              </ns1:ext>
            </ns1:extLst>
          </ns0:cNvPr>
          <ns0:cNvSpPr>
            <ns1:spLocks noGrp="1"/>
          </ns0:cNvSpPr>
          <ns0:nvPr/>
        </ns0:nvSpPr>
        <ns0:spPr>
          <ns1:xfrm>
            <ns1:off x="12773247" y="249175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33" name="c-predicted-curve-039">
            <ns1:extLst>
              <ns1:ext uri="{FF2B5EF4-FFF2-40B4-BE49-F238E27FC236}">
                <ns2:creationId id="{DD233EE2-156D-4691-AC41-92E58986C676}"/>
              </ns1:ext>
            </ns1:extLst>
          </ns0:cNvPr>
          <ns0:cNvSpPr>
            <ns1:spLocks noGrp="1"/>
          </ns0:cNvSpPr>
          <ns0:nvPr/>
        </ns0:nvSpPr>
        <ns0:spPr>
          <ns1:xfrm>
            <ns1:off x="12779548" y="249696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34" name="c-predicted-curve-040">
            <ns1:extLst>
              <ns1:ext uri="{FF2B5EF4-FFF2-40B4-BE49-F238E27FC236}">
                <ns2:creationId id="{B42D7925-5A3C-4A95-A7CA-3CAE1822C331}"/>
              </ns1:ext>
            </ns1:extLst>
          </ns0:cNvPr>
          <ns0:cNvSpPr>
            <ns1:spLocks noGrp="1"/>
          </ns0:cNvSpPr>
          <ns0:nvPr/>
        </ns0:nvSpPr>
        <ns0:spPr>
          <ns1:xfrm>
            <ns1:off x="12785848" y="250157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35" name="c-predicted-curve-041">
            <ns1:extLst>
              <ns1:ext uri="{FF2B5EF4-FFF2-40B4-BE49-F238E27FC236}">
                <ns2:creationId id="{1515789F-2827-4403-BB7B-0162DA512CC0}"/>
              </ns1:ext>
            </ns1:extLst>
          </ns0:cNvPr>
          <ns0:cNvSpPr>
            <ns1:spLocks noGrp="1"/>
          </ns0:cNvSpPr>
          <ns0:nvPr/>
        </ns0:nvSpPr>
        <ns0:spPr>
          <ns1:xfrm>
            <ns1:off x="12792148" y="250555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36" name="c-predicted-curve-042">
            <ns1:extLst>
              <ns1:ext uri="{FF2B5EF4-FFF2-40B4-BE49-F238E27FC236}">
                <ns2:creationId id="{4B6385A3-24EB-485B-BEF2-2A60A6043A63}"/>
              </ns1:ext>
            </ns1:extLst>
          </ns0:cNvPr>
          <ns0:cNvSpPr>
            <ns1:spLocks noGrp="1"/>
          </ns0:cNvSpPr>
          <ns0:nvPr/>
        </ns0:nvSpPr>
        <ns0:spPr>
          <ns1:xfrm>
            <ns1:off x="12798448" y="25088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37" name="c-predicted-curve-043">
            <ns1:extLst>
              <ns1:ext uri="{FF2B5EF4-FFF2-40B4-BE49-F238E27FC236}">
                <ns2:creationId id="{782A052F-E33F-4A90-9C27-55DCCBC502A7}"/>
              </ns1:ext>
            </ns1:extLst>
          </ns0:cNvPr>
          <ns0:cNvSpPr>
            <ns1:spLocks noGrp="1"/>
          </ns0:cNvSpPr>
          <ns0:nvPr/>
        </ns0:nvSpPr>
        <ns0:spPr>
          <ns1:xfrm>
            <ns1:off x="12804749" y="251142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38" name="c-predicted-curve-044">
            <ns1:extLst>
              <ns1:ext uri="{FF2B5EF4-FFF2-40B4-BE49-F238E27FC236}">
                <ns2:creationId id="{906446FA-8D41-44C0-8C7C-F8CE8091CE9B}"/>
              </ns1:ext>
            </ns1:extLst>
          </ns0:cNvPr>
          <ns0:cNvSpPr>
            <ns1:spLocks noGrp="1"/>
          </ns0:cNvSpPr>
          <ns0:nvPr/>
        </ns0:nvSpPr>
        <ns0:spPr>
          <ns1:xfrm>
            <ns1:off x="12811049" y="251326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39" name="c-predicted-curve-045">
            <ns1:extLst>
              <ns1:ext uri="{FF2B5EF4-FFF2-40B4-BE49-F238E27FC236}">
                <ns2:creationId id="{F559DE6B-B4D7-4D99-BF54-F403E5202E7E}"/>
              </ns1:ext>
            </ns1:extLst>
          </ns0:cNvPr>
          <ns0:cNvSpPr>
            <ns1:spLocks noGrp="1"/>
          </ns0:cNvSpPr>
          <ns0:nvPr/>
        </ns0:nvSpPr>
        <ns0:spPr>
          <ns1:xfrm>
            <ns1:off x="12817349" y="251435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40" name="c-predicted-curve-046">
            <ns1:extLst>
              <ns1:ext uri="{FF2B5EF4-FFF2-40B4-BE49-F238E27FC236}">
                <ns2:creationId id="{14EE5B0A-C158-4F82-97C5-E8F6E63F6356}"/>
              </ns1:ext>
            </ns1:extLst>
          </ns0:cNvPr>
          <ns0:cNvSpPr>
            <ns1:spLocks noGrp="1"/>
          </ns0:cNvSpPr>
          <ns0:nvPr/>
        </ns0:nvSpPr>
        <ns0:spPr>
          <ns1:xfrm>
            <ns1:off x="12823649" y="251467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41" name="c-predicted-curve-047">
            <ns1:extLst>
              <ns1:ext uri="{FF2B5EF4-FFF2-40B4-BE49-F238E27FC236}">
                <ns2:creationId id="{FC5778EB-828D-4A77-9DB2-60D0CC96DF15}"/>
              </ns1:ext>
            </ns1:extLst>
          </ns0:cNvPr>
          <ns0:cNvSpPr>
            <ns1:spLocks noGrp="1"/>
          </ns0:cNvSpPr>
          <ns0:nvPr/>
        </ns0:nvSpPr>
        <ns0:spPr>
          <ns1:xfrm>
            <ns1:off x="12829950" y="251423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42" name="c-predicted-curve-048">
            <ns1:extLst>
              <ns1:ext uri="{FF2B5EF4-FFF2-40B4-BE49-F238E27FC236}">
                <ns2:creationId id="{B1EA13F0-EA46-4788-904C-0018CAA30A44}"/>
              </ns1:ext>
            </ns1:extLst>
          </ns0:cNvPr>
          <ns0:cNvSpPr>
            <ns1:spLocks noGrp="1"/>
          </ns0:cNvSpPr>
          <ns0:nvPr/>
        </ns0:nvSpPr>
        <ns0:spPr>
          <ns1:xfrm>
            <ns1:off x="12836250" y="25130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43" name="c-predicted-curve-049">
            <ns1:extLst>
              <ns1:ext uri="{FF2B5EF4-FFF2-40B4-BE49-F238E27FC236}">
                <ns2:creationId id="{310CC1C0-2DFA-4573-8B2C-EED3513928B8}"/>
              </ns1:ext>
            </ns1:extLst>
          </ns0:cNvPr>
          <ns0:cNvSpPr>
            <ns1:spLocks noGrp="1"/>
          </ns0:cNvSpPr>
          <ns0:nvPr/>
        </ns0:nvSpPr>
        <ns0:spPr>
          <ns1:xfrm>
            <ns1:off x="12842550" y="251109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44" name="c-predicted-curve-050">
            <ns1:extLst>
              <ns1:ext uri="{FF2B5EF4-FFF2-40B4-BE49-F238E27FC236}">
                <ns2:creationId id="{EEE549AE-607C-4A6E-8BF0-8F5D29855797}"/>
              </ns1:ext>
            </ns1:extLst>
          </ns0:cNvPr>
          <ns0:cNvSpPr>
            <ns1:spLocks noGrp="1"/>
          </ns0:cNvSpPr>
          <ns0:nvPr/>
        </ns0:nvSpPr>
        <ns0:spPr>
          <ns1:xfrm>
            <ns1:off x="12848850" y="25084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45" name="c-predicted-curve-051">
            <ns1:extLst>
              <ns1:ext uri="{FF2B5EF4-FFF2-40B4-BE49-F238E27FC236}">
                <ns2:creationId id="{6BDC7A55-A88B-4180-B062-DD1F8DEC5D83}"/>
              </ns1:ext>
            </ns1:extLst>
          </ns0:cNvPr>
          <ns0:cNvSpPr>
            <ns1:spLocks noGrp="1"/>
          </ns0:cNvSpPr>
          <ns0:nvPr/>
        </ns0:nvSpPr>
        <ns0:spPr>
          <ns1:xfrm>
            <ns1:off x="12855151" y="250506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46" name="c-predicted-curve-052">
            <ns1:extLst>
              <ns1:ext uri="{FF2B5EF4-FFF2-40B4-BE49-F238E27FC236}">
                <ns2:creationId id="{A3574DFA-3547-475B-A154-9D9FA3C2A6EA}"/>
              </ns1:ext>
            </ns1:extLst>
          </ns0:cNvPr>
          <ns0:cNvSpPr>
            <ns1:spLocks noGrp="1"/>
          </ns0:cNvSpPr>
          <ns0:nvPr/>
        </ns0:nvSpPr>
        <ns0:spPr>
          <ns1:xfrm>
            <ns1:off x="12861451" y="250104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47" name="c-predicted-curve-053">
            <ns1:extLst>
              <ns1:ext uri="{FF2B5EF4-FFF2-40B4-BE49-F238E27FC236}">
                <ns2:creationId id="{C79D6DB4-92B1-415A-ACDD-73F849928681}"/>
              </ns1:ext>
            </ns1:extLst>
          </ns0:cNvPr>
          <ns0:cNvSpPr>
            <ns1:spLocks noGrp="1"/>
          </ns0:cNvSpPr>
          <ns0:nvPr/>
        </ns0:nvSpPr>
        <ns0:spPr>
          <ns1:xfrm>
            <ns1:off x="12867751" y="249639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48" name="c-predicted-curve-054">
            <ns1:extLst>
              <ns1:ext uri="{FF2B5EF4-FFF2-40B4-BE49-F238E27FC236}">
                <ns2:creationId id="{35F5659F-0D33-4716-9D3C-122C21B61123}"/>
              </ns1:ext>
            </ns1:extLst>
          </ns0:cNvPr>
          <ns0:cNvSpPr>
            <ns1:spLocks noGrp="1"/>
          </ns0:cNvSpPr>
          <ns0:nvPr/>
        </ns0:nvSpPr>
        <ns0:spPr>
          <ns1:xfrm>
            <ns1:off x="12874051" y="249116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49" name="c-predicted-curve-055">
            <ns1:extLst>
              <ns1:ext uri="{FF2B5EF4-FFF2-40B4-BE49-F238E27FC236}">
                <ns2:creationId id="{1DF0E831-A73A-464D-9FF8-8BD21D958EBF}"/>
              </ns1:ext>
            </ns1:extLst>
          </ns0:cNvPr>
          <ns0:cNvSpPr>
            <ns1:spLocks noGrp="1"/>
          </ns0:cNvSpPr>
          <ns0:nvPr/>
        </ns0:nvSpPr>
        <ns0:spPr>
          <ns1:xfrm>
            <ns1:off x="12880351" y="248540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50" name="c-predicted-curve-056">
            <ns1:extLst>
              <ns1:ext uri="{FF2B5EF4-FFF2-40B4-BE49-F238E27FC236}">
                <ns2:creationId id="{556E84DA-8C7C-4D81-8944-81608C61189A}"/>
              </ns1:ext>
            </ns1:extLst>
          </ns0:cNvPr>
          <ns0:cNvSpPr>
            <ns1:spLocks noGrp="1"/>
          </ns0:cNvSpPr>
          <ns0:nvPr/>
        </ns0:nvSpPr>
        <ns0:spPr>
          <ns1:xfrm>
            <ns1:off x="12886652" y="247917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51" name="c-predicted-curve-057">
            <ns1:extLst>
              <ns1:ext uri="{FF2B5EF4-FFF2-40B4-BE49-F238E27FC236}">
                <ns2:creationId id="{BD5BBC23-949E-4398-A97D-B26F49628380}"/>
              </ns1:ext>
            </ns1:extLst>
          </ns0:cNvPr>
          <ns0:cNvSpPr>
            <ns1:spLocks noGrp="1"/>
          </ns0:cNvSpPr>
          <ns0:nvPr/>
        </ns0:nvSpPr>
        <ns0:spPr>
          <ns1:xfrm>
            <ns1:off x="12892952" y="247253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52" name="c-predicted-curve-058">
            <ns1:extLst>
              <ns1:ext uri="{FF2B5EF4-FFF2-40B4-BE49-F238E27FC236}">
                <ns2:creationId id="{F39E5407-A344-43A9-A9D1-871754D752D7}"/>
              </ns1:ext>
            </ns1:extLst>
          </ns0:cNvPr>
          <ns0:cNvSpPr>
            <ns1:spLocks noGrp="1"/>
          </ns0:cNvSpPr>
          <ns0:nvPr/>
        </ns0:nvSpPr>
        <ns0:spPr>
          <ns1:xfrm>
            <ns1:off x="12899252" y="246553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53" name="c-predicted-curve-059">
            <ns1:extLst>
              <ns1:ext uri="{FF2B5EF4-FFF2-40B4-BE49-F238E27FC236}">
                <ns2:creationId id="{5C976AE8-D79E-45DE-A2C1-DAFF2B0FD05D}"/>
              </ns1:ext>
            </ns1:extLst>
          </ns0:cNvPr>
          <ns0:cNvSpPr>
            <ns1:spLocks noGrp="1"/>
          </ns0:cNvSpPr>
          <ns0:nvPr/>
        </ns0:nvSpPr>
        <ns0:spPr>
          <ns1:xfrm>
            <ns1:off x="12905552" y="24582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54" name="c-predicted-curve-060">
            <ns1:extLst>
              <ns1:ext uri="{FF2B5EF4-FFF2-40B4-BE49-F238E27FC236}">
                <ns2:creationId id="{9E4015F2-2266-49A7-BE19-391DCF3D9A7A}"/>
              </ns1:ext>
            </ns1:extLst>
          </ns0:cNvPr>
          <ns0:cNvSpPr>
            <ns1:spLocks noGrp="1"/>
          </ns0:cNvSpPr>
          <ns0:nvPr/>
        </ns0:nvSpPr>
        <ns0:spPr>
          <ns1:xfrm>
            <ns1:off x="12911853" y="245072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55" name="c-predicted-curve-061">
            <ns1:extLst>
              <ns1:ext uri="{FF2B5EF4-FFF2-40B4-BE49-F238E27FC236}">
                <ns2:creationId id="{C5983BB0-0917-4734-B353-DFF4DAEF3CED}"/>
              </ns1:ext>
            </ns1:extLst>
          </ns0:cNvPr>
          <ns0:cNvSpPr>
            <ns1:spLocks noGrp="1"/>
          </ns0:cNvSpPr>
          <ns0:nvPr/>
        </ns0:nvSpPr>
        <ns0:spPr>
          <ns1:xfrm>
            <ns1:off x="12918153" y="244305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56" name="c-predicted-curve-062">
            <ns1:extLst>
              <ns1:ext uri="{FF2B5EF4-FFF2-40B4-BE49-F238E27FC236}">
                <ns2:creationId id="{9F2EAFE0-F515-4C69-B841-88A949F068AC}"/>
              </ns1:ext>
            </ns1:extLst>
          </ns0:cNvPr>
          <ns0:cNvSpPr>
            <ns1:spLocks noGrp="1"/>
          </ns0:cNvSpPr>
          <ns0:nvPr/>
        </ns0:nvSpPr>
        <ns0:spPr>
          <ns1:xfrm>
            <ns1:off x="12924453" y="243527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57" name="c-predicted-curve-063">
            <ns1:extLst>
              <ns1:ext uri="{FF2B5EF4-FFF2-40B4-BE49-F238E27FC236}">
                <ns2:creationId id="{9A652297-03A3-406D-96E6-8976F7501A7E}"/>
              </ns1:ext>
            </ns1:extLst>
          </ns0:cNvPr>
          <ns0:cNvSpPr>
            <ns1:spLocks noGrp="1"/>
          </ns0:cNvSpPr>
          <ns0:nvPr/>
        </ns0:nvSpPr>
        <ns0:spPr>
          <ns1:xfrm>
            <ns1:off x="12930753" y="242746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58" name="c-predicted-curve-064">
            <ns1:extLst>
              <ns1:ext uri="{FF2B5EF4-FFF2-40B4-BE49-F238E27FC236}">
                <ns2:creationId id="{3B263625-2EBB-453F-8FBB-C3B4102D37A0}"/>
              </ns1:ext>
            </ns1:extLst>
          </ns0:cNvPr>
          <ns0:cNvSpPr>
            <ns1:spLocks noGrp="1"/>
          </ns0:cNvSpPr>
          <ns0:nvPr/>
        </ns0:nvSpPr>
        <ns0:spPr>
          <ns1:xfrm>
            <ns1:off x="12937054" y="241969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59" name="c-predicted-curve-065">
            <ns1:extLst>
              <ns1:ext uri="{FF2B5EF4-FFF2-40B4-BE49-F238E27FC236}">
                <ns2:creationId id="{78D8561E-94D7-4229-9FF6-224879D467ED}"/>
              </ns1:ext>
            </ns1:extLst>
          </ns0:cNvPr>
          <ns0:cNvSpPr>
            <ns1:spLocks noGrp="1"/>
          </ns0:cNvSpPr>
          <ns0:nvPr/>
        </ns0:nvSpPr>
        <ns0:spPr>
          <ns1:xfrm>
            <ns1:off x="12943354" y="241200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60" name="c-predicted-curve-066">
            <ns1:extLst>
              <ns1:ext uri="{FF2B5EF4-FFF2-40B4-BE49-F238E27FC236}">
                <ns2:creationId id="{83885650-7C91-40B1-A95A-427204E6B4A3}"/>
              </ns1:ext>
            </ns1:extLst>
          </ns0:cNvPr>
          <ns0:cNvSpPr>
            <ns1:spLocks noGrp="1"/>
          </ns0:cNvSpPr>
          <ns0:nvPr/>
        </ns0:nvSpPr>
        <ns0:spPr>
          <ns1:xfrm>
            <ns1:off x="12949654" y="240445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61" name="c-predicted-curve-067">
            <ns1:extLst>
              <ns1:ext uri="{FF2B5EF4-FFF2-40B4-BE49-F238E27FC236}">
                <ns2:creationId id="{75E054CF-6774-4891-B69A-C6A7B585D7B7}"/>
              </ns1:ext>
            </ns1:extLst>
          </ns0:cNvPr>
          <ns0:cNvSpPr>
            <ns1:spLocks noGrp="1"/>
          </ns0:cNvSpPr>
          <ns0:nvPr/>
        </ns0:nvSpPr>
        <ns0:spPr>
          <ns1:xfrm>
            <ns1:off x="12955954" y="239710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62" name="c-predicted-curve-068">
            <ns1:extLst>
              <ns1:ext uri="{FF2B5EF4-FFF2-40B4-BE49-F238E27FC236}">
                <ns2:creationId id="{ABC19FE0-3B40-43A5-96EE-BDBA1FF1EC9E}"/>
              </ns1:ext>
            </ns1:extLst>
          </ns0:cNvPr>
          <ns0:cNvSpPr>
            <ns1:spLocks noGrp="1"/>
          </ns0:cNvSpPr>
          <ns0:nvPr/>
        </ns0:nvSpPr>
        <ns0:spPr>
          <ns1:xfrm>
            <ns1:off x="12962255" y="239000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63" name="c-predicted-curve-069">
            <ns1:extLst>
              <ns1:ext uri="{FF2B5EF4-FFF2-40B4-BE49-F238E27FC236}">
                <ns2:creationId id="{B43CEAFC-EBA5-4E97-B3A4-632F340FE190}"/>
              </ns1:ext>
            </ns1:extLst>
          </ns0:cNvPr>
          <ns0:cNvSpPr>
            <ns1:spLocks noGrp="1"/>
          </ns0:cNvSpPr>
          <ns0:nvPr/>
        </ns0:nvSpPr>
        <ns0:spPr>
          <ns1:xfrm>
            <ns1:off x="12968555" y="238318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64" name="c-predicted-curve-070">
            <ns1:extLst>
              <ns1:ext uri="{FF2B5EF4-FFF2-40B4-BE49-F238E27FC236}">
                <ns2:creationId id="{95DE484B-C16C-49E3-B9D5-A74810455505}"/>
              </ns1:ext>
            </ns1:extLst>
          </ns0:cNvPr>
          <ns0:cNvSpPr>
            <ns1:spLocks noGrp="1"/>
          </ns0:cNvSpPr>
          <ns0:nvPr/>
        </ns0:nvSpPr>
        <ns0:spPr>
          <ns1:xfrm>
            <ns1:off x="12974855" y="237669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65" name="c-predicted-curve-071">
            <ns1:extLst>
              <ns1:ext uri="{FF2B5EF4-FFF2-40B4-BE49-F238E27FC236}">
                <ns2:creationId id="{1CA34BF5-F1E0-4A07-90F0-F6FC11934030}"/>
              </ns1:ext>
            </ns1:extLst>
          </ns0:cNvPr>
          <ns0:cNvSpPr>
            <ns1:spLocks noGrp="1"/>
          </ns0:cNvSpPr>
          <ns0:nvPr/>
        </ns0:nvSpPr>
        <ns0:spPr>
          <ns1:xfrm>
            <ns1:off x="12981155" y="237055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66" name="c-predicted-curve-072">
            <ns1:extLst>
              <ns1:ext uri="{FF2B5EF4-FFF2-40B4-BE49-F238E27FC236}">
                <ns2:creationId id="{886219E0-19E2-4F8F-A1BA-1B798F73CEDD}"/>
              </ns1:ext>
            </ns1:extLst>
          </ns0:cNvPr>
          <ns0:cNvSpPr>
            <ns1:spLocks noGrp="1"/>
          </ns0:cNvSpPr>
          <ns0:nvPr/>
        </ns0:nvSpPr>
        <ns0:spPr>
          <ns1:xfrm>
            <ns1:off x="12987455" y="236478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67" name="c-predicted-curve-073">
            <ns1:extLst>
              <ns1:ext uri="{FF2B5EF4-FFF2-40B4-BE49-F238E27FC236}">
                <ns2:creationId id="{AEBE095F-B36F-4E97-8659-2AC8EAD9F8A7}"/>
              </ns1:ext>
            </ns1:extLst>
          </ns0:cNvPr>
          <ns0:cNvSpPr>
            <ns1:spLocks noGrp="1"/>
          </ns0:cNvSpPr>
          <ns0:nvPr/>
        </ns0:nvSpPr>
        <ns0:spPr>
          <ns1:xfrm>
            <ns1:off x="12993756" y="235940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68" name="c-predicted-curve-074">
            <ns1:extLst>
              <ns1:ext uri="{FF2B5EF4-FFF2-40B4-BE49-F238E27FC236}">
                <ns2:creationId id="{22D6FEBB-5032-4A41-8BE5-42CD8D94B85C}"/>
              </ns1:ext>
            </ns1:extLst>
          </ns0:cNvPr>
          <ns0:cNvSpPr>
            <ns1:spLocks noGrp="1"/>
          </ns0:cNvSpPr>
          <ns0:nvPr/>
        </ns0:nvSpPr>
        <ns0:spPr>
          <ns1:xfrm>
            <ns1:off x="13000056" y="235443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69" name="c-predicted-curve-075">
            <ns1:extLst>
              <ns1:ext uri="{FF2B5EF4-FFF2-40B4-BE49-F238E27FC236}">
                <ns2:creationId id="{FA416BF6-BA7D-4EF8-B149-F94EC368BD87}"/>
              </ns1:ext>
            </ns1:extLst>
          </ns0:cNvPr>
          <ns0:cNvSpPr>
            <ns1:spLocks noGrp="1"/>
          </ns0:cNvSpPr>
          <ns0:nvPr/>
        </ns0:nvSpPr>
        <ns0:spPr>
          <ns1:xfrm>
            <ns1:off x="13006356" y="234985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70" name="c-predicted-curve-076">
            <ns1:extLst>
              <ns1:ext uri="{FF2B5EF4-FFF2-40B4-BE49-F238E27FC236}">
                <ns2:creationId id="{E8BFB0C7-AADE-49B6-ADDE-6E8B15FE529C}"/>
              </ns1:ext>
            </ns1:extLst>
          </ns0:cNvPr>
          <ns0:cNvSpPr>
            <ns1:spLocks noGrp="1"/>
          </ns0:cNvSpPr>
          <ns0:nvPr/>
        </ns0:nvSpPr>
        <ns0:spPr>
          <ns1:xfrm>
            <ns1:off x="13012656" y="234567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71" name="c-predicted-curve-077">
            <ns1:extLst>
              <ns1:ext uri="{FF2B5EF4-FFF2-40B4-BE49-F238E27FC236}">
                <ns2:creationId id="{9F6752A4-B369-4ED4-BFEE-7777ECCF82C0}"/>
              </ns1:ext>
            </ns1:extLst>
          </ns0:cNvPr>
          <ns0:cNvSpPr>
            <ns1:spLocks noGrp="1"/>
          </ns0:cNvSpPr>
          <ns0:nvPr/>
        </ns0:nvSpPr>
        <ns0:spPr>
          <ns1:xfrm>
            <ns1:off x="13018957" y="234187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72" name="c-predicted-curve-078">
            <ns1:extLst>
              <ns1:ext uri="{FF2B5EF4-FFF2-40B4-BE49-F238E27FC236}">
                <ns2:creationId id="{525048E6-1776-4FA3-A297-8F838CC494F9}"/>
              </ns1:ext>
            </ns1:extLst>
          </ns0:cNvPr>
          <ns0:cNvSpPr>
            <ns1:spLocks noGrp="1"/>
          </ns0:cNvSpPr>
          <ns0:nvPr/>
        </ns0:nvSpPr>
        <ns0:spPr>
          <ns1:xfrm>
            <ns1:off x="13025257" y="23384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73" name="c-predicted-curve-079">
            <ns1:extLst>
              <ns1:ext uri="{FF2B5EF4-FFF2-40B4-BE49-F238E27FC236}">
                <ns2:creationId id="{1FADBEA4-9445-479D-8300-EE1446F70A5A}"/>
              </ns1:ext>
            </ns1:extLst>
          </ns0:cNvPr>
          <ns0:cNvSpPr>
            <ns1:spLocks noGrp="1"/>
          </ns0:cNvSpPr>
          <ns0:nvPr/>
        </ns0:nvSpPr>
        <ns0:spPr>
          <ns1:xfrm>
            <ns1:off x="13031557" y="233531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74" name="c-predicted-curve-080">
            <ns1:extLst>
              <ns1:ext uri="{FF2B5EF4-FFF2-40B4-BE49-F238E27FC236}">
                <ns2:creationId id="{41452518-9B90-4941-98D7-D1ED924A4DEC}"/>
              </ns1:ext>
            </ns1:extLst>
          </ns0:cNvPr>
          <ns0:cNvSpPr>
            <ns1:spLocks noGrp="1"/>
          </ns0:cNvSpPr>
          <ns0:nvPr/>
        </ns0:nvSpPr>
        <ns0:spPr>
          <ns1:xfrm>
            <ns1:off x="13037857" y="233249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75" name="c-predicted-curve-081">
            <ns1:extLst>
              <ns1:ext uri="{FF2B5EF4-FFF2-40B4-BE49-F238E27FC236}">
                <ns2:creationId id="{7A358D34-5D27-453C-B899-D95AB770D6BE}"/>
              </ns1:ext>
            </ns1:extLst>
          </ns0:cNvPr>
          <ns0:cNvSpPr>
            <ns1:spLocks noGrp="1"/>
          </ns0:cNvSpPr>
          <ns0:nvPr/>
        </ns0:nvSpPr>
        <ns0:spPr>
          <ns1:xfrm>
            <ns1:off x="13044158" y="232992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76" name="c-predicted-curve-082">
            <ns1:extLst>
              <ns1:ext uri="{FF2B5EF4-FFF2-40B4-BE49-F238E27FC236}">
                <ns2:creationId id="{F9DD4AFD-365A-42B2-AA1D-641F8AB58DE3}"/>
              </ns1:ext>
            </ns1:extLst>
          </ns0:cNvPr>
          <ns0:cNvSpPr>
            <ns1:spLocks noGrp="1"/>
          </ns0:cNvSpPr>
          <ns0:nvPr/>
        </ns0:nvSpPr>
        <ns0:spPr>
          <ns1:xfrm>
            <ns1:off x="13050458" y="232755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77" name="c-predicted-curve-083">
            <ns1:extLst>
              <ns1:ext uri="{FF2B5EF4-FFF2-40B4-BE49-F238E27FC236}">
                <ns2:creationId id="{7B6D9CE1-F0E6-4772-AAED-DFFA93C2710F}"/>
              </ns1:ext>
            </ns1:extLst>
          </ns0:cNvPr>
          <ns0:cNvSpPr>
            <ns1:spLocks noGrp="1"/>
          </ns0:cNvSpPr>
          <ns0:nvPr/>
        </ns0:nvSpPr>
        <ns0:spPr>
          <ns1:xfrm>
            <ns1:off x="13056758" y="23253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78" name="c-predicted-curve-084">
            <ns1:extLst>
              <ns1:ext uri="{FF2B5EF4-FFF2-40B4-BE49-F238E27FC236}">
                <ns2:creationId id="{0F284692-24A0-4706-8CD2-D14643C57B47}"/>
              </ns1:ext>
            </ns1:extLst>
          </ns0:cNvPr>
          <ns0:cNvSpPr>
            <ns1:spLocks noGrp="1"/>
          </ns0:cNvSpPr>
          <ns0:nvPr/>
        </ns0:nvSpPr>
        <ns0:spPr>
          <ns1:xfrm>
            <ns1:off x="13063058" y="23231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79" name="c-predicted-curve-085">
            <ns1:extLst>
              <ns1:ext uri="{FF2B5EF4-FFF2-40B4-BE49-F238E27FC236}">
                <ns2:creationId id="{11EA0BE7-5268-42E3-8895-6F85C4CFFDFE}"/>
              </ns1:ext>
            </ns1:extLst>
          </ns0:cNvPr>
          <ns0:cNvSpPr>
            <ns1:spLocks noGrp="1"/>
          </ns0:cNvSpPr>
          <ns0:nvPr/>
        </ns0:nvSpPr>
        <ns0:spPr>
          <ns1:xfrm>
            <ns1:off x="13069358" y="232108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80" name="c-predicted-curve-086">
            <ns1:extLst>
              <ns1:ext uri="{FF2B5EF4-FFF2-40B4-BE49-F238E27FC236}">
                <ns2:creationId id="{A0AAFC1D-A094-4251-893C-003A65494A7B}"/>
              </ns1:ext>
            </ns1:extLst>
          </ns0:cNvPr>
          <ns0:cNvSpPr>
            <ns1:spLocks noGrp="1"/>
          </ns0:cNvSpPr>
          <ns0:nvPr/>
        </ns0:nvSpPr>
        <ns0:spPr>
          <ns1:xfrm>
            <ns1:off x="13075659" y="23189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81" name="c-predicted-curve-087">
            <ns1:extLst>
              <ns1:ext uri="{FF2B5EF4-FFF2-40B4-BE49-F238E27FC236}">
                <ns2:creationId id="{1664630A-D46B-4F57-9992-BF23B69299D1}"/>
              </ns1:ext>
            </ns1:extLst>
          </ns0:cNvPr>
          <ns0:cNvSpPr>
            <ns1:spLocks noGrp="1"/>
          </ns0:cNvSpPr>
          <ns0:nvPr/>
        </ns0:nvSpPr>
        <ns0:spPr>
          <ns1:xfrm>
            <ns1:off x="13081959" y="231668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82" name="c-predicted-curve-088">
            <ns1:extLst>
              <ns1:ext uri="{FF2B5EF4-FFF2-40B4-BE49-F238E27FC236}">
                <ns2:creationId id="{1986F10A-95F0-426D-8D7D-55E5B63FDDA1}"/>
              </ns1:ext>
            </ns1:extLst>
          </ns0:cNvPr>
          <ns0:cNvSpPr>
            <ns1:spLocks noGrp="1"/>
          </ns0:cNvSpPr>
          <ns0:nvPr/>
        </ns0:nvSpPr>
        <ns0:spPr>
          <ns1:xfrm>
            <ns1:off x="13088259" y="23142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83" name="c-predicted-curve-089">
            <ns1:extLst>
              <ns1:ext uri="{FF2B5EF4-FFF2-40B4-BE49-F238E27FC236}">
                <ns2:creationId id="{07CD8565-DAD0-4308-8DE2-AD4A4EC31D15}"/>
              </ns1:ext>
            </ns1:extLst>
          </ns0:cNvPr>
          <ns0:cNvSpPr>
            <ns1:spLocks noGrp="1"/>
          </ns0:cNvSpPr>
          <ns0:nvPr/>
        </ns0:nvSpPr>
        <ns0:spPr>
          <ns1:xfrm>
            <ns1:off x="13094559" y="231154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84" name="c-predicted-curve-090">
            <ns1:extLst>
              <ns1:ext uri="{FF2B5EF4-FFF2-40B4-BE49-F238E27FC236}">
                <ns2:creationId id="{8AFBA852-64C0-456A-A28E-F8ED61648377}"/>
              </ns1:ext>
            </ns1:extLst>
          </ns0:cNvPr>
          <ns0:cNvSpPr>
            <ns1:spLocks noGrp="1"/>
          </ns0:cNvSpPr>
          <ns0:nvPr/>
        </ns0:nvSpPr>
        <ns0:spPr>
          <ns1:xfrm>
            <ns1:off x="13100860" y="230853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85" name="c-predicted-curve-091">
            <ns1:extLst>
              <ns1:ext uri="{FF2B5EF4-FFF2-40B4-BE49-F238E27FC236}">
                <ns2:creationId id="{BDA24DFB-6F02-42F0-9AD3-72496E64D0BE}"/>
              </ns1:ext>
            </ns1:extLst>
          </ns0:cNvPr>
          <ns0:cNvSpPr>
            <ns1:spLocks noGrp="1"/>
          </ns0:cNvSpPr>
          <ns0:nvPr/>
        </ns0:nvSpPr>
        <ns0:spPr>
          <ns1:xfrm>
            <ns1:off x="13107160" y="230511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86" name="c-predicted-curve-092">
            <ns1:extLst>
              <ns1:ext uri="{FF2B5EF4-FFF2-40B4-BE49-F238E27FC236}">
                <ns2:creationId id="{08032B87-81EF-446A-8926-595C994086B1}"/>
              </ns1:ext>
            </ns1:extLst>
          </ns0:cNvPr>
          <ns0:cNvSpPr>
            <ns1:spLocks noGrp="1"/>
          </ns0:cNvSpPr>
          <ns0:nvPr/>
        </ns0:nvSpPr>
        <ns0:spPr>
          <ns1:xfrm>
            <ns1:off x="13113460" y="23012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87" name="c-predicted-curve-093">
            <ns1:extLst>
              <ns1:ext uri="{FF2B5EF4-FFF2-40B4-BE49-F238E27FC236}">
                <ns2:creationId id="{B8D398BA-B8C3-4193-BB23-D72DA6B71C4B}"/>
              </ns1:ext>
            </ns1:extLst>
          </ns0:cNvPr>
          <ns0:cNvSpPr>
            <ns1:spLocks noGrp="1"/>
          </ns0:cNvSpPr>
          <ns0:nvPr/>
        </ns0:nvSpPr>
        <ns0:spPr>
          <ns1:xfrm>
            <ns1:off x="13119760" y="22968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88" name="c-predicted-curve-094">
            <ns1:extLst>
              <ns1:ext uri="{FF2B5EF4-FFF2-40B4-BE49-F238E27FC236}">
                <ns2:creationId id="{ECEF9017-C2AB-491F-888D-6E8D799829FD}"/>
              </ns1:ext>
            </ns1:extLst>
          </ns0:cNvPr>
          <ns0:cNvSpPr>
            <ns1:spLocks noGrp="1"/>
          </ns0:cNvSpPr>
          <ns0:nvPr/>
        </ns0:nvSpPr>
        <ns0:spPr>
          <ns1:xfrm>
            <ns1:off x="13126061" y="229185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89" name="c-predicted-curve-095">
            <ns1:extLst>
              <ns1:ext uri="{FF2B5EF4-FFF2-40B4-BE49-F238E27FC236}">
                <ns2:creationId id="{2E96AC3D-70B1-4478-98D6-A192BDDC69D6}"/>
              </ns1:ext>
            </ns1:extLst>
          </ns0:cNvPr>
          <ns0:cNvSpPr>
            <ns1:spLocks noGrp="1"/>
          </ns0:cNvSpPr>
          <ns0:nvPr/>
        </ns0:nvSpPr>
        <ns0:spPr>
          <ns1:xfrm>
            <ns1:off x="13132361" y="228621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90" name="c-predicted-curve-096">
            <ns1:extLst>
              <ns1:ext uri="{FF2B5EF4-FFF2-40B4-BE49-F238E27FC236}">
                <ns2:creationId id="{BCBFD3EA-E09D-473C-AC41-1E7AB775F9C1}"/>
              </ns1:ext>
            </ns1:extLst>
          </ns0:cNvPr>
          <ns0:cNvSpPr>
            <ns1:spLocks noGrp="1"/>
          </ns0:cNvSpPr>
          <ns0:nvPr/>
        </ns0:nvSpPr>
        <ns0:spPr>
          <ns1:xfrm>
            <ns1:off x="13138661" y="227988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91" name="c-predicted-curve-097">
            <ns1:extLst>
              <ns1:ext uri="{FF2B5EF4-FFF2-40B4-BE49-F238E27FC236}">
                <ns2:creationId id="{B218E58E-8375-4259-A86B-540D1954703C}"/>
              </ns1:ext>
            </ns1:extLst>
          </ns0:cNvPr>
          <ns0:cNvSpPr>
            <ns1:spLocks noGrp="1"/>
          </ns0:cNvSpPr>
          <ns0:nvPr/>
        </ns0:nvSpPr>
        <ns0:spPr>
          <ns1:xfrm>
            <ns1:off x="13144961" y="227281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92" name="c-predicted-curve-098">
            <ns1:extLst>
              <ns1:ext uri="{FF2B5EF4-FFF2-40B4-BE49-F238E27FC236}">
                <ns2:creationId id="{A55B0712-5B33-414C-BA90-B19BFC3C3443}"/>
              </ns1:ext>
            </ns1:extLst>
          </ns0:cNvPr>
          <ns0:cNvSpPr>
            <ns1:spLocks noGrp="1"/>
          </ns0:cNvSpPr>
          <ns0:nvPr/>
        </ns0:nvSpPr>
        <ns0:spPr>
          <ns1:xfrm>
            <ns1:off x="13151262" y="226497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93" name="c-predicted-curve-099">
            <ns1:extLst>
              <ns1:ext uri="{FF2B5EF4-FFF2-40B4-BE49-F238E27FC236}">
                <ns2:creationId id="{67CF0FB2-C42C-490C-96FE-80C58626C638}"/>
              </ns1:ext>
            </ns1:extLst>
          </ns0:cNvPr>
          <ns0:cNvSpPr>
            <ns1:spLocks noGrp="1"/>
          </ns0:cNvSpPr>
          <ns0:nvPr/>
        </ns0:nvSpPr>
        <ns0:spPr>
          <ns1:xfrm>
            <ns1:off x="13157562" y="225632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94" name="c-predicted-curve-100">
            <ns1:extLst>
              <ns1:ext uri="{FF2B5EF4-FFF2-40B4-BE49-F238E27FC236}">
                <ns2:creationId id="{18686D90-1F9A-47F5-879D-5941F7B130B8}"/>
              </ns1:ext>
            </ns1:extLst>
          </ns0:cNvPr>
          <ns0:cNvSpPr>
            <ns1:spLocks noGrp="1"/>
          </ns0:cNvSpPr>
          <ns0:nvPr/>
        </ns0:nvSpPr>
        <ns0:spPr>
          <ns1:xfrm>
            <ns1:off x="13163862" y="224685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95" name="c-predicted-curve-101">
            <ns1:extLst>
              <ns1:ext uri="{FF2B5EF4-FFF2-40B4-BE49-F238E27FC236}">
                <ns2:creationId id="{6C541F94-8E18-458B-AE6E-82E391EC8E63}"/>
              </ns1:ext>
            </ns1:extLst>
          </ns0:cNvPr>
          <ns0:cNvSpPr>
            <ns1:spLocks noGrp="1"/>
          </ns0:cNvSpPr>
          <ns0:nvPr/>
        </ns0:nvSpPr>
        <ns0:spPr>
          <ns1:xfrm>
            <ns1:off x="13170162" y="223654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96" name="c-predicted-curve-102">
            <ns1:extLst>
              <ns1:ext uri="{FF2B5EF4-FFF2-40B4-BE49-F238E27FC236}">
                <ns2:creationId id="{5EDB545B-28BB-42AE-845E-81732FF9C5A5}"/>
              </ns1:ext>
            </ns1:extLst>
          </ns0:cNvPr>
          <ns0:cNvSpPr>
            <ns1:spLocks noGrp="1"/>
          </ns0:cNvSpPr>
          <ns0:nvPr/>
        </ns0:nvSpPr>
        <ns0:spPr>
          <ns1:xfrm>
            <ns1:off x="13176462" y="222540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97" name="c-predicted-curve-103">
            <ns1:extLst>
              <ns1:ext uri="{FF2B5EF4-FFF2-40B4-BE49-F238E27FC236}">
                <ns2:creationId id="{BDCC10C2-C471-464F-BAF3-6033BB433385}"/>
              </ns1:ext>
            </ns1:extLst>
          </ns0:cNvPr>
          <ns0:cNvSpPr>
            <ns1:spLocks noGrp="1"/>
          </ns0:cNvSpPr>
          <ns0:nvPr/>
        </ns0:nvSpPr>
        <ns0:spPr>
          <ns1:xfrm>
            <ns1:off x="13182763" y="22134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98" name="c-predicted-curve-104">
            <ns1:extLst>
              <ns1:ext uri="{FF2B5EF4-FFF2-40B4-BE49-F238E27FC236}">
                <ns2:creationId id="{08CAF109-54D3-46F9-BF03-EFEBCBBE88CF}"/>
              </ns1:ext>
            </ns1:extLst>
          </ns0:cNvPr>
          <ns0:cNvSpPr>
            <ns1:spLocks noGrp="1"/>
          </ns0:cNvSpPr>
          <ns0:nvPr/>
        </ns0:nvSpPr>
        <ns0:spPr>
          <ns1:xfrm>
            <ns1:off x="13189063" y="220067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799" name="c-predicted-curve-105">
            <ns1:extLst>
              <ns1:ext uri="{FF2B5EF4-FFF2-40B4-BE49-F238E27FC236}">
                <ns2:creationId id="{4DA6342D-194D-45E2-9F77-6726373CB02F}"/>
              </ns1:ext>
            </ns1:extLst>
          </ns0:cNvPr>
          <ns0:cNvSpPr>
            <ns1:spLocks noGrp="1"/>
          </ns0:cNvSpPr>
          <ns0:nvPr/>
        </ns0:nvSpPr>
        <ns0:spPr>
          <ns1:xfrm>
            <ns1:off x="13195363" y="218712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00" name="c-predicted-curve-106">
            <ns1:extLst>
              <ns1:ext uri="{FF2B5EF4-FFF2-40B4-BE49-F238E27FC236}">
                <ns2:creationId id="{6293E5DF-2782-4D32-BA6F-68FA0BFEBAA3}"/>
              </ns1:ext>
            </ns1:extLst>
          </ns0:cNvPr>
          <ns0:cNvSpPr>
            <ns1:spLocks noGrp="1"/>
          </ns0:cNvSpPr>
          <ns0:nvPr/>
        </ns0:nvSpPr>
        <ns0:spPr>
          <ns1:xfrm>
            <ns1:off x="13201663" y="21728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01" name="c-predicted-curve-107">
            <ns1:extLst>
              <ns1:ext uri="{FF2B5EF4-FFF2-40B4-BE49-F238E27FC236}">
                <ns2:creationId id="{1F4F79BB-5082-4443-8997-E1C5EDF4819B}"/>
              </ns1:ext>
            </ns1:extLst>
          </ns0:cNvPr>
          <ns0:cNvSpPr>
            <ns1:spLocks noGrp="1"/>
          </ns0:cNvSpPr>
          <ns0:nvPr/>
        </ns0:nvSpPr>
        <ns0:spPr>
          <ns1:xfrm>
            <ns1:off x="13207964" y="215787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02" name="c-predicted-curve-108">
            <ns1:extLst>
              <ns1:ext uri="{FF2B5EF4-FFF2-40B4-BE49-F238E27FC236}">
                <ns2:creationId id="{E1F8FCF5-F250-42D3-8706-B040A0515CAE}"/>
              </ns1:ext>
            </ns1:extLst>
          </ns0:cNvPr>
          <ns0:cNvSpPr>
            <ns1:spLocks noGrp="1"/>
          </ns0:cNvSpPr>
          <ns0:nvPr/>
        </ns0:nvSpPr>
        <ns0:spPr>
          <ns1:xfrm>
            <ns1:off x="13214264" y="214227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03" name="c-predicted-curve-109">
            <ns1:extLst>
              <ns1:ext uri="{FF2B5EF4-FFF2-40B4-BE49-F238E27FC236}">
                <ns2:creationId id="{E8D6E697-2D34-484B-8DFD-C5D89B17ACAF}"/>
              </ns1:ext>
            </ns1:extLst>
          </ns0:cNvPr>
          <ns0:cNvSpPr>
            <ns1:spLocks noGrp="1"/>
          </ns0:cNvSpPr>
          <ns0:nvPr/>
        </ns0:nvSpPr>
        <ns0:spPr>
          <ns1:xfrm>
            <ns1:off x="13220564" y="212610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04" name="c-predicted-curve-110">
            <ns1:extLst>
              <ns1:ext uri="{FF2B5EF4-FFF2-40B4-BE49-F238E27FC236}">
                <ns2:creationId id="{33335F69-B1C1-4724-8599-53953633F665}"/>
              </ns1:ext>
            </ns1:extLst>
          </ns0:cNvPr>
          <ns0:cNvSpPr>
            <ns1:spLocks noGrp="1"/>
          </ns0:cNvSpPr>
          <ns0:nvPr/>
        </ns0:nvSpPr>
        <ns0:spPr>
          <ns1:xfrm>
            <ns1:off x="13226864" y="210946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05" name="c-predicted-curve-111">
            <ns1:extLst>
              <ns1:ext uri="{FF2B5EF4-FFF2-40B4-BE49-F238E27FC236}">
                <ns2:creationId id="{35E00F36-4578-4A7D-8CA6-9290342D40C1}"/>
              </ns1:ext>
            </ns1:extLst>
          </ns0:cNvPr>
          <ns0:cNvSpPr>
            <ns1:spLocks noGrp="1"/>
          </ns0:cNvSpPr>
          <ns0:nvPr/>
        </ns0:nvSpPr>
        <ns0:spPr>
          <ns1:xfrm>
            <ns1:off x="13233165" y="209242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06" name="c-predicted-curve-112">
            <ns1:extLst>
              <ns1:ext uri="{FF2B5EF4-FFF2-40B4-BE49-F238E27FC236}">
                <ns2:creationId id="{7DB7FE32-ADEA-4F2D-8E17-9519FFBB964F}"/>
              </ns1:ext>
            </ns1:extLst>
          </ns0:cNvPr>
          <ns0:cNvSpPr>
            <ns1:spLocks noGrp="1"/>
          </ns0:cNvSpPr>
          <ns0:nvPr/>
        </ns0:nvSpPr>
        <ns0:spPr>
          <ns1:xfrm>
            <ns1:off x="13239465" y="207507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07" name="c-predicted-curve-113">
            <ns1:extLst>
              <ns1:ext uri="{FF2B5EF4-FFF2-40B4-BE49-F238E27FC236}">
                <ns2:creationId id="{0C26366A-FE2D-4B11-B967-C94797C77718}"/>
              </ns1:ext>
            </ns1:extLst>
          </ns0:cNvPr>
          <ns0:cNvSpPr>
            <ns1:spLocks noGrp="1"/>
          </ns0:cNvSpPr>
          <ns0:nvPr/>
        </ns0:nvSpPr>
        <ns0:spPr>
          <ns1:xfrm>
            <ns1:off x="13245765" y="205751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08" name="c-predicted-curve-114">
            <ns1:extLst>
              <ns1:ext uri="{FF2B5EF4-FFF2-40B4-BE49-F238E27FC236}">
                <ns2:creationId id="{ABCCDE8B-211D-48BD-BBFC-B8406BC1F231}"/>
              </ns1:ext>
            </ns1:extLst>
          </ns0:cNvPr>
          <ns0:cNvSpPr>
            <ns1:spLocks noGrp="1"/>
          </ns0:cNvSpPr>
          <ns0:nvPr/>
        </ns0:nvSpPr>
        <ns0:spPr>
          <ns1:xfrm>
            <ns1:off x="13252065" y="20398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09" name="c-predicted-curve-115">
            <ns1:extLst>
              <ns1:ext uri="{FF2B5EF4-FFF2-40B4-BE49-F238E27FC236}">
                <ns2:creationId id="{00BBCAB7-7AE2-4E2E-BA94-CAAD4B5AA139}"/>
              </ns1:ext>
            </ns1:extLst>
          </ns0:cNvPr>
          <ns0:cNvSpPr>
            <ns1:spLocks noGrp="1"/>
          </ns0:cNvSpPr>
          <ns0:nvPr/>
        </ns0:nvSpPr>
        <ns0:spPr>
          <ns1:xfrm>
            <ns1:off x="13258366" y="202222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10" name="c-predicted-curve-116">
            <ns1:extLst>
              <ns1:ext uri="{FF2B5EF4-FFF2-40B4-BE49-F238E27FC236}">
                <ns2:creationId id="{76C3154E-280D-4674-B7B0-4F6AE68C2222}"/>
              </ns1:ext>
            </ns1:extLst>
          </ns0:cNvPr>
          <ns0:cNvSpPr>
            <ns1:spLocks noGrp="1"/>
          </ns0:cNvSpPr>
          <ns0:nvPr/>
        </ns0:nvSpPr>
        <ns0:spPr>
          <ns1:xfrm>
            <ns1:off x="13264666" y="200470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11" name="c-predicted-curve-117">
            <ns1:extLst>
              <ns1:ext uri="{FF2B5EF4-FFF2-40B4-BE49-F238E27FC236}">
                <ns2:creationId id="{FA49E932-82C4-490F-990C-47FE27B8896C}"/>
              </ns1:ext>
            </ns1:extLst>
          </ns0:cNvPr>
          <ns0:cNvSpPr>
            <ns1:spLocks noGrp="1"/>
          </ns0:cNvSpPr>
          <ns0:nvPr/>
        </ns0:nvSpPr>
        <ns0:spPr>
          <ns1:xfrm>
            <ns1:off x="13270966" y="198743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12" name="c-predicted-curve-118">
            <ns1:extLst>
              <ns1:ext uri="{FF2B5EF4-FFF2-40B4-BE49-F238E27FC236}">
                <ns2:creationId id="{37EE6C88-4855-45BA-9D57-EB659D87AE8F}"/>
              </ns1:ext>
            </ns1:extLst>
          </ns0:cNvPr>
          <ns0:cNvSpPr>
            <ns1:spLocks noGrp="1"/>
          </ns0:cNvSpPr>
          <ns0:nvPr/>
        </ns0:nvSpPr>
        <ns0:spPr>
          <ns1:xfrm>
            <ns1:off x="13277266" y="197052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13" name="c-predicted-curve-119">
            <ns1:extLst>
              <ns1:ext uri="{FF2B5EF4-FFF2-40B4-BE49-F238E27FC236}">
                <ns2:creationId id="{68AB4959-831E-467D-895F-F38936387E31}"/>
              </ns1:ext>
            </ns1:extLst>
          </ns0:cNvPr>
          <ns0:cNvSpPr>
            <ns1:spLocks noGrp="1"/>
          </ns0:cNvSpPr>
          <ns0:nvPr/>
        </ns0:nvSpPr>
        <ns0:spPr>
          <ns1:xfrm>
            <ns1:off x="13283566" y="195409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14" name="c-predicted-curve-120">
            <ns1:extLst>
              <ns1:ext uri="{FF2B5EF4-FFF2-40B4-BE49-F238E27FC236}">
                <ns2:creationId id="{21C83ECF-6F4A-4459-8CC4-D6FAE40568FE}"/>
              </ns1:ext>
            </ns1:extLst>
          </ns0:cNvPr>
          <ns0:cNvSpPr>
            <ns1:spLocks noGrp="1"/>
          </ns0:cNvSpPr>
          <ns0:nvPr/>
        </ns0:nvSpPr>
        <ns0:spPr>
          <ns1:xfrm>
            <ns1:off x="13289867" y="193827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15" name="c-predicted-curve-121">
            <ns1:extLst>
              <ns1:ext uri="{FF2B5EF4-FFF2-40B4-BE49-F238E27FC236}">
                <ns2:creationId id="{92AA14BE-9AB9-4FE4-98E7-C05968792991}"/>
              </ns1:ext>
            </ns1:extLst>
          </ns0:cNvPr>
          <ns0:cNvSpPr>
            <ns1:spLocks noGrp="1"/>
          </ns0:cNvSpPr>
          <ns0:nvPr/>
        </ns0:nvSpPr>
        <ns0:spPr>
          <ns1:xfrm>
            <ns1:off x="13296167" y="192317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16" name="c-predicted-curve-122">
            <ns1:extLst>
              <ns1:ext uri="{FF2B5EF4-FFF2-40B4-BE49-F238E27FC236}">
                <ns2:creationId id="{3053BCC7-6432-4E53-9033-293D2F181C9F}"/>
              </ns1:ext>
            </ns1:extLst>
          </ns0:cNvPr>
          <ns0:cNvSpPr>
            <ns1:spLocks noGrp="1"/>
          </ns0:cNvSpPr>
          <ns0:nvPr/>
        </ns0:nvSpPr>
        <ns0:spPr>
          <ns1:xfrm>
            <ns1:off x="13302467" y="190891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17" name="c-predicted-curve-123">
            <ns1:extLst>
              <ns1:ext uri="{FF2B5EF4-FFF2-40B4-BE49-F238E27FC236}">
                <ns2:creationId id="{1C2FBB6A-9647-40C0-B609-B4F67156C4F0}"/>
              </ns1:ext>
            </ns1:extLst>
          </ns0:cNvPr>
          <ns0:cNvSpPr>
            <ns1:spLocks noGrp="1"/>
          </ns0:cNvSpPr>
          <ns0:nvPr/>
        </ns0:nvSpPr>
        <ns0:spPr>
          <ns1:xfrm>
            <ns1:off x="13308767" y="189560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18" name="c-predicted-curve-124">
            <ns1:extLst>
              <ns1:ext uri="{FF2B5EF4-FFF2-40B4-BE49-F238E27FC236}">
                <ns2:creationId id="{C09034AE-0953-4C1F-AF0B-A563431AECD6}"/>
              </ns1:ext>
            </ns1:extLst>
          </ns0:cNvPr>
          <ns0:cNvSpPr>
            <ns1:spLocks noGrp="1"/>
          </ns0:cNvSpPr>
          <ns0:nvPr/>
        </ns0:nvSpPr>
        <ns0:spPr>
          <ns1:xfrm>
            <ns1:off x="13315068" y="188334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19" name="c-predicted-curve-125">
            <ns1:extLst>
              <ns1:ext uri="{FF2B5EF4-FFF2-40B4-BE49-F238E27FC236}">
                <ns2:creationId id="{E801B677-F827-4EB0-9995-81E09017D689}"/>
              </ns1:ext>
            </ns1:extLst>
          </ns0:cNvPr>
          <ns0:cNvSpPr>
            <ns1:spLocks noGrp="1"/>
          </ns0:cNvSpPr>
          <ns0:nvPr/>
        </ns0:nvSpPr>
        <ns0:spPr>
          <ns1:xfrm>
            <ns1:off x="13321368" y="187225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20" name="c-predicted-curve-126">
            <ns1:extLst>
              <ns1:ext uri="{FF2B5EF4-FFF2-40B4-BE49-F238E27FC236}">
                <ns2:creationId id="{DD446C68-282F-4EE6-A804-6C319FA01052}"/>
              </ns1:ext>
            </ns1:extLst>
          </ns0:cNvPr>
          <ns0:cNvSpPr>
            <ns1:spLocks noGrp="1"/>
          </ns0:cNvSpPr>
          <ns0:nvPr/>
        </ns0:nvSpPr>
        <ns0:spPr>
          <ns1:xfrm>
            <ns1:off x="13327668" y="186241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21" name="c-predicted-curve-127">
            <ns1:extLst>
              <ns1:ext uri="{FF2B5EF4-FFF2-40B4-BE49-F238E27FC236}">
                <ns2:creationId id="{B1B4ECC3-5C1E-4076-B9A3-56683208E36E}"/>
              </ns1:ext>
            </ns1:extLst>
          </ns0:cNvPr>
          <ns0:cNvSpPr>
            <ns1:spLocks noGrp="1"/>
          </ns0:cNvSpPr>
          <ns0:nvPr/>
        </ns0:nvSpPr>
        <ns0:spPr>
          <ns1:xfrm>
            <ns1:off x="13333968" y="185391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22" name="c-predicted-curve-128">
            <ns1:extLst>
              <ns1:ext uri="{FF2B5EF4-FFF2-40B4-BE49-F238E27FC236}">
                <ns2:creationId id="{2847EC21-9BFA-4CCE-B8DC-DEB526962A32}"/>
              </ns1:ext>
            </ns1:extLst>
          </ns0:cNvPr>
          <ns0:cNvSpPr>
            <ns1:spLocks noGrp="1"/>
          </ns0:cNvSpPr>
          <ns0:nvPr/>
        </ns0:nvSpPr>
        <ns0:spPr>
          <ns1:xfrm>
            <ns1:off x="13340269" y="184684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23" name="c-predicted-curve-129">
            <ns1:extLst>
              <ns1:ext uri="{FF2B5EF4-FFF2-40B4-BE49-F238E27FC236}">
                <ns2:creationId id="{897B33F5-0022-452B-926E-7D6AE0306AAF}"/>
              </ns1:ext>
            </ns1:extLst>
          </ns0:cNvPr>
          <ns0:cNvSpPr>
            <ns1:spLocks noGrp="1"/>
          </ns0:cNvSpPr>
          <ns0:nvPr/>
        </ns0:nvSpPr>
        <ns0:spPr>
          <ns1:xfrm>
            <ns1:off x="13346569" y="18412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24" name="c-predicted-curve-130">
            <ns1:extLst>
              <ns1:ext uri="{FF2B5EF4-FFF2-40B4-BE49-F238E27FC236}">
                <ns2:creationId id="{5A496B31-2F4B-497C-AF0C-DC0F452ADC86}"/>
              </ns1:ext>
            </ns1:extLst>
          </ns0:cNvPr>
          <ns0:cNvSpPr>
            <ns1:spLocks noGrp="1"/>
          </ns0:cNvSpPr>
          <ns0:nvPr/>
        </ns0:nvSpPr>
        <ns0:spPr>
          <ns1:xfrm>
            <ns1:off x="13352869" y="18372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25" name="c-predicted-curve-131">
            <ns1:extLst>
              <ns1:ext uri="{FF2B5EF4-FFF2-40B4-BE49-F238E27FC236}">
                <ns2:creationId id="{1AE45E99-83E3-4340-98FE-DEDE2D9F2B61}"/>
              </ns1:ext>
            </ns1:extLst>
          </ns0:cNvPr>
          <ns0:cNvSpPr>
            <ns1:spLocks noGrp="1"/>
          </ns0:cNvSpPr>
          <ns0:nvPr/>
        </ns0:nvSpPr>
        <ns0:spPr>
          <ns1:xfrm>
            <ns1:off x="13359169" y="183481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26" name="c-predicted-curve-132">
            <ns1:extLst>
              <ns1:ext uri="{FF2B5EF4-FFF2-40B4-BE49-F238E27FC236}">
                <ns2:creationId id="{A5CA9ADE-23D1-48CF-B477-228CFC0A9066}"/>
              </ns1:ext>
            </ns1:extLst>
          </ns0:cNvPr>
          <ns0:cNvSpPr>
            <ns1:spLocks noGrp="1"/>
          </ns0:cNvSpPr>
          <ns0:nvPr/>
        </ns0:nvSpPr>
        <ns0:spPr>
          <ns1:xfrm>
            <ns1:off x="13365470" y="183403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27" name="c-predicted-curve-133">
            <ns1:extLst>
              <ns1:ext uri="{FF2B5EF4-FFF2-40B4-BE49-F238E27FC236}">
                <ns2:creationId id="{C997A261-5AC6-498E-96A0-9C9894F9F183}"/>
              </ns1:ext>
            </ns1:extLst>
          </ns0:cNvPr>
          <ns0:cNvSpPr>
            <ns1:spLocks noGrp="1"/>
          </ns0:cNvSpPr>
          <ns0:nvPr/>
        </ns0:nvSpPr>
        <ns0:spPr>
          <ns1:xfrm>
            <ns1:off x="13371770" y="183493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28" name="c-predicted-curve-134">
            <ns1:extLst>
              <ns1:ext uri="{FF2B5EF4-FFF2-40B4-BE49-F238E27FC236}">
                <ns2:creationId id="{49C9F8D3-5533-4320-9EDF-87144407A25B}"/>
              </ns1:ext>
            </ns1:extLst>
          </ns0:cNvPr>
          <ns0:cNvSpPr>
            <ns1:spLocks noGrp="1"/>
          </ns0:cNvSpPr>
          <ns0:nvPr/>
        </ns0:nvSpPr>
        <ns0:spPr>
          <ns1:xfrm>
            <ns1:off x="13378070" y="183752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29" name="c-predicted-curve-135">
            <ns1:extLst>
              <ns1:ext uri="{FF2B5EF4-FFF2-40B4-BE49-F238E27FC236}">
                <ns2:creationId id="{829928E9-E735-47FB-8810-C42DA06A425A}"/>
              </ns1:ext>
            </ns1:extLst>
          </ns0:cNvPr>
          <ns0:cNvSpPr>
            <ns1:spLocks noGrp="1"/>
          </ns0:cNvSpPr>
          <ns0:nvPr/>
        </ns0:nvSpPr>
        <ns0:spPr>
          <ns1:xfrm>
            <ns1:off x="13384370" y="184180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30" name="c-predicted-curve-136">
            <ns1:extLst>
              <ns1:ext uri="{FF2B5EF4-FFF2-40B4-BE49-F238E27FC236}">
                <ns2:creationId id="{4EEA8F40-9A88-4CBE-BD71-08B607FD5201}"/>
              </ns1:ext>
            </ns1:extLst>
          </ns0:cNvPr>
          <ns0:cNvSpPr>
            <ns1:spLocks noGrp="1"/>
          </ns0:cNvSpPr>
          <ns0:nvPr/>
        </ns0:nvSpPr>
        <ns0:spPr>
          <ns1:xfrm>
            <ns1:off x="13390670" y="184778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31" name="c-predicted-curve-137">
            <ns1:extLst>
              <ns1:ext uri="{FF2B5EF4-FFF2-40B4-BE49-F238E27FC236}">
                <ns2:creationId id="{0383CDCD-125F-49F1-A353-730B1F5D0241}"/>
              </ns1:ext>
            </ns1:extLst>
          </ns0:cNvPr>
          <ns0:cNvSpPr>
            <ns1:spLocks noGrp="1"/>
          </ns0:cNvSpPr>
          <ns0:nvPr/>
        </ns0:nvSpPr>
        <ns0:spPr>
          <ns1:xfrm>
            <ns1:off x="13396971" y="185544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32" name="c-predicted-curve-138">
            <ns1:extLst>
              <ns1:ext uri="{FF2B5EF4-FFF2-40B4-BE49-F238E27FC236}">
                <ns2:creationId id="{5F1F34ED-6005-4FA2-85C5-558014508188}"/>
              </ns1:ext>
            </ns1:extLst>
          </ns0:cNvPr>
          <ns0:cNvSpPr>
            <ns1:spLocks noGrp="1"/>
          </ns0:cNvSpPr>
          <ns0:nvPr/>
        </ns0:nvSpPr>
        <ns0:spPr>
          <ns1:xfrm>
            <ns1:off x="13403271" y="186474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33" name="c-predicted-curve-139">
            <ns1:extLst>
              <ns1:ext uri="{FF2B5EF4-FFF2-40B4-BE49-F238E27FC236}">
                <ns2:creationId id="{9C330235-9C24-41B8-8FD1-3737482C0747}"/>
              </ns1:ext>
            </ns1:extLst>
          </ns0:cNvPr>
          <ns0:cNvSpPr>
            <ns1:spLocks noGrp="1"/>
          </ns0:cNvSpPr>
          <ns0:nvPr/>
        </ns0:nvSpPr>
        <ns0:spPr>
          <ns1:xfrm>
            <ns1:off x="13409571" y="187566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34" name="c-predicted-curve-140">
            <ns1:extLst>
              <ns1:ext uri="{FF2B5EF4-FFF2-40B4-BE49-F238E27FC236}">
                <ns2:creationId id="{6FA3F1A2-3CF7-4013-9184-CDC5954D205B}"/>
              </ns1:ext>
            </ns1:extLst>
          </ns0:cNvPr>
          <ns0:cNvSpPr>
            <ns1:spLocks noGrp="1"/>
          </ns0:cNvSpPr>
          <ns0:nvPr/>
        </ns0:nvSpPr>
        <ns0:spPr>
          <ns1:xfrm>
            <ns1:off x="13415871" y="18881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35" name="c-predicted-curve-141">
            <ns1:extLst>
              <ns1:ext uri="{FF2B5EF4-FFF2-40B4-BE49-F238E27FC236}">
                <ns2:creationId id="{AE649EF2-7CD2-4605-86B2-1083FB16EFA9}"/>
              </ns1:ext>
            </ns1:extLst>
          </ns0:cNvPr>
          <ns0:cNvSpPr>
            <ns1:spLocks noGrp="1"/>
          </ns0:cNvSpPr>
          <ns0:nvPr/>
        </ns0:nvSpPr>
        <ns0:spPr>
          <ns1:xfrm>
            <ns1:off x="13422172" y="19021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36" name="c-predicted-curve-142">
            <ns1:extLst>
              <ns1:ext uri="{FF2B5EF4-FFF2-40B4-BE49-F238E27FC236}">
                <ns2:creationId id="{112BCDDA-E856-4740-A4B9-CFFC6C9E92A1}"/>
              </ns1:ext>
            </ns1:extLst>
          </ns0:cNvPr>
          <ns0:cNvSpPr>
            <ns1:spLocks noGrp="1"/>
          </ns0:cNvSpPr>
          <ns0:nvPr/>
        </ns0:nvSpPr>
        <ns0:spPr>
          <ns1:xfrm>
            <ns1:off x="13428472" y="191755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37" name="c-predicted-curve-143">
            <ns1:extLst>
              <ns1:ext uri="{FF2B5EF4-FFF2-40B4-BE49-F238E27FC236}">
                <ns2:creationId id="{9FE053F7-4259-446B-A68F-6891598270F0}"/>
              </ns1:ext>
            </ns1:extLst>
          </ns0:cNvPr>
          <ns0:cNvSpPr>
            <ns1:spLocks noGrp="1"/>
          </ns0:cNvSpPr>
          <ns0:nvPr/>
        </ns0:nvSpPr>
        <ns0:spPr>
          <ns1:xfrm>
            <ns1:off x="13434772" y="193434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38" name="c-predicted-curve-144">
            <ns1:extLst>
              <ns1:ext uri="{FF2B5EF4-FFF2-40B4-BE49-F238E27FC236}">
                <ns2:creationId id="{44D0A931-F241-4749-ABEF-F2CA05A679F7}"/>
              </ns1:ext>
            </ns1:extLst>
          </ns0:cNvPr>
          <ns0:cNvSpPr>
            <ns1:spLocks noGrp="1"/>
          </ns0:cNvSpPr>
          <ns0:nvPr/>
        </ns0:nvSpPr>
        <ns0:spPr>
          <ns1:xfrm>
            <ns1:off x="13441072" y="195240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39" name="c-predicted-curve-145">
            <ns1:extLst>
              <ns1:ext uri="{FF2B5EF4-FFF2-40B4-BE49-F238E27FC236}">
                <ns2:creationId id="{017C7217-04DA-4A8F-BACC-D084B634F86A}"/>
              </ns1:ext>
            </ns1:extLst>
          </ns0:cNvPr>
          <ns0:cNvSpPr>
            <ns1:spLocks noGrp="1"/>
          </ns0:cNvSpPr>
          <ns0:nvPr/>
        </ns0:nvSpPr>
        <ns0:spPr>
          <ns1:xfrm>
            <ns1:off x="13447373" y="197164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40" name="c-predicted-curve-146">
            <ns1:extLst>
              <ns1:ext uri="{FF2B5EF4-FFF2-40B4-BE49-F238E27FC236}">
                <ns2:creationId id="{8EA754A4-EE09-411A-A5C2-9E0E8298B1B1}"/>
              </ns1:ext>
            </ns1:extLst>
          </ns0:cNvPr>
          <ns0:cNvSpPr>
            <ns1:spLocks noGrp="1"/>
          </ns0:cNvSpPr>
          <ns0:nvPr/>
        </ns0:nvSpPr>
        <ns0:spPr>
          <ns1:xfrm>
            <ns1:off x="13453673" y="199197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41" name="c-predicted-curve-147">
            <ns1:extLst>
              <ns1:ext uri="{FF2B5EF4-FFF2-40B4-BE49-F238E27FC236}">
                <ns2:creationId id="{08D05789-358A-4A7D-8302-2FD18A1A5FD6}"/>
              </ns1:ext>
            </ns1:extLst>
          </ns0:cNvPr>
          <ns0:cNvSpPr>
            <ns1:spLocks noGrp="1"/>
          </ns0:cNvSpPr>
          <ns0:nvPr/>
        </ns0:nvSpPr>
        <ns0:spPr>
          <ns1:xfrm>
            <ns1:off x="13459973" y="201328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42" name="c-predicted-curve-148">
            <ns1:extLst>
              <ns1:ext uri="{FF2B5EF4-FFF2-40B4-BE49-F238E27FC236}">
                <ns2:creationId id="{615D99F9-941B-49DA-A3B2-4048FFBE9D94}"/>
              </ns1:ext>
            </ns1:extLst>
          </ns0:cNvPr>
          <ns0:cNvSpPr>
            <ns1:spLocks noGrp="1"/>
          </ns0:cNvSpPr>
          <ns0:nvPr/>
        </ns0:nvSpPr>
        <ns0:spPr>
          <ns1:xfrm>
            <ns1:off x="13466273" y="203546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43" name="c-predicted-curve-149">
            <ns1:extLst>
              <ns1:ext uri="{FF2B5EF4-FFF2-40B4-BE49-F238E27FC236}">
                <ns2:creationId id="{C217A31E-513D-45F5-B162-4A717E22DF51}"/>
              </ns1:ext>
            </ns1:extLst>
          </ns0:cNvPr>
          <ns0:cNvSpPr>
            <ns1:spLocks noGrp="1"/>
          </ns0:cNvSpPr>
          <ns0:nvPr/>
        </ns0:nvSpPr>
        <ns0:spPr>
          <ns1:xfrm>
            <ns1:off x="13472574" y="205840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44" name="c-predicted-curve-150">
            <ns1:extLst>
              <ns1:ext uri="{FF2B5EF4-FFF2-40B4-BE49-F238E27FC236}">
                <ns2:creationId id="{B6874507-0D74-4EA0-886C-282C50392DBA}"/>
              </ns1:ext>
            </ns1:extLst>
          </ns0:cNvPr>
          <ns0:cNvSpPr>
            <ns1:spLocks noGrp="1"/>
          </ns0:cNvSpPr>
          <ns0:nvPr/>
        </ns0:nvSpPr>
        <ns0:spPr>
          <ns1:xfrm>
            <ns1:off x="13478874" y="208197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45" name="c-predicted-curve-151">
            <ns1:extLst>
              <ns1:ext uri="{FF2B5EF4-FFF2-40B4-BE49-F238E27FC236}">
                <ns2:creationId id="{3B391968-50A2-499C-BBF4-510A0231CCC2}"/>
              </ns1:ext>
            </ns1:extLst>
          </ns0:cNvPr>
          <ns0:cNvSpPr>
            <ns1:spLocks noGrp="1"/>
          </ns0:cNvSpPr>
          <ns0:nvPr/>
        </ns0:nvSpPr>
        <ns0:spPr>
          <ns1:xfrm>
            <ns1:off x="13485174" y="210606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46" name="c-predicted-curve-152">
            <ns1:extLst>
              <ns1:ext uri="{FF2B5EF4-FFF2-40B4-BE49-F238E27FC236}">
                <ns2:creationId id="{4A9C5E82-2974-4BA7-AECA-731214443D78}"/>
              </ns1:ext>
            </ns1:extLst>
          </ns0:cNvPr>
          <ns0:cNvSpPr>
            <ns1:spLocks noGrp="1"/>
          </ns0:cNvSpPr>
          <ns0:nvPr/>
        </ns0:nvSpPr>
        <ns0:spPr>
          <ns1:xfrm>
            <ns1:off x="13491474" y="213055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47" name="c-predicted-curve-153">
            <ns1:extLst>
              <ns1:ext uri="{FF2B5EF4-FFF2-40B4-BE49-F238E27FC236}">
                <ns2:creationId id="{2F4B20BF-5591-47E6-B278-849CEBD2128E}"/>
              </ns1:ext>
            </ns1:extLst>
          </ns0:cNvPr>
          <ns0:cNvSpPr>
            <ns1:spLocks noGrp="1"/>
          </ns0:cNvSpPr>
          <ns0:nvPr/>
        </ns0:nvSpPr>
        <ns0:spPr>
          <ns1:xfrm>
            <ns1:off x="13497774" y="215531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48" name="c-predicted-curve-154">
            <ns1:extLst>
              <ns1:ext uri="{FF2B5EF4-FFF2-40B4-BE49-F238E27FC236}">
                <ns2:creationId id="{CC3F706C-7405-44CB-9844-320B6657CD61}"/>
              </ns1:ext>
            </ns1:extLst>
          </ns0:cNvPr>
          <ns0:cNvSpPr>
            <ns1:spLocks noGrp="1"/>
          </ns0:cNvSpPr>
          <ns0:nvPr/>
        </ns0:nvSpPr>
        <ns0:spPr>
          <ns1:xfrm>
            <ns1:off x="13504075" y="218022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49" name="c-predicted-curve-155">
            <ns1:extLst>
              <ns1:ext uri="{FF2B5EF4-FFF2-40B4-BE49-F238E27FC236}">
                <ns2:creationId id="{93F7F461-5B36-4376-91E6-8D706AA47A4F}"/>
              </ns1:ext>
            </ns1:extLst>
          </ns0:cNvPr>
          <ns0:cNvSpPr>
            <ns1:spLocks noGrp="1"/>
          </ns0:cNvSpPr>
          <ns0:nvPr/>
        </ns0:nvSpPr>
        <ns0:spPr>
          <ns1:xfrm>
            <ns1:off x="13510375" y="220517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50" name="c-predicted-curve-156">
            <ns1:extLst>
              <ns1:ext uri="{FF2B5EF4-FFF2-40B4-BE49-F238E27FC236}">
                <ns2:creationId id="{9781ADE7-6C9F-4B15-BF3C-CA380445060F}"/>
              </ns1:ext>
            </ns1:extLst>
          </ns0:cNvPr>
          <ns0:cNvSpPr>
            <ns1:spLocks noGrp="1"/>
          </ns0:cNvSpPr>
          <ns0:nvPr/>
        </ns0:nvSpPr>
        <ns0:spPr>
          <ns1:xfrm>
            <ns1:off x="13516675" y="223002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51" name="c-predicted-curve-157">
            <ns1:extLst>
              <ns1:ext uri="{FF2B5EF4-FFF2-40B4-BE49-F238E27FC236}">
                <ns2:creationId id="{49236F0B-B2C1-4D75-9E90-FA7275DFD2A2}"/>
              </ns1:ext>
            </ns1:extLst>
          </ns0:cNvPr>
          <ns0:cNvSpPr>
            <ns1:spLocks noGrp="1"/>
          </ns0:cNvSpPr>
          <ns0:nvPr/>
        </ns0:nvSpPr>
        <ns0:spPr>
          <ns1:xfrm>
            <ns1:off x="13522975" y="225467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52" name="c-predicted-curve-158">
            <ns1:extLst>
              <ns1:ext uri="{FF2B5EF4-FFF2-40B4-BE49-F238E27FC236}">
                <ns2:creationId id="{D563EECE-0587-401F-85C7-7BD14400024E}"/>
              </ns1:ext>
            </ns1:extLst>
          </ns0:cNvPr>
          <ns0:cNvSpPr>
            <ns1:spLocks noGrp="1"/>
          </ns0:cNvSpPr>
          <ns0:nvPr/>
        </ns0:nvSpPr>
        <ns0:spPr>
          <ns1:xfrm>
            <ns1:off x="13529276" y="227901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53" name="c-predicted-curve-159">
            <ns1:extLst>
              <ns1:ext uri="{FF2B5EF4-FFF2-40B4-BE49-F238E27FC236}">
                <ns2:creationId id="{18810F20-B3D8-47FA-B583-90EEF8956937}"/>
              </ns1:ext>
            </ns1:extLst>
          </ns0:cNvPr>
          <ns0:cNvSpPr>
            <ns1:spLocks noGrp="1"/>
          </ns0:cNvSpPr>
          <ns0:nvPr/>
        </ns0:nvSpPr>
        <ns0:spPr>
          <ns1:xfrm>
            <ns1:off x="13535576" y="23029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54" name="c-predicted-curve-160">
            <ns1:extLst>
              <ns1:ext uri="{FF2B5EF4-FFF2-40B4-BE49-F238E27FC236}">
                <ns2:creationId id="{F8C2F3C6-3981-488C-89A8-2B939366BBC2}"/>
              </ns1:ext>
            </ns1:extLst>
          </ns0:cNvPr>
          <ns0:cNvSpPr>
            <ns1:spLocks noGrp="1"/>
          </ns0:cNvSpPr>
          <ns0:nvPr/>
        </ns0:nvSpPr>
        <ns0:spPr>
          <ns1:xfrm>
            <ns1:off x="13541876" y="232629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55" name="c-predicted-curve-161">
            <ns1:extLst>
              <ns1:ext uri="{FF2B5EF4-FFF2-40B4-BE49-F238E27FC236}">
                <ns2:creationId id="{96AC30D9-AA5C-4767-9D38-CC13472DC28A}"/>
              </ns1:ext>
            </ns1:extLst>
          </ns0:cNvPr>
          <ns0:cNvSpPr>
            <ns1:spLocks noGrp="1"/>
          </ns0:cNvSpPr>
          <ns0:nvPr/>
        </ns0:nvSpPr>
        <ns0:spPr>
          <ns1:xfrm>
            <ns1:off x="13548176" y="234904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56" name="c-predicted-curve-162">
            <ns1:extLst>
              <ns1:ext uri="{FF2B5EF4-FFF2-40B4-BE49-F238E27FC236}">
                <ns2:creationId id="{9D87EC57-18CB-4AAC-8650-27BFFD3271CD}"/>
              </ns1:ext>
            </ns1:extLst>
          </ns0:cNvPr>
          <ns0:cNvSpPr>
            <ns1:spLocks noGrp="1"/>
          </ns0:cNvSpPr>
          <ns0:nvPr/>
        </ns0:nvSpPr>
        <ns0:spPr>
          <ns1:xfrm>
            <ns1:off x="13554477" y="237106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57" name="c-predicted-curve-163">
            <ns1:extLst>
              <ns1:ext uri="{FF2B5EF4-FFF2-40B4-BE49-F238E27FC236}">
                <ns2:creationId id="{60C04F3C-D1DF-473D-ABF2-7D428251708E}"/>
              </ns1:ext>
            </ns1:extLst>
          </ns0:cNvPr>
          <ns0:cNvSpPr>
            <ns1:spLocks noGrp="1"/>
          </ns0:cNvSpPr>
          <ns0:nvPr/>
        </ns0:nvSpPr>
        <ns0:spPr>
          <ns1:xfrm>
            <ns1:off x="13560777" y="239228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58" name="c-predicted-curve-164">
            <ns1:extLst>
              <ns1:ext uri="{FF2B5EF4-FFF2-40B4-BE49-F238E27FC236}">
                <ns2:creationId id="{11E4E00A-FF4D-4CA3-BB4A-10F696B6288C}"/>
              </ns1:ext>
            </ns1:extLst>
          </ns0:cNvPr>
          <ns0:cNvSpPr>
            <ns1:spLocks noGrp="1"/>
          </ns0:cNvSpPr>
          <ns0:nvPr/>
        </ns0:nvSpPr>
        <ns0:spPr>
          <ns1:xfrm>
            <ns1:off x="13567077" y="241262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59" name="c-predicted-curve-165">
            <ns1:extLst>
              <ns1:ext uri="{FF2B5EF4-FFF2-40B4-BE49-F238E27FC236}">
                <ns2:creationId id="{82183A71-6C09-43B3-A9DB-912195873B2B}"/>
              </ns1:ext>
            </ns1:extLst>
          </ns0:cNvPr>
          <ns0:cNvSpPr>
            <ns1:spLocks noGrp="1"/>
          </ns0:cNvSpPr>
          <ns0:nvPr/>
        </ns0:nvSpPr>
        <ns0:spPr>
          <ns1:xfrm>
            <ns1:off x="13573377" y="243200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60" name="c-predicted-curve-166">
            <ns1:extLst>
              <ns1:ext uri="{FF2B5EF4-FFF2-40B4-BE49-F238E27FC236}">
                <ns2:creationId id="{564BB7F5-F5B8-4B6C-BE42-49D5177C1B55}"/>
              </ns1:ext>
            </ns1:extLst>
          </ns0:cNvPr>
          <ns0:cNvSpPr>
            <ns1:spLocks noGrp="1"/>
          </ns0:cNvSpPr>
          <ns0:nvPr/>
        </ns0:nvSpPr>
        <ns0:spPr>
          <ns1:xfrm>
            <ns1:off x="13579678" y="245036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61" name="c-predicted-curve-167">
            <ns1:extLst>
              <ns1:ext uri="{FF2B5EF4-FFF2-40B4-BE49-F238E27FC236}">
                <ns2:creationId id="{3D316D5B-3B42-4DC9-AEED-DCB1285332A0}"/>
              </ns1:ext>
            </ns1:extLst>
          </ns0:cNvPr>
          <ns0:cNvSpPr>
            <ns1:spLocks noGrp="1"/>
          </ns0:cNvSpPr>
          <ns0:nvPr/>
        </ns0:nvSpPr>
        <ns0:spPr>
          <ns1:xfrm>
            <ns1:off x="13585978" y="246765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62" name="c-predicted-curve-168">
            <ns1:extLst>
              <ns1:ext uri="{FF2B5EF4-FFF2-40B4-BE49-F238E27FC236}">
                <ns2:creationId id="{60D3EAFB-3DE3-41A3-AF13-2E056E024FB7}"/>
              </ns1:ext>
            </ns1:extLst>
          </ns0:cNvPr>
          <ns0:cNvSpPr>
            <ns1:spLocks noGrp="1"/>
          </ns0:cNvSpPr>
          <ns0:nvPr/>
        </ns0:nvSpPr>
        <ns0:spPr>
          <ns1:xfrm>
            <ns1:off x="13592278" y="248383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63" name="c-predicted-curve-169">
            <ns1:extLst>
              <ns1:ext uri="{FF2B5EF4-FFF2-40B4-BE49-F238E27FC236}">
                <ns2:creationId id="{924A44C6-C636-4B0C-B1EB-EAD9342A6DF5}"/>
              </ns1:ext>
            </ns1:extLst>
          </ns0:cNvPr>
          <ns0:cNvSpPr>
            <ns1:spLocks noGrp="1"/>
          </ns0:cNvSpPr>
          <ns0:nvPr/>
        </ns0:nvSpPr>
        <ns0:spPr>
          <ns1:xfrm>
            <ns1:off x="13598578" y="249884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64" name="c-predicted-curve-170">
            <ns1:extLst>
              <ns1:ext uri="{FF2B5EF4-FFF2-40B4-BE49-F238E27FC236}">
                <ns2:creationId id="{C75797A6-9019-42F9-B910-869A7799BBF6}"/>
              </ns1:ext>
            </ns1:extLst>
          </ns0:cNvPr>
          <ns0:cNvSpPr>
            <ns1:spLocks noGrp="1"/>
          </ns0:cNvSpPr>
          <ns0:nvPr/>
        </ns0:nvSpPr>
        <ns0:spPr>
          <ns1:xfrm>
            <ns1:off x="13604878" y="251268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65" name="c-predicted-curve-171">
            <ns1:extLst>
              <ns1:ext uri="{FF2B5EF4-FFF2-40B4-BE49-F238E27FC236}">
                <ns2:creationId id="{98505266-275A-495D-9D17-1A834CC0D21D}"/>
              </ns1:ext>
            </ns1:extLst>
          </ns0:cNvPr>
          <ns0:cNvSpPr>
            <ns1:spLocks noGrp="1"/>
          </ns0:cNvSpPr>
          <ns0:nvPr/>
        </ns0:nvSpPr>
        <ns0:spPr>
          <ns1:xfrm>
            <ns1:off x="13611179" y="252531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66" name="c-predicted-curve-172">
            <ns1:extLst>
              <ns1:ext uri="{FF2B5EF4-FFF2-40B4-BE49-F238E27FC236}">
                <ns2:creationId id="{8000917C-433F-4238-AAF0-47E7327BA7CD}"/>
              </ns1:ext>
            </ns1:extLst>
          </ns0:cNvPr>
          <ns0:cNvSpPr>
            <ns1:spLocks noGrp="1"/>
          </ns0:cNvSpPr>
          <ns0:nvPr/>
        </ns0:nvSpPr>
        <ns0:spPr>
          <ns1:xfrm>
            <ns1:off x="13617479" y="253672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67" name="c-predicted-curve-173">
            <ns1:extLst>
              <ns1:ext uri="{FF2B5EF4-FFF2-40B4-BE49-F238E27FC236}">
                <ns2:creationId id="{6E6F6C83-D21C-4D8A-B2F9-4BBF15DA1148}"/>
              </ns1:ext>
            </ns1:extLst>
          </ns0:cNvPr>
          <ns0:cNvSpPr>
            <ns1:spLocks noGrp="1"/>
          </ns0:cNvSpPr>
          <ns0:nvPr/>
        </ns0:nvSpPr>
        <ns0:spPr>
          <ns1:xfrm>
            <ns1:off x="13623779" y="254692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68" name="c-predicted-curve-174">
            <ns1:extLst>
              <ns1:ext uri="{FF2B5EF4-FFF2-40B4-BE49-F238E27FC236}">
                <ns2:creationId id="{7F77C222-C9D4-4CC1-A8B9-73F176A1E805}"/>
              </ns1:ext>
            </ns1:extLst>
          </ns0:cNvPr>
          <ns0:cNvSpPr>
            <ns1:spLocks noGrp="1"/>
          </ns0:cNvSpPr>
          <ns0:nvPr/>
        </ns0:nvSpPr>
        <ns0:spPr>
          <ns1:xfrm>
            <ns1:off x="13630079" y="255590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69" name="c-predicted-curve-175">
            <ns1:extLst>
              <ns1:ext uri="{FF2B5EF4-FFF2-40B4-BE49-F238E27FC236}">
                <ns2:creationId id="{6B87D548-94B9-4C4E-BE9D-3E19415F8F5F}"/>
              </ns1:ext>
            </ns1:extLst>
          </ns0:cNvPr>
          <ns0:cNvSpPr>
            <ns1:spLocks noGrp="1"/>
          </ns0:cNvSpPr>
          <ns0:nvPr/>
        </ns0:nvSpPr>
        <ns0:spPr>
          <ns1:xfrm>
            <ns1:off x="13636380" y="256370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70" name="c-predicted-curve-176">
            <ns1:extLst>
              <ns1:ext uri="{FF2B5EF4-FFF2-40B4-BE49-F238E27FC236}">
                <ns2:creationId id="{6C7FA790-24E8-4E66-8EB0-74E64FB83512}"/>
              </ns1:ext>
            </ns1:extLst>
          </ns0:cNvPr>
          <ns0:cNvSpPr>
            <ns1:spLocks noGrp="1"/>
          </ns0:cNvSpPr>
          <ns0:nvPr/>
        </ns0:nvSpPr>
        <ns0:spPr>
          <ns1:xfrm>
            <ns1:off x="13642680" y="257032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71" name="c-predicted-curve-177">
            <ns1:extLst>
              <ns1:ext uri="{FF2B5EF4-FFF2-40B4-BE49-F238E27FC236}">
                <ns2:creationId id="{35FD23D6-3682-4457-B62E-489EE5E69108}"/>
              </ns1:ext>
            </ns1:extLst>
          </ns0:cNvPr>
          <ns0:cNvSpPr>
            <ns1:spLocks noGrp="1"/>
          </ns0:cNvSpPr>
          <ns0:nvPr/>
        </ns0:nvSpPr>
        <ns0:spPr>
          <ns1:xfrm>
            <ns1:off x="13648980" y="257580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72" name="c-predicted-curve-178">
            <ns1:extLst>
              <ns1:ext uri="{FF2B5EF4-FFF2-40B4-BE49-F238E27FC236}">
                <ns2:creationId id="{985D6392-9C3D-4A47-98DB-8D63CF9E9E18}"/>
              </ns1:ext>
            </ns1:extLst>
          </ns0:cNvPr>
          <ns0:cNvSpPr>
            <ns1:spLocks noGrp="1"/>
          </ns0:cNvSpPr>
          <ns0:nvPr/>
        </ns0:nvSpPr>
        <ns0:spPr>
          <ns1:xfrm>
            <ns1:off x="13655280" y="258017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73" name="c-predicted-curve-179">
            <ns1:extLst>
              <ns1:ext uri="{FF2B5EF4-FFF2-40B4-BE49-F238E27FC236}">
                <ns2:creationId id="{C5EAEA60-FFC1-4B5C-BC5A-7DABA28C00C3}"/>
              </ns1:ext>
            </ns1:extLst>
          </ns0:cNvPr>
          <ns0:cNvSpPr>
            <ns1:spLocks noGrp="1"/>
          </ns0:cNvSpPr>
          <ns0:nvPr/>
        </ns0:nvSpPr>
        <ns0:spPr>
          <ns1:xfrm>
            <ns1:off x="13661581" y="258349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74" name="c-predicted-curve-180">
            <ns1:extLst>
              <ns1:ext uri="{FF2B5EF4-FFF2-40B4-BE49-F238E27FC236}">
                <ns2:creationId id="{DF3165FA-B2AE-41E5-8152-277CF4493ADF}"/>
              </ns1:ext>
            </ns1:extLst>
          </ns0:cNvPr>
          <ns0:cNvSpPr>
            <ns1:spLocks noGrp="1"/>
          </ns0:cNvSpPr>
          <ns0:nvPr/>
        </ns0:nvSpPr>
        <ns0:spPr>
          <ns1:xfrm>
            <ns1:off x="13667881" y="258581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75" name="c-predicted-curve-181">
            <ns1:extLst>
              <ns1:ext uri="{FF2B5EF4-FFF2-40B4-BE49-F238E27FC236}">
                <ns2:creationId id="{C7610A13-24CC-4317-9C58-7225125FACA2}"/>
              </ns1:ext>
            </ns1:extLst>
          </ns0:cNvPr>
          <ns0:cNvSpPr>
            <ns1:spLocks noGrp="1"/>
          </ns0:cNvSpPr>
          <ns0:nvPr/>
        </ns0:nvSpPr>
        <ns0:spPr>
          <ns1:xfrm>
            <ns1:off x="13674181" y="258718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76" name="c-predicted-curve-182">
            <ns1:extLst>
              <ns1:ext uri="{FF2B5EF4-FFF2-40B4-BE49-F238E27FC236}">
                <ns2:creationId id="{0D4E82E0-50E1-4F2E-AA7A-85B44B4771F6}"/>
              </ns1:ext>
            </ns1:extLst>
          </ns0:cNvPr>
          <ns0:cNvSpPr>
            <ns1:spLocks noGrp="1"/>
          </ns0:cNvSpPr>
          <ns0:nvPr/>
        </ns0:nvSpPr>
        <ns0:spPr>
          <ns1:xfrm>
            <ns1:off x="13680481" y="258767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77" name="c-predicted-curve-183">
            <ns1:extLst>
              <ns1:ext uri="{FF2B5EF4-FFF2-40B4-BE49-F238E27FC236}">
                <ns2:creationId id="{10D54D6E-7B49-4CA9-B004-4A44A12956A3}"/>
              </ns1:ext>
            </ns1:extLst>
          </ns0:cNvPr>
          <ns0:cNvSpPr>
            <ns1:spLocks noGrp="1"/>
          </ns0:cNvSpPr>
          <ns0:nvPr/>
        </ns0:nvSpPr>
        <ns0:spPr>
          <ns1:xfrm>
            <ns1:off x="13686782" y="258735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78" name="c-predicted-curve-184">
            <ns1:extLst>
              <ns1:ext uri="{FF2B5EF4-FFF2-40B4-BE49-F238E27FC236}">
                <ns2:creationId id="{48943B41-25E8-433C-B369-E435C1D3281F}"/>
              </ns1:ext>
            </ns1:extLst>
          </ns0:cNvPr>
          <ns0:cNvSpPr>
            <ns1:spLocks noGrp="1"/>
          </ns0:cNvSpPr>
          <ns0:nvPr/>
        </ns0:nvSpPr>
        <ns0:spPr>
          <ns1:xfrm>
            <ns1:off x="13693082" y="258628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79" name="c-predicted-curve-185">
            <ns1:extLst>
              <ns1:ext uri="{FF2B5EF4-FFF2-40B4-BE49-F238E27FC236}">
                <ns2:creationId id="{2ED2679B-34BD-400E-9E1B-C2338073DAA2}"/>
              </ns1:ext>
            </ns1:extLst>
          </ns0:cNvPr>
          <ns0:cNvSpPr>
            <ns1:spLocks noGrp="1"/>
          </ns0:cNvSpPr>
          <ns0:nvPr/>
        </ns0:nvSpPr>
        <ns0:spPr>
          <ns1:xfrm>
            <ns1:off x="13699382" y="258455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80" name="c-predicted-curve-186">
            <ns1:extLst>
              <ns1:ext uri="{FF2B5EF4-FFF2-40B4-BE49-F238E27FC236}">
                <ns2:creationId id="{4C1AB7B1-C2CA-4314-A7A4-733063994955}"/>
              </ns1:ext>
            </ns1:extLst>
          </ns0:cNvPr>
          <ns0:cNvSpPr>
            <ns1:spLocks noGrp="1"/>
          </ns0:cNvSpPr>
          <ns0:nvPr/>
        </ns0:nvSpPr>
        <ns0:spPr>
          <ns1:xfrm>
            <ns1:off x="13705682" y="258225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81" name="c-predicted-curve-187">
            <ns1:extLst>
              <ns1:ext uri="{FF2B5EF4-FFF2-40B4-BE49-F238E27FC236}">
                <ns2:creationId id="{3B7F6CC7-8F38-42E6-BF73-B71B0807BC12}"/>
              </ns1:ext>
            </ns1:extLst>
          </ns0:cNvPr>
          <ns0:cNvSpPr>
            <ns1:spLocks noGrp="1"/>
          </ns0:cNvSpPr>
          <ns0:nvPr/>
        </ns0:nvSpPr>
        <ns0:spPr>
          <ns1:xfrm>
            <ns1:off x="13711982" y="25794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82" name="c-predicted-curve-188">
            <ns1:extLst>
              <ns1:ext uri="{FF2B5EF4-FFF2-40B4-BE49-F238E27FC236}">
                <ns2:creationId id="{9E6F62FC-9BE3-4579-82FA-D647695B02BE}"/>
              </ns1:ext>
            </ns1:extLst>
          </ns0:cNvPr>
          <ns0:cNvSpPr>
            <ns1:spLocks noGrp="1"/>
          </ns0:cNvSpPr>
          <ns0:nvPr/>
        </ns0:nvSpPr>
        <ns0:spPr>
          <ns1:xfrm>
            <ns1:off x="13718283" y="257621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83" name="c-predicted-curve-189">
            <ns1:extLst>
              <ns1:ext uri="{FF2B5EF4-FFF2-40B4-BE49-F238E27FC236}">
                <ns2:creationId id="{A95AB7BD-6B9B-4D45-ACA9-8B11F2FDE450}"/>
              </ns1:ext>
            </ns1:extLst>
          </ns0:cNvPr>
          <ns0:cNvSpPr>
            <ns1:spLocks noGrp="1"/>
          </ns0:cNvSpPr>
          <ns0:nvPr/>
        </ns0:nvSpPr>
        <ns0:spPr>
          <ns1:xfrm>
            <ns1:off x="13724583" y="257266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84" name="c-predicted-curve-190">
            <ns1:extLst>
              <ns1:ext uri="{FF2B5EF4-FFF2-40B4-BE49-F238E27FC236}">
                <ns2:creationId id="{8922CA2D-E8B1-4EB1-A551-57B8356ADCE2}"/>
              </ns1:ext>
            </ns1:extLst>
          </ns0:cNvPr>
          <ns0:cNvSpPr>
            <ns1:spLocks noGrp="1"/>
          </ns0:cNvSpPr>
          <ns0:nvPr/>
        </ns0:nvSpPr>
        <ns0:spPr>
          <ns1:xfrm>
            <ns1:off x="13730883" y="256885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85" name="c-predicted-curve-191">
            <ns1:extLst>
              <ns1:ext uri="{FF2B5EF4-FFF2-40B4-BE49-F238E27FC236}">
                <ns2:creationId id="{E5E488E5-33EC-43B9-A0DD-705CB5C7D529}"/>
              </ns1:ext>
            </ns1:extLst>
          </ns0:cNvPr>
          <ns0:cNvSpPr>
            <ns1:spLocks noGrp="1"/>
          </ns0:cNvSpPr>
          <ns0:nvPr/>
        </ns0:nvSpPr>
        <ns0:spPr>
          <ns1:xfrm>
            <ns1:off x="13737183" y="256489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86" name="c-predicted-curve-192">
            <ns1:extLst>
              <ns1:ext uri="{FF2B5EF4-FFF2-40B4-BE49-F238E27FC236}">
                <ns2:creationId id="{AC636DDF-22A9-4C65-A410-3CE554FFAEE7}"/>
              </ns1:ext>
            </ns1:extLst>
          </ns0:cNvPr>
          <ns0:cNvSpPr>
            <ns1:spLocks noGrp="1"/>
          </ns0:cNvSpPr>
          <ns0:nvPr/>
        </ns0:nvSpPr>
        <ns0:spPr>
          <ns1:xfrm>
            <ns1:off x="13743484" y="256085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87" name="c-predicted-curve-193">
            <ns1:extLst>
              <ns1:ext uri="{FF2B5EF4-FFF2-40B4-BE49-F238E27FC236}">
                <ns2:creationId id="{FB135495-1AC8-4211-8805-D25F0DDBEB1D}"/>
              </ns1:ext>
            </ns1:extLst>
          </ns0:cNvPr>
          <ns0:cNvSpPr>
            <ns1:spLocks noGrp="1"/>
          </ns0:cNvSpPr>
          <ns0:nvPr/>
        </ns0:nvSpPr>
        <ns0:spPr>
          <ns1:xfrm>
            <ns1:off x="13749784" y="255681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88" name="c-predicted-curve-194">
            <ns1:extLst>
              <ns1:ext uri="{FF2B5EF4-FFF2-40B4-BE49-F238E27FC236}">
                <ns2:creationId id="{0EAEA348-F949-4C06-A047-3FFDF1A5ED75}"/>
              </ns1:ext>
            </ns1:extLst>
          </ns0:cNvPr>
          <ns0:cNvSpPr>
            <ns1:spLocks noGrp="1"/>
          </ns0:cNvSpPr>
          <ns0:nvPr/>
        </ns0:nvSpPr>
        <ns0:spPr>
          <ns1:xfrm>
            <ns1:off x="13756084" y="255285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89" name="c-predicted-curve-195">
            <ns1:extLst>
              <ns1:ext uri="{FF2B5EF4-FFF2-40B4-BE49-F238E27FC236}">
                <ns2:creationId id="{B94A7D30-A904-4A52-A464-CA7CEE9649EE}"/>
              </ns1:ext>
            </ns1:extLst>
          </ns0:cNvPr>
          <ns0:cNvSpPr>
            <ns1:spLocks noGrp="1"/>
          </ns0:cNvSpPr>
          <ns0:nvPr/>
        </ns0:nvSpPr>
        <ns0:spPr>
          <ns1:xfrm>
            <ns1:off x="13762384" y="254906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90" name="c-predicted-curve-196">
            <ns1:extLst>
              <ns1:ext uri="{FF2B5EF4-FFF2-40B4-BE49-F238E27FC236}">
                <ns2:creationId id="{A8A50B8F-4197-4588-B7DA-2FC9C8A21B58}"/>
              </ns1:ext>
            </ns1:extLst>
          </ns0:cNvPr>
          <ns0:cNvSpPr>
            <ns1:spLocks noGrp="1"/>
          </ns0:cNvSpPr>
          <ns0:nvPr/>
        </ns0:nvSpPr>
        <ns0:spPr>
          <ns1:xfrm>
            <ns1:off x="13768685" y="254548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91" name="c-predicted-curve-197">
            <ns1:extLst>
              <ns1:ext uri="{FF2B5EF4-FFF2-40B4-BE49-F238E27FC236}">
                <ns2:creationId id="{4755DC10-D9A4-4788-A32D-DF4D3156F59E}"/>
              </ns1:ext>
            </ns1:extLst>
          </ns0:cNvPr>
          <ns0:cNvSpPr>
            <ns1:spLocks noGrp="1"/>
          </ns0:cNvSpPr>
          <ns0:nvPr/>
        </ns0:nvSpPr>
        <ns0:spPr>
          <ns1:xfrm>
            <ns1:off x="13774985" y="254221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92" name="c-predicted-curve-198">
            <ns1:extLst>
              <ns1:ext uri="{FF2B5EF4-FFF2-40B4-BE49-F238E27FC236}">
                <ns2:creationId id="{03BC748F-85FA-4381-9B32-58F72F4823A6}"/>
              </ns1:ext>
            </ns1:extLst>
          </ns0:cNvPr>
          <ns0:cNvSpPr>
            <ns1:spLocks noGrp="1"/>
          </ns0:cNvSpPr>
          <ns0:nvPr/>
        </ns0:nvSpPr>
        <ns0:spPr>
          <ns1:xfrm>
            <ns1:off x="13781285" y="25392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93" name="c-predicted-curve-199">
            <ns1:extLst>
              <ns1:ext uri="{FF2B5EF4-FFF2-40B4-BE49-F238E27FC236}">
                <ns2:creationId id="{2F090E34-0CDB-4C2E-A258-C90CFA9DE169}"/>
              </ns1:ext>
            </ns1:extLst>
          </ns0:cNvPr>
          <ns0:cNvSpPr>
            <ns1:spLocks noGrp="1"/>
          </ns0:cNvSpPr>
          <ns0:nvPr/>
        </ns0:nvSpPr>
        <ns0:spPr>
          <ns1:xfrm>
            <ns1:off x="13787585" y="253679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94" name="c-predicted-curve-200">
            <ns1:extLst>
              <ns1:ext uri="{FF2B5EF4-FFF2-40B4-BE49-F238E27FC236}">
                <ns2:creationId id="{52426538-BC2A-494C-B64C-CEAE627F21A2}"/>
              </ns1:ext>
            </ns1:extLst>
          </ns0:cNvPr>
          <ns0:cNvSpPr>
            <ns1:spLocks noGrp="1"/>
          </ns0:cNvSpPr>
          <ns0:nvPr/>
        </ns0:nvSpPr>
        <ns0:spPr>
          <ns1:xfrm>
            <ns1:off x="13793886" y="253475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95" name="c-predicted-curve-201">
            <ns1:extLst>
              <ns1:ext uri="{FF2B5EF4-FFF2-40B4-BE49-F238E27FC236}">
                <ns2:creationId id="{BB431F45-9950-4A52-B6F3-C9877268DE30}"/>
              </ns1:ext>
            </ns1:extLst>
          </ns0:cNvPr>
          <ns0:cNvSpPr>
            <ns1:spLocks noGrp="1"/>
          </ns0:cNvSpPr>
          <ns0:nvPr/>
        </ns0:nvSpPr>
        <ns0:spPr>
          <ns1:xfrm>
            <ns1:off x="13800186" y="253322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96" name="c-predicted-curve-202">
            <ns1:extLst>
              <ns1:ext uri="{FF2B5EF4-FFF2-40B4-BE49-F238E27FC236}">
                <ns2:creationId id="{03594178-A9AA-4412-A52B-071674FC8144}"/>
              </ns1:ext>
            </ns1:extLst>
          </ns0:cNvPr>
          <ns0:cNvSpPr>
            <ns1:spLocks noGrp="1"/>
          </ns0:cNvSpPr>
          <ns0:nvPr/>
        </ns0:nvSpPr>
        <ns0:spPr>
          <ns1:xfrm>
            <ns1:off x="13806486" y="253223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97" name="c-predicted-curve-203">
            <ns1:extLst>
              <ns1:ext uri="{FF2B5EF4-FFF2-40B4-BE49-F238E27FC236}">
                <ns2:creationId id="{26F2F7DB-A9F8-46FE-9C25-38A51FBC82F5}"/>
              </ns1:ext>
            </ns1:extLst>
          </ns0:cNvPr>
          <ns0:cNvSpPr>
            <ns1:spLocks noGrp="1"/>
          </ns0:cNvSpPr>
          <ns0:nvPr/>
        </ns0:nvSpPr>
        <ns0:spPr>
          <ns1:xfrm>
            <ns1:off x="13812786" y="253182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98" name="c-predicted-curve-204">
            <ns1:extLst>
              <ns1:ext uri="{FF2B5EF4-FFF2-40B4-BE49-F238E27FC236}">
                <ns2:creationId id="{314743FF-CE57-464F-A260-20377A04F89C}"/>
              </ns1:ext>
            </ns1:extLst>
          </ns0:cNvPr>
          <ns0:cNvSpPr>
            <ns1:spLocks noGrp="1"/>
          </ns0:cNvSpPr>
          <ns0:nvPr/>
        </ns0:nvSpPr>
        <ns0:spPr>
          <ns1:xfrm>
            <ns1:off x="13819086" y="253200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899" name="c-predicted-curve-205">
            <ns1:extLst>
              <ns1:ext uri="{FF2B5EF4-FFF2-40B4-BE49-F238E27FC236}">
                <ns2:creationId id="{80EC27B0-7515-4DF9-88B0-61494245595D}"/>
              </ns1:ext>
            </ns1:extLst>
          </ns0:cNvPr>
          <ns0:cNvSpPr>
            <ns1:spLocks noGrp="1"/>
          </ns0:cNvSpPr>
          <ns0:nvPr/>
        </ns0:nvSpPr>
        <ns0:spPr>
          <ns1:xfrm>
            <ns1:off x="13825387" y="253280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00" name="c-predicted-curve-206">
            <ns1:extLst>
              <ns1:ext uri="{FF2B5EF4-FFF2-40B4-BE49-F238E27FC236}">
                <ns2:creationId id="{82A9F64D-7AC7-4F83-BC85-1BB5672BC74B}"/>
              </ns1:ext>
            </ns1:extLst>
          </ns0:cNvPr>
          <ns0:cNvSpPr>
            <ns1:spLocks noGrp="1"/>
          </ns0:cNvSpPr>
          <ns0:nvPr/>
        </ns0:nvSpPr>
        <ns0:spPr>
          <ns1:xfrm>
            <ns1:off x="13831687" y="25342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01" name="c-predicted-curve-207">
            <ns1:extLst>
              <ns1:ext uri="{FF2B5EF4-FFF2-40B4-BE49-F238E27FC236}">
                <ns2:creationId id="{CB6CB6C3-73DA-4778-B7AF-10AE4F24D2F0}"/>
              </ns1:ext>
            </ns1:extLst>
          </ns0:cNvPr>
          <ns0:cNvSpPr>
            <ns1:spLocks noGrp="1"/>
          </ns0:cNvSpPr>
          <ns0:nvPr/>
        </ns0:nvSpPr>
        <ns0:spPr>
          <ns1:xfrm>
            <ns1:off x="13837987" y="253625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02" name="c-predicted-curve-208">
            <ns1:extLst>
              <ns1:ext uri="{FF2B5EF4-FFF2-40B4-BE49-F238E27FC236}">
                <ns2:creationId id="{3F5F10BD-A975-4E68-8A3D-585D9D7215DD}"/>
              </ns1:ext>
            </ns1:extLst>
          </ns0:cNvPr>
          <ns0:cNvSpPr>
            <ns1:spLocks noGrp="1"/>
          </ns0:cNvSpPr>
          <ns0:nvPr/>
        </ns0:nvSpPr>
        <ns0:spPr>
          <ns1:xfrm>
            <ns1:off x="13844287" y="253890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03" name="c-predicted-curve-209">
            <ns1:extLst>
              <ns1:ext uri="{FF2B5EF4-FFF2-40B4-BE49-F238E27FC236}">
                <ns2:creationId id="{187449FE-3C27-471A-8DD3-6C46197B11B1}"/>
              </ns1:ext>
            </ns1:extLst>
          </ns0:cNvPr>
          <ns0:cNvSpPr>
            <ns1:spLocks noGrp="1"/>
          </ns0:cNvSpPr>
          <ns0:nvPr/>
        </ns0:nvSpPr>
        <ns0:spPr>
          <ns1:xfrm>
            <ns1:off x="13850588" y="254215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04" name="c-predicted-curve-210">
            <ns1:extLst>
              <ns1:ext uri="{FF2B5EF4-FFF2-40B4-BE49-F238E27FC236}">
                <ns2:creationId id="{26902D41-61BC-4679-BBE7-F4693D561A48}"/>
              </ns1:ext>
            </ns1:extLst>
          </ns0:cNvPr>
          <ns0:cNvSpPr>
            <ns1:spLocks noGrp="1"/>
          </ns0:cNvSpPr>
          <ns0:nvPr/>
        </ns0:nvSpPr>
        <ns0:spPr>
          <ns1:xfrm>
            <ns1:off x="13856888" y="254597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05" name="c-predicted-curve-211">
            <ns1:extLst>
              <ns1:ext uri="{FF2B5EF4-FFF2-40B4-BE49-F238E27FC236}">
                <ns2:creationId id="{CC0B066E-F1CB-4544-90D1-19CD6564BCFA}"/>
              </ns1:ext>
            </ns1:extLst>
          </ns0:cNvPr>
          <ns0:cNvSpPr>
            <ns1:spLocks noGrp="1"/>
          </ns0:cNvSpPr>
          <ns0:nvPr/>
        </ns0:nvSpPr>
        <ns0:spPr>
          <ns1:xfrm>
            <ns1:off x="13863188" y="255034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06" name="c-predicted-curve-212">
            <ns1:extLst>
              <ns1:ext uri="{FF2B5EF4-FFF2-40B4-BE49-F238E27FC236}">
                <ns2:creationId id="{F9D94C39-84B9-494D-9E82-E7333F919FDD}"/>
              </ns1:ext>
            </ns1:extLst>
          </ns0:cNvPr>
          <ns0:cNvSpPr>
            <ns1:spLocks noGrp="1"/>
          </ns0:cNvSpPr>
          <ns0:nvPr/>
        </ns0:nvSpPr>
        <ns0:spPr>
          <ns1:xfrm>
            <ns1:off x="13869488" y="25552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07" name="c-predicted-curve-213">
            <ns1:extLst>
              <ns1:ext uri="{FF2B5EF4-FFF2-40B4-BE49-F238E27FC236}">
                <ns2:creationId id="{D4D72337-DBC0-49CC-AB1C-EB1124F04C83}"/>
              </ns1:ext>
            </ns1:extLst>
          </ns0:cNvPr>
          <ns0:cNvSpPr>
            <ns1:spLocks noGrp="1"/>
          </ns0:cNvSpPr>
          <ns0:nvPr/>
        </ns0:nvSpPr>
        <ns0:spPr>
          <ns1:xfrm>
            <ns1:off x="13875789" y="256058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08" name="c-predicted-curve-214">
            <ns1:extLst>
              <ns1:ext uri="{FF2B5EF4-FFF2-40B4-BE49-F238E27FC236}">
                <ns2:creationId id="{09E953FE-37C8-440A-BC2B-375DCB9EDB8C}"/>
              </ns1:ext>
            </ns1:extLst>
          </ns0:cNvPr>
          <ns0:cNvSpPr>
            <ns1:spLocks noGrp="1"/>
          </ns0:cNvSpPr>
          <ns0:nvPr/>
        </ns0:nvSpPr>
        <ns0:spPr>
          <ns1:xfrm>
            <ns1:off x="13882089" y="256636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09" name="c-predicted-curve-215">
            <ns1:extLst>
              <ns1:ext uri="{FF2B5EF4-FFF2-40B4-BE49-F238E27FC236}">
                <ns2:creationId id="{BDF0109C-F62F-49D2-8F4A-649194A4C444}"/>
              </ns1:ext>
            </ns1:extLst>
          </ns0:cNvPr>
          <ns0:cNvSpPr>
            <ns1:spLocks noGrp="1"/>
          </ns0:cNvSpPr>
          <ns0:nvPr/>
        </ns0:nvSpPr>
        <ns0:spPr>
          <ns1:xfrm>
            <ns1:off x="13888389" y="257250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10" name="c-predicted-curve-216">
            <ns1:extLst>
              <ns1:ext uri="{FF2B5EF4-FFF2-40B4-BE49-F238E27FC236}">
                <ns2:creationId id="{6968E63B-2712-444B-AEF2-AD004E6DA003}"/>
              </ns1:ext>
            </ns1:extLst>
          </ns0:cNvPr>
          <ns0:cNvSpPr>
            <ns1:spLocks noGrp="1"/>
          </ns0:cNvSpPr>
          <ns0:nvPr/>
        </ns0:nvSpPr>
        <ns0:spPr>
          <ns1:xfrm>
            <ns1:off x="13894689" y="25789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11" name="c-predicted-curve-217">
            <ns1:extLst>
              <ns1:ext uri="{FF2B5EF4-FFF2-40B4-BE49-F238E27FC236}">
                <ns2:creationId id="{7713771A-9934-453D-A66C-AA640D4DE3AD}"/>
              </ns1:ext>
            </ns1:extLst>
          </ns0:cNvPr>
          <ns0:cNvSpPr>
            <ns1:spLocks noGrp="1"/>
          </ns0:cNvSpPr>
          <ns0:nvPr/>
        </ns0:nvSpPr>
        <ns0:spPr>
          <ns1:xfrm>
            <ns1:off x="13900990" y="258567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12" name="c-predicted-curve-218">
            <ns1:extLst>
              <ns1:ext uri="{FF2B5EF4-FFF2-40B4-BE49-F238E27FC236}">
                <ns2:creationId id="{AD343E14-ADD5-48A5-B9D8-4C60EC374A2B}"/>
              </ns1:ext>
            </ns1:extLst>
          </ns0:cNvPr>
          <ns0:cNvSpPr>
            <ns1:spLocks noGrp="1"/>
          </ns0:cNvSpPr>
          <ns0:nvPr/>
        </ns0:nvSpPr>
        <ns0:spPr>
          <ns1:xfrm>
            <ns1:off x="13907290" y="259256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13" name="c-predicted-curve-219">
            <ns1:extLst>
              <ns1:ext uri="{FF2B5EF4-FFF2-40B4-BE49-F238E27FC236}">
                <ns2:creationId id="{E4F82130-FA60-4B79-9A1E-4962B0AE0FA4}"/>
              </ns1:ext>
            </ns1:extLst>
          </ns0:cNvPr>
          <ns0:cNvSpPr>
            <ns1:spLocks noGrp="1"/>
          </ns0:cNvSpPr>
          <ns0:nvPr/>
        </ns0:nvSpPr>
        <ns0:spPr>
          <ns1:xfrm>
            <ns1:off x="13913590" y="259958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14" name="c-predicted-curve-220">
            <ns1:extLst>
              <ns1:ext uri="{FF2B5EF4-FFF2-40B4-BE49-F238E27FC236}">
                <ns2:creationId id="{8EB1C465-D9DF-42DA-9634-B8F5BE807F3B}"/>
              </ns1:ext>
            </ns1:extLst>
          </ns0:cNvPr>
          <ns0:cNvSpPr>
            <ns1:spLocks noGrp="1"/>
          </ns0:cNvSpPr>
          <ns0:nvPr/>
        </ns0:nvSpPr>
        <ns0:spPr>
          <ns1:xfrm>
            <ns1:off x="13919890" y="26066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15" name="c-predicted-curve-221">
            <ns1:extLst>
              <ns1:ext uri="{FF2B5EF4-FFF2-40B4-BE49-F238E27FC236}">
                <ns2:creationId id="{9D064619-DCEC-470C-8359-5929DE1135AC}"/>
              </ns1:ext>
            </ns1:extLst>
          </ns0:cNvPr>
          <ns0:cNvSpPr>
            <ns1:spLocks noGrp="1"/>
          </ns0:cNvSpPr>
          <ns0:nvPr/>
        </ns0:nvSpPr>
        <ns0:spPr>
          <ns1:xfrm>
            <ns1:off x="13926190" y="261367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16" name="c-predicted-curve-222">
            <ns1:extLst>
              <ns1:ext uri="{FF2B5EF4-FFF2-40B4-BE49-F238E27FC236}">
                <ns2:creationId id="{7A9A91AA-C403-4F67-88D7-02BD914842EC}"/>
              </ns1:ext>
            </ns1:extLst>
          </ns0:cNvPr>
          <ns0:cNvSpPr>
            <ns1:spLocks noGrp="1"/>
          </ns0:cNvSpPr>
          <ns0:nvPr/>
        </ns0:nvSpPr>
        <ns0:spPr>
          <ns1:xfrm>
            <ns1:off x="13932491" y="26206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17" name="c-predicted-curve-223">
            <ns1:extLst>
              <ns1:ext uri="{FF2B5EF4-FFF2-40B4-BE49-F238E27FC236}">
                <ns2:creationId id="{9D9DF9F7-93A2-406A-A6E9-B865679AC0AD}"/>
              </ns1:ext>
            </ns1:extLst>
          </ns0:cNvPr>
          <ns0:cNvSpPr>
            <ns1:spLocks noGrp="1"/>
          </ns0:cNvSpPr>
          <ns0:nvPr/>
        </ns0:nvSpPr>
        <ns0:spPr>
          <ns1:xfrm>
            <ns1:off x="13938791" y="262738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18" name="c-predicted-curve-224">
            <ns1:extLst>
              <ns1:ext uri="{FF2B5EF4-FFF2-40B4-BE49-F238E27FC236}">
                <ns2:creationId id="{7D3B2352-00FF-49B4-A8C1-DDC79BD3A188}"/>
              </ns1:ext>
            </ns1:extLst>
          </ns0:cNvPr>
          <ns0:cNvSpPr>
            <ns1:spLocks noGrp="1"/>
          </ns0:cNvSpPr>
          <ns0:nvPr/>
        </ns0:nvSpPr>
        <ns0:spPr>
          <ns1:xfrm>
            <ns1:off x="13945091" y="26339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19" name="c-predicted-curve-225">
            <ns1:extLst>
              <ns1:ext uri="{FF2B5EF4-FFF2-40B4-BE49-F238E27FC236}">
                <ns2:creationId id="{19E3EACC-4ADB-4958-BBDB-A876CD0F1D6B}"/>
              </ns1:ext>
            </ns1:extLst>
          </ns0:cNvPr>
          <ns0:cNvSpPr>
            <ns1:spLocks noGrp="1"/>
          </ns0:cNvSpPr>
          <ns0:nvPr/>
        </ns0:nvSpPr>
        <ns0:spPr>
          <ns1:xfrm>
            <ns1:off x="13951391" y="264013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20" name="c-predicted-curve-226">
            <ns1:extLst>
              <ns1:ext uri="{FF2B5EF4-FFF2-40B4-BE49-F238E27FC236}">
                <ns2:creationId id="{58299C29-A21B-4A79-95AB-C22F87727A3C}"/>
              </ns1:ext>
            </ns1:extLst>
          </ns0:cNvPr>
          <ns0:cNvSpPr>
            <ns1:spLocks noGrp="1"/>
          </ns0:cNvSpPr>
          <ns0:nvPr/>
        </ns0:nvSpPr>
        <ns0:spPr>
          <ns1:xfrm>
            <ns1:off x="13957692" y="264597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21" name="c-predicted-curve-227">
            <ns1:extLst>
              <ns1:ext uri="{FF2B5EF4-FFF2-40B4-BE49-F238E27FC236}">
                <ns2:creationId id="{2C6BB801-D85E-471B-9E88-4B229B3C1462}"/>
              </ns1:ext>
            </ns1:extLst>
          </ns0:cNvPr>
          <ns0:cNvSpPr>
            <ns1:spLocks noGrp="1"/>
          </ns0:cNvSpPr>
          <ns0:nvPr/>
        </ns0:nvSpPr>
        <ns0:spPr>
          <ns1:xfrm>
            <ns1:off x="13963992" y="265137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22" name="c-predicted-curve-228">
            <ns1:extLst>
              <ns1:ext uri="{FF2B5EF4-FFF2-40B4-BE49-F238E27FC236}">
                <ns2:creationId id="{D25ADD0C-2AAB-44E9-95F5-E299FD356C38}"/>
              </ns1:ext>
            </ns1:extLst>
          </ns0:cNvPr>
          <ns0:cNvSpPr>
            <ns1:spLocks noGrp="1"/>
          </ns0:cNvSpPr>
          <ns0:nvPr/>
        </ns0:nvSpPr>
        <ns0:spPr>
          <ns1:xfrm>
            <ns1:off x="13970292" y="265626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23" name="c-predicted-curve-229">
            <ns1:extLst>
              <ns1:ext uri="{FF2B5EF4-FFF2-40B4-BE49-F238E27FC236}">
                <ns2:creationId id="{0B92C45D-AA6B-40E4-9977-263137C41A9B}"/>
              </ns1:ext>
            </ns1:extLst>
          </ns0:cNvPr>
          <ns0:cNvSpPr>
            <ns1:spLocks noGrp="1"/>
          </ns0:cNvSpPr>
          <ns0:nvPr/>
        </ns0:nvSpPr>
        <ns0:spPr>
          <ns1:xfrm>
            <ns1:off x="13976592" y="266059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24" name="c-predicted-curve-230">
            <ns1:extLst>
              <ns1:ext uri="{FF2B5EF4-FFF2-40B4-BE49-F238E27FC236}">
                <ns2:creationId id="{549D235B-7B9D-46ED-A150-0620A6439F05}"/>
              </ns1:ext>
            </ns1:extLst>
          </ns0:cNvPr>
          <ns0:cNvSpPr>
            <ns1:spLocks noGrp="1"/>
          </ns0:cNvSpPr>
          <ns0:nvPr/>
        </ns0:nvSpPr>
        <ns0:spPr>
          <ns1:xfrm>
            <ns1:off x="13982893" y="266431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25" name="c-predicted-curve-231">
            <ns1:extLst>
              <ns1:ext uri="{FF2B5EF4-FFF2-40B4-BE49-F238E27FC236}">
                <ns2:creationId id="{5DAF9D77-A08C-4D01-8B82-6B84741119DA}"/>
              </ns1:ext>
            </ns1:extLst>
          </ns0:cNvPr>
          <ns0:cNvSpPr>
            <ns1:spLocks noGrp="1"/>
          </ns0:cNvSpPr>
          <ns0:nvPr/>
        </ns0:nvSpPr>
        <ns0:spPr>
          <ns1:xfrm>
            <ns1:off x="13989193" y="26673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26" name="c-predicted-curve-232">
            <ns1:extLst>
              <ns1:ext uri="{FF2B5EF4-FFF2-40B4-BE49-F238E27FC236}">
                <ns2:creationId id="{2C97CFD2-EC86-4145-951D-636FD9501CE8}"/>
              </ns1:ext>
            </ns1:extLst>
          </ns0:cNvPr>
          <ns0:cNvSpPr>
            <ns1:spLocks noGrp="1"/>
          </ns0:cNvSpPr>
          <ns0:nvPr/>
        </ns0:nvSpPr>
        <ns0:spPr>
          <ns1:xfrm>
            <ns1:off x="13995493" y="26697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27" name="c-predicted-curve-233">
            <ns1:extLst>
              <ns1:ext uri="{FF2B5EF4-FFF2-40B4-BE49-F238E27FC236}">
                <ns2:creationId id="{2FA32354-74BE-4F09-B94E-7D0C7BC188F1}"/>
              </ns1:ext>
            </ns1:extLst>
          </ns0:cNvPr>
          <ns0:cNvSpPr>
            <ns1:spLocks noGrp="1"/>
          </ns0:cNvSpPr>
          <ns0:nvPr/>
        </ns0:nvSpPr>
        <ns0:spPr>
          <ns1:xfrm>
            <ns1:off x="14001793" y="26713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28" name="c-predicted-curve-234">
            <ns1:extLst>
              <ns1:ext uri="{FF2B5EF4-FFF2-40B4-BE49-F238E27FC236}">
                <ns2:creationId id="{3E0C7A2C-8FD3-4F87-8C00-61C43024F1DB}"/>
              </ns1:ext>
            </ns1:extLst>
          </ns0:cNvPr>
          <ns0:cNvSpPr>
            <ns1:spLocks noGrp="1"/>
          </ns0:cNvSpPr>
          <ns0:nvPr/>
        </ns0:nvSpPr>
        <ns0:spPr>
          <ns1:xfrm>
            <ns1:off x="14008094" y="267217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29" name="c-predicted-curve-235">
            <ns1:extLst>
              <ns1:ext uri="{FF2B5EF4-FFF2-40B4-BE49-F238E27FC236}">
                <ns2:creationId id="{9EA5E1E7-3831-45CA-AA24-71A1C17F432A}"/>
              </ns1:ext>
            </ns1:extLst>
          </ns0:cNvPr>
          <ns0:cNvSpPr>
            <ns1:spLocks noGrp="1"/>
          </ns0:cNvSpPr>
          <ns0:nvPr/>
        </ns0:nvSpPr>
        <ns0:spPr>
          <ns1:xfrm>
            <ns1:off x="14014394" y="267223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30" name="c-predicted-curve-236">
            <ns1:extLst>
              <ns1:ext uri="{FF2B5EF4-FFF2-40B4-BE49-F238E27FC236}">
                <ns2:creationId id="{8C5D37BE-9D38-480C-8DFF-A0079A20985A}"/>
              </ns1:ext>
            </ns1:extLst>
          </ns0:cNvPr>
          <ns0:cNvSpPr>
            <ns1:spLocks noGrp="1"/>
          </ns0:cNvSpPr>
          <ns0:nvPr/>
        </ns0:nvSpPr>
        <ns0:spPr>
          <ns1:xfrm>
            <ns1:off x="14020694" y="267149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31" name="c-predicted-curve-237">
            <ns1:extLst>
              <ns1:ext uri="{FF2B5EF4-FFF2-40B4-BE49-F238E27FC236}">
                <ns2:creationId id="{8B1098C9-44AF-4DC8-885A-64100C3AB06D}"/>
              </ns1:ext>
            </ns1:extLst>
          </ns0:cNvPr>
          <ns0:cNvSpPr>
            <ns1:spLocks noGrp="1"/>
          </ns0:cNvSpPr>
          <ns0:nvPr/>
        </ns0:nvSpPr>
        <ns0:spPr>
          <ns1:xfrm>
            <ns1:off x="14026994" y="266995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32" name="c-predicted-curve-238">
            <ns1:extLst>
              <ns1:ext uri="{FF2B5EF4-FFF2-40B4-BE49-F238E27FC236}">
                <ns2:creationId id="{A76BB1F3-700A-436B-89ED-37A1F9001504}"/>
              </ns1:ext>
            </ns1:extLst>
          </ns0:cNvPr>
          <ns0:cNvSpPr>
            <ns1:spLocks noGrp="1"/>
          </ns0:cNvSpPr>
          <ns0:nvPr/>
        </ns0:nvSpPr>
        <ns0:spPr>
          <ns1:xfrm>
            <ns1:off x="14033294" y="266759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33" name="c-predicted-curve-239">
            <ns1:extLst>
              <ns1:ext uri="{FF2B5EF4-FFF2-40B4-BE49-F238E27FC236}">
                <ns2:creationId id="{BB85401A-CB2B-4081-9E68-A18CBEBA68EE}"/>
              </ns1:ext>
            </ns1:extLst>
          </ns0:cNvPr>
          <ns0:cNvSpPr>
            <ns1:spLocks noGrp="1"/>
          </ns0:cNvSpPr>
          <ns0:nvPr/>
        </ns0:nvSpPr>
        <ns0:spPr>
          <ns1:xfrm>
            <ns1:off x="14039595" y="266444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34" name="c-predicted-curve-240">
            <ns1:extLst>
              <ns1:ext uri="{FF2B5EF4-FFF2-40B4-BE49-F238E27FC236}">
                <ns2:creationId id="{940B97D6-B95D-4330-A20D-A3018A154228}"/>
              </ns1:ext>
            </ns1:extLst>
          </ns0:cNvPr>
          <ns0:cNvSpPr>
            <ns1:spLocks noGrp="1"/>
          </ns0:cNvSpPr>
          <ns0:nvPr/>
        </ns0:nvSpPr>
        <ns0:spPr>
          <ns1:xfrm>
            <ns1:off x="14045895" y="266050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35" name="c-predicted-curve-241">
            <ns1:extLst>
              <ns1:ext uri="{FF2B5EF4-FFF2-40B4-BE49-F238E27FC236}">
                <ns2:creationId id="{8E75D70E-FFFF-408B-8721-D6BFBE382570}"/>
              </ns1:ext>
            </ns1:extLst>
          </ns0:cNvPr>
          <ns0:cNvSpPr>
            <ns1:spLocks noGrp="1"/>
          </ns0:cNvSpPr>
          <ns0:nvPr/>
        </ns0:nvSpPr>
        <ns0:spPr>
          <ns1:xfrm>
            <ns1:off x="14052195" y="265581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36" name="c-predicted-curve-242">
            <ns1:extLst>
              <ns1:ext uri="{FF2B5EF4-FFF2-40B4-BE49-F238E27FC236}">
                <ns2:creationId id="{94341297-46E7-4B1C-9E66-73CC6118A1A4}"/>
              </ns1:ext>
            </ns1:extLst>
          </ns0:cNvPr>
          <ns0:cNvSpPr>
            <ns1:spLocks noGrp="1"/>
          </ns0:cNvSpPr>
          <ns0:nvPr/>
        </ns0:nvSpPr>
        <ns0:spPr>
          <ns1:xfrm>
            <ns1:off x="14058495" y="265038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37" name="c-predicted-curve-243">
            <ns1:extLst>
              <ns1:ext uri="{FF2B5EF4-FFF2-40B4-BE49-F238E27FC236}">
                <ns2:creationId id="{A14FD3C1-9282-4119-BE7C-5680FFB9883F}"/>
              </ns1:ext>
            </ns1:extLst>
          </ns0:cNvPr>
          <ns0:cNvSpPr>
            <ns1:spLocks noGrp="1"/>
          </ns0:cNvSpPr>
          <ns0:nvPr/>
        </ns0:nvSpPr>
        <ns0:spPr>
          <ns1:xfrm>
            <ns1:off x="14064796" y="264427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38" name="c-predicted-curve-244">
            <ns1:extLst>
              <ns1:ext uri="{FF2B5EF4-FFF2-40B4-BE49-F238E27FC236}">
                <ns2:creationId id="{49DFC3CC-863F-4B28-8565-93D06152F0BF}"/>
              </ns1:ext>
            </ns1:extLst>
          </ns0:cNvPr>
          <ns0:cNvSpPr>
            <ns1:spLocks noGrp="1"/>
          </ns0:cNvSpPr>
          <ns0:nvPr/>
        </ns0:nvSpPr>
        <ns0:spPr>
          <ns1:xfrm>
            <ns1:off x="14071096" y="263751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39" name="c-predicted-curve-245">
            <ns1:extLst>
              <ns1:ext uri="{FF2B5EF4-FFF2-40B4-BE49-F238E27FC236}">
                <ns2:creationId id="{53C6CD9B-6047-4574-960E-4A1FC613310C}"/>
              </ns1:ext>
            </ns1:extLst>
          </ns0:cNvPr>
          <ns0:cNvSpPr>
            <ns1:spLocks noGrp="1"/>
          </ns0:cNvSpPr>
          <ns0:nvPr/>
        </ns0:nvSpPr>
        <ns0:spPr>
          <ns1:xfrm>
            <ns1:off x="14077396" y="263015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40" name="c-predicted-curve-246">
            <ns1:extLst>
              <ns1:ext uri="{FF2B5EF4-FFF2-40B4-BE49-F238E27FC236}">
                <ns2:creationId id="{28372BC6-E50C-4C8E-BA1D-EDA66545DD0D}"/>
              </ns1:ext>
            </ns1:extLst>
          </ns0:cNvPr>
          <ns0:cNvSpPr>
            <ns1:spLocks noGrp="1"/>
          </ns0:cNvSpPr>
          <ns0:nvPr/>
        </ns0:nvSpPr>
        <ns0:spPr>
          <ns1:xfrm>
            <ns1:off x="14083696" y="262225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41" name="c-predicted-curve-247">
            <ns1:extLst>
              <ns1:ext uri="{FF2B5EF4-FFF2-40B4-BE49-F238E27FC236}">
                <ns2:creationId id="{35776AF7-70D3-4733-B85B-F75B99D48C94}"/>
              </ns1:ext>
            </ns1:extLst>
          </ns0:cNvPr>
          <ns0:cNvSpPr>
            <ns1:spLocks noGrp="1"/>
          </ns0:cNvSpPr>
          <ns0:nvPr/>
        </ns0:nvSpPr>
        <ns0:spPr>
          <ns1:xfrm>
            <ns1:off x="14089997" y="261387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42" name="c-predicted-curve-248">
            <ns1:extLst>
              <ns1:ext uri="{FF2B5EF4-FFF2-40B4-BE49-F238E27FC236}">
                <ns2:creationId id="{054AF958-4603-4D3D-AFF9-1C1E3CF838A2}"/>
              </ns1:ext>
            </ns1:extLst>
          </ns0:cNvPr>
          <ns0:cNvSpPr>
            <ns1:spLocks noGrp="1"/>
          </ns0:cNvSpPr>
          <ns0:nvPr/>
        </ns0:nvSpPr>
        <ns0:spPr>
          <ns1:xfrm>
            <ns1:off x="14096297" y="260507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43" name="c-predicted-curve-249">
            <ns1:extLst>
              <ns1:ext uri="{FF2B5EF4-FFF2-40B4-BE49-F238E27FC236}">
                <ns2:creationId id="{DCF18AD5-1643-4B25-B67A-BA5DBFE331D0}"/>
              </ns1:ext>
            </ns1:extLst>
          </ns0:cNvPr>
          <ns0:cNvSpPr>
            <ns1:spLocks noGrp="1"/>
          </ns0:cNvSpPr>
          <ns0:nvPr/>
        </ns0:nvSpPr>
        <ns0:spPr>
          <ns1:xfrm>
            <ns1:off x="14102597" y="25959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44" name="c-predicted-curve-250">
            <ns1:extLst>
              <ns1:ext uri="{FF2B5EF4-FFF2-40B4-BE49-F238E27FC236}">
                <ns2:creationId id="{79DA4B9C-79DA-408A-AF28-A51887FF470A}"/>
              </ns1:ext>
            </ns1:extLst>
          </ns0:cNvPr>
          <ns0:cNvSpPr>
            <ns1:spLocks noGrp="1"/>
          </ns0:cNvSpPr>
          <ns0:nvPr/>
        </ns0:nvSpPr>
        <ns0:spPr>
          <ns1:xfrm>
            <ns1:off x="14108897" y="258651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45" name="c-predicted-curve-251">
            <ns1:extLst>
              <ns1:ext uri="{FF2B5EF4-FFF2-40B4-BE49-F238E27FC236}">
                <ns2:creationId id="{DDD7AF22-E0DC-40A9-8DF0-D5DB1F9C9B51}"/>
              </ns1:ext>
            </ns1:extLst>
          </ns0:cNvPr>
          <ns0:cNvSpPr>
            <ns1:spLocks noGrp="1"/>
          </ns0:cNvSpPr>
          <ns0:nvPr/>
        </ns0:nvSpPr>
        <ns0:spPr>
          <ns1:xfrm>
            <ns1:off x="14115198" y="257690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46" name="c-predicted-curve-252">
            <ns1:extLst>
              <ns1:ext uri="{FF2B5EF4-FFF2-40B4-BE49-F238E27FC236}">
                <ns2:creationId id="{756EB7F2-FCCF-4EB0-A05B-6D43DABF69CB}"/>
              </ns1:ext>
            </ns1:extLst>
          </ns0:cNvPr>
          <ns0:cNvSpPr>
            <ns1:spLocks noGrp="1"/>
          </ns0:cNvSpPr>
          <ns0:nvPr/>
        </ns0:nvSpPr>
        <ns0:spPr>
          <ns1:xfrm>
            <ns1:off x="14121498" y="25671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47" name="c-predicted-curve-253">
            <ns1:extLst>
              <ns1:ext uri="{FF2B5EF4-FFF2-40B4-BE49-F238E27FC236}">
                <ns2:creationId id="{43069467-AF51-419F-899D-FA92B042D2E3}"/>
              </ns1:ext>
            </ns1:extLst>
          </ns0:cNvPr>
          <ns0:cNvSpPr>
            <ns1:spLocks noGrp="1"/>
          </ns0:cNvSpPr>
          <ns0:nvPr/>
        </ns0:nvSpPr>
        <ns0:spPr>
          <ns1:xfrm>
            <ns1:off x="14127798" y="255738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48" name="c-predicted-curve-254">
            <ns1:extLst>
              <ns1:ext uri="{FF2B5EF4-FFF2-40B4-BE49-F238E27FC236}">
                <ns2:creationId id="{A3F77724-C9E4-45C4-A2BA-051F12372A52}"/>
              </ns1:ext>
            </ns1:extLst>
          </ns0:cNvPr>
          <ns0:cNvSpPr>
            <ns1:spLocks noGrp="1"/>
          </ns0:cNvSpPr>
          <ns0:nvPr/>
        </ns0:nvSpPr>
        <ns0:spPr>
          <ns1:xfrm>
            <ns1:off x="14134098" y="254764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49" name="c-predicted-curve-255">
            <ns1:extLst>
              <ns1:ext uri="{FF2B5EF4-FFF2-40B4-BE49-F238E27FC236}">
                <ns2:creationId id="{9E8634BE-1D78-44BB-888D-5CFBC17914F2}"/>
              </ns1:ext>
            </ns1:extLst>
          </ns0:cNvPr>
          <ns0:cNvSpPr>
            <ns1:spLocks noGrp="1"/>
          </ns0:cNvSpPr>
          <ns0:nvPr/>
        </ns0:nvSpPr>
        <ns0:spPr>
          <ns1:xfrm>
            <ns1:off x="14140398" y="253801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50" name="c-predicted-curve-256">
            <ns1:extLst>
              <ns1:ext uri="{FF2B5EF4-FFF2-40B4-BE49-F238E27FC236}">
                <ns2:creationId id="{33F5A0EC-3E9B-4845-BD7B-C4FCD6CFD594}"/>
              </ns1:ext>
            </ns1:extLst>
          </ns0:cNvPr>
          <ns0:cNvSpPr>
            <ns1:spLocks noGrp="1"/>
          </ns0:cNvSpPr>
          <ns0:nvPr/>
        </ns0:nvSpPr>
        <ns0:spPr>
          <ns1:xfrm>
            <ns1:off x="14146699" y="252858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51" name="c-predicted-curve-257">
            <ns1:extLst>
              <ns1:ext uri="{FF2B5EF4-FFF2-40B4-BE49-F238E27FC236}">
                <ns2:creationId id="{D555F184-223B-419C-83FE-58FBB83313D0}"/>
              </ns1:ext>
            </ns1:extLst>
          </ns0:cNvPr>
          <ns0:cNvSpPr>
            <ns1:spLocks noGrp="1"/>
          </ns0:cNvSpPr>
          <ns0:nvPr/>
        </ns0:nvSpPr>
        <ns0:spPr>
          <ns1:xfrm>
            <ns1:off x="14152999" y="251941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52" name="c-predicted-curve-258">
            <ns1:extLst>
              <ns1:ext uri="{FF2B5EF4-FFF2-40B4-BE49-F238E27FC236}">
                <ns2:creationId id="{C16FA4B0-1DE8-4579-BDC4-41C576FB6B86}"/>
              </ns1:ext>
            </ns1:extLst>
          </ns0:cNvPr>
          <ns0:cNvSpPr>
            <ns1:spLocks noGrp="1"/>
          </ns0:cNvSpPr>
          <ns0:nvPr/>
        </ns0:nvSpPr>
        <ns0:spPr>
          <ns1:xfrm>
            <ns1:off x="14159299" y="251058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53" name="c-predicted-curve-259">
            <ns1:extLst>
              <ns1:ext uri="{FF2B5EF4-FFF2-40B4-BE49-F238E27FC236}">
                <ns2:creationId id="{AB94DDAA-BB94-4A91-BFEE-FF3CD3DE8452}"/>
              </ns1:ext>
            </ns1:extLst>
          </ns0:cNvPr>
          <ns0:cNvSpPr>
            <ns1:spLocks noGrp="1"/>
          </ns0:cNvSpPr>
          <ns0:nvPr/>
        </ns0:nvSpPr>
        <ns0:spPr>
          <ns1:xfrm>
            <ns1:off x="14165599" y="250216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54" name="c-predicted-curve-260">
            <ns1:extLst>
              <ns1:ext uri="{FF2B5EF4-FFF2-40B4-BE49-F238E27FC236}">
                <ns2:creationId id="{BE07BD55-8657-4CA9-BF19-3CAB47005360}"/>
              </ns1:ext>
            </ns1:extLst>
          </ns0:cNvPr>
          <ns0:cNvSpPr>
            <ns1:spLocks noGrp="1"/>
          </ns0:cNvSpPr>
          <ns0:nvPr/>
        </ns0:nvSpPr>
        <ns0:spPr>
          <ns1:xfrm>
            <ns1:off x="14171900" y="249421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55" name="c-predicted-curve-261">
            <ns1:extLst>
              <ns1:ext uri="{FF2B5EF4-FFF2-40B4-BE49-F238E27FC236}">
                <ns2:creationId id="{40121A40-FC63-4762-BE8B-B5BD6442D836}"/>
              </ns1:ext>
            </ns1:extLst>
          </ns0:cNvPr>
          <ns0:cNvSpPr>
            <ns1:spLocks noGrp="1"/>
          </ns0:cNvSpPr>
          <ns0:nvPr/>
        </ns0:nvSpPr>
        <ns0:spPr>
          <ns1:xfrm>
            <ns1:off x="14178200" y="24867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56" name="c-predicted-curve-262">
            <ns1:extLst>
              <ns1:ext uri="{FF2B5EF4-FFF2-40B4-BE49-F238E27FC236}">
                <ns2:creationId id="{34B4005C-D771-48F4-AE77-8CC02E03DAE5}"/>
              </ns1:ext>
            </ns1:extLst>
          </ns0:cNvPr>
          <ns0:cNvSpPr>
            <ns1:spLocks noGrp="1"/>
          </ns0:cNvSpPr>
          <ns0:nvPr/>
        </ns0:nvSpPr>
        <ns0:spPr>
          <ns1:xfrm>
            <ns1:off x="14184500" y="247996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57" name="c-predicted-curve-263">
            <ns1:extLst>
              <ns1:ext uri="{FF2B5EF4-FFF2-40B4-BE49-F238E27FC236}">
                <ns2:creationId id="{7EF5F1A9-CEB1-4EF0-A764-E94397BB13DF}"/>
              </ns1:ext>
            </ns1:extLst>
          </ns0:cNvPr>
          <ns0:cNvSpPr>
            <ns1:spLocks noGrp="1"/>
          </ns0:cNvSpPr>
          <ns0:nvPr/>
        </ns0:nvSpPr>
        <ns0:spPr>
          <ns1:xfrm>
            <ns1:off x="14190800" y="247377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58" name="c-predicted-curve-264">
            <ns1:extLst>
              <ns1:ext uri="{FF2B5EF4-FFF2-40B4-BE49-F238E27FC236}">
                <ns2:creationId id="{398E40A7-E05D-4609-92F1-D639D30EBFD3}"/>
              </ns1:ext>
            </ns1:extLst>
          </ns0:cNvPr>
          <ns0:cNvSpPr>
            <ns1:spLocks noGrp="1"/>
          </ns0:cNvSpPr>
          <ns0:nvPr/>
        </ns0:nvSpPr>
        <ns0:spPr>
          <ns1:xfrm>
            <ns1:off x="14197101" y="246827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59" name="c-predicted-curve-265">
            <ns1:extLst>
              <ns1:ext uri="{FF2B5EF4-FFF2-40B4-BE49-F238E27FC236}">
                <ns2:creationId id="{9DF97851-4F36-4AA0-8C42-3F2877BCA0F9}"/>
              </ns1:ext>
            </ns1:extLst>
          </ns0:cNvPr>
          <ns0:cNvSpPr>
            <ns1:spLocks noGrp="1"/>
          </ns0:cNvSpPr>
          <ns0:nvPr/>
        </ns0:nvSpPr>
        <ns0:spPr>
          <ns1:xfrm>
            <ns1:off x="14203401" y="246347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60" name="c-predicted-curve-266">
            <ns1:extLst>
              <ns1:ext uri="{FF2B5EF4-FFF2-40B4-BE49-F238E27FC236}">
                <ns2:creationId id="{7DE8EC56-CE1A-477B-8ABA-71CECF0C634F}"/>
              </ns1:ext>
            </ns1:extLst>
          </ns0:cNvPr>
          <ns0:cNvSpPr>
            <ns1:spLocks noGrp="1"/>
          </ns0:cNvSpPr>
          <ns0:nvPr/>
        </ns0:nvSpPr>
        <ns0:spPr>
          <ns1:xfrm>
            <ns1:off x="14209701" y="245942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61" name="c-predicted-curve-267">
            <ns1:extLst>
              <ns1:ext uri="{FF2B5EF4-FFF2-40B4-BE49-F238E27FC236}">
                <ns2:creationId id="{D8977D0D-8CDE-4806-A605-448C66C73487}"/>
              </ns1:ext>
            </ns1:extLst>
          </ns0:cNvPr>
          <ns0:cNvSpPr>
            <ns1:spLocks noGrp="1"/>
          </ns0:cNvSpPr>
          <ns0:nvPr/>
        </ns0:nvSpPr>
        <ns0:spPr>
          <ns1:xfrm>
            <ns1:off x="14216001" y="245614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62" name="c-predicted-curve-268">
            <ns1:extLst>
              <ns1:ext uri="{FF2B5EF4-FFF2-40B4-BE49-F238E27FC236}">
                <ns2:creationId id="{8189FE7F-8815-4CA8-A7F4-AC87D4FEC564}"/>
              </ns1:ext>
            </ns1:extLst>
          </ns0:cNvPr>
          <ns0:cNvSpPr>
            <ns1:spLocks noGrp="1"/>
          </ns0:cNvSpPr>
          <ns0:nvPr/>
        </ns0:nvSpPr>
        <ns0:spPr>
          <ns1:xfrm>
            <ns1:off x="14222302" y="245364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63" name="c-predicted-curve-269">
            <ns1:extLst>
              <ns1:ext uri="{FF2B5EF4-FFF2-40B4-BE49-F238E27FC236}">
                <ns2:creationId id="{07155540-4BDF-4FA1-A3FE-78717F56851C}"/>
              </ns1:ext>
            </ns1:extLst>
          </ns0:cNvPr>
          <ns0:cNvSpPr>
            <ns1:spLocks noGrp="1"/>
          </ns0:cNvSpPr>
          <ns0:nvPr/>
        </ns0:nvSpPr>
        <ns0:spPr>
          <ns1:xfrm>
            <ns1:off x="14228602" y="245193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64" name="c-predicted-curve-270">
            <ns1:extLst>
              <ns1:ext uri="{FF2B5EF4-FFF2-40B4-BE49-F238E27FC236}">
                <ns2:creationId id="{B5422933-F11F-47EE-899D-0459D0CDBD11}"/>
              </ns1:ext>
            </ns1:extLst>
          </ns0:cNvPr>
          <ns0:cNvSpPr>
            <ns1:spLocks noGrp="1"/>
          </ns0:cNvSpPr>
          <ns0:nvPr/>
        </ns0:nvSpPr>
        <ns0:spPr>
          <ns1:xfrm>
            <ns1:off x="14234902" y="245100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65" name="c-predicted-curve-271">
            <ns1:extLst>
              <ns1:ext uri="{FF2B5EF4-FFF2-40B4-BE49-F238E27FC236}">
                <ns2:creationId id="{AA8CAC17-0EF1-44E1-BF9A-AA246D1328D3}"/>
              </ns1:ext>
            </ns1:extLst>
          </ns0:cNvPr>
          <ns0:cNvSpPr>
            <ns1:spLocks noGrp="1"/>
          </ns0:cNvSpPr>
          <ns0:nvPr/>
        </ns0:nvSpPr>
        <ns0:spPr>
          <ns1:xfrm>
            <ns1:off x="14241202" y="245085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66" name="c-predicted-curve-272">
            <ns1:extLst>
              <ns1:ext uri="{FF2B5EF4-FFF2-40B4-BE49-F238E27FC236}">
                <ns2:creationId id="{DB47A1C2-9255-4961-8D5D-9D2B03530618}"/>
              </ns1:ext>
            </ns1:extLst>
          </ns0:cNvPr>
          <ns0:cNvSpPr>
            <ns1:spLocks noGrp="1"/>
          </ns0:cNvSpPr>
          <ns0:nvPr/>
        </ns0:nvSpPr>
        <ns0:spPr>
          <ns1:xfrm>
            <ns1:off x="14247502" y="245145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67" name="c-predicted-curve-273">
            <ns1:extLst>
              <ns1:ext uri="{FF2B5EF4-FFF2-40B4-BE49-F238E27FC236}">
                <ns2:creationId id="{C357EEF6-3A10-4475-8EEC-5730C09D640C}"/>
              </ns1:ext>
            </ns1:extLst>
          </ns0:cNvPr>
          <ns0:cNvSpPr>
            <ns1:spLocks noGrp="1"/>
          </ns0:cNvSpPr>
          <ns0:nvPr/>
        </ns0:nvSpPr>
        <ns0:spPr>
          <ns1:xfrm>
            <ns1:off x="14253803" y="245279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68" name="c-predicted-curve-274">
            <ns1:extLst>
              <ns1:ext uri="{FF2B5EF4-FFF2-40B4-BE49-F238E27FC236}">
                <ns2:creationId id="{1EA06A2B-5360-4827-A27B-903975FD8924}"/>
              </ns1:ext>
            </ns1:extLst>
          </ns0:cNvPr>
          <ns0:cNvSpPr>
            <ns1:spLocks noGrp="1"/>
          </ns0:cNvSpPr>
          <ns0:nvPr/>
        </ns0:nvSpPr>
        <ns0:spPr>
          <ns1:xfrm>
            <ns1:off x="14260103" y="245483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69" name="c-predicted-curve-275">
            <ns1:extLst>
              <ns1:ext uri="{FF2B5EF4-FFF2-40B4-BE49-F238E27FC236}">
                <ns2:creationId id="{B6F5C362-25E2-4960-AE94-82BB8DA6DCC5}"/>
              </ns1:ext>
            </ns1:extLst>
          </ns0:cNvPr>
          <ns0:cNvSpPr>
            <ns1:spLocks noGrp="1"/>
          </ns0:cNvSpPr>
          <ns0:nvPr/>
        </ns0:nvSpPr>
        <ns0:spPr>
          <ns1:xfrm>
            <ns1:off x="14266403" y="24575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70" name="c-predicted-curve-276">
            <ns1:extLst>
              <ns1:ext uri="{FF2B5EF4-FFF2-40B4-BE49-F238E27FC236}">
                <ns2:creationId id="{87F36F3E-523C-43CB-9381-6476CC044E15}"/>
              </ns1:ext>
            </ns1:extLst>
          </ns0:cNvPr>
          <ns0:cNvSpPr>
            <ns1:spLocks noGrp="1"/>
          </ns0:cNvSpPr>
          <ns0:nvPr/>
        </ns0:nvSpPr>
        <ns0:spPr>
          <ns1:xfrm>
            <ns1:off x="14272703" y="246086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71" name="c-predicted-curve-277">
            <ns1:extLst>
              <ns1:ext uri="{FF2B5EF4-FFF2-40B4-BE49-F238E27FC236}">
                <ns2:creationId id="{E8DFB32B-124A-4CB9-8E1F-B039B0A5E8D1}"/>
              </ns1:ext>
            </ns1:extLst>
          </ns0:cNvPr>
          <ns0:cNvSpPr>
            <ns1:spLocks noGrp="1"/>
          </ns0:cNvSpPr>
          <ns0:nvPr/>
        </ns0:nvSpPr>
        <ns0:spPr>
          <ns1:xfrm>
            <ns1:off x="14279004" y="246474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72" name="c-predicted-curve-278">
            <ns1:extLst>
              <ns1:ext uri="{FF2B5EF4-FFF2-40B4-BE49-F238E27FC236}">
                <ns2:creationId id="{CA9020F0-D503-4A5E-B256-94E40653413E}"/>
              </ns1:ext>
            </ns1:extLst>
          </ns0:cNvPr>
          <ns0:cNvSpPr>
            <ns1:spLocks noGrp="1"/>
          </ns0:cNvSpPr>
          <ns0:nvPr/>
        </ns0:nvSpPr>
        <ns0:spPr>
          <ns1:xfrm>
            <ns1:off x="14285304" y="246913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73" name="c-predicted-curve-279">
            <ns1:extLst>
              <ns1:ext uri="{FF2B5EF4-FFF2-40B4-BE49-F238E27FC236}">
                <ns2:creationId id="{D2C052A0-6B10-4F1D-94D9-0215D3390052}"/>
              </ns1:ext>
            </ns1:extLst>
          </ns0:cNvPr>
          <ns0:cNvSpPr>
            <ns1:spLocks noGrp="1"/>
          </ns0:cNvSpPr>
          <ns0:nvPr/>
        </ns0:nvSpPr>
        <ns0:spPr>
          <ns1:xfrm>
            <ns1:off x="14291604" y="247396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74" name="c-predicted-curve-280">
            <ns1:extLst>
              <ns1:ext uri="{FF2B5EF4-FFF2-40B4-BE49-F238E27FC236}">
                <ns2:creationId id="{3EDD9BBB-E10F-4BD4-868B-66CF8BD8F4AC}"/>
              </ns1:ext>
            </ns1:extLst>
          </ns0:cNvPr>
          <ns0:cNvSpPr>
            <ns1:spLocks noGrp="1"/>
          </ns0:cNvSpPr>
          <ns0:nvPr/>
        </ns0:nvSpPr>
        <ns0:spPr>
          <ns1:xfrm>
            <ns1:off x="14297904" y="247918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75" name="c-predicted-curve-281">
            <ns1:extLst>
              <ns1:ext uri="{FF2B5EF4-FFF2-40B4-BE49-F238E27FC236}">
                <ns2:creationId id="{20A83311-7AAE-44AC-BCD0-6C68629A34FC}"/>
              </ns1:ext>
            </ns1:extLst>
          </ns0:cNvPr>
          <ns0:cNvSpPr>
            <ns1:spLocks noGrp="1"/>
          </ns0:cNvSpPr>
          <ns0:nvPr/>
        </ns0:nvSpPr>
        <ns0:spPr>
          <ns1:xfrm>
            <ns1:off x="14304205" y="248469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76" name="c-predicted-curve-282">
            <ns1:extLst>
              <ns1:ext uri="{FF2B5EF4-FFF2-40B4-BE49-F238E27FC236}">
                <ns2:creationId id="{2F0FCD29-55EF-4598-8A7D-37355A5586AC}"/>
              </ns1:ext>
            </ns1:extLst>
          </ns0:cNvPr>
          <ns0:cNvSpPr>
            <ns1:spLocks noGrp="1"/>
          </ns0:cNvSpPr>
          <ns0:nvPr/>
        </ns0:nvSpPr>
        <ns0:spPr>
          <ns1:xfrm>
            <ns1:off x="14310505" y="24904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77" name="c-predicted-curve-283">
            <ns1:extLst>
              <ns1:ext uri="{FF2B5EF4-FFF2-40B4-BE49-F238E27FC236}">
                <ns2:creationId id="{4E95BF73-2274-40BC-97E9-077F20830F9B}"/>
              </ns1:ext>
            </ns1:extLst>
          </ns0:cNvPr>
          <ns0:cNvSpPr>
            <ns1:spLocks noGrp="1"/>
          </ns0:cNvSpPr>
          <ns0:nvPr/>
        </ns0:nvSpPr>
        <ns0:spPr>
          <ns1:xfrm>
            <ns1:off x="14316805" y="249634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78" name="c-predicted-curve-284">
            <ns1:extLst>
              <ns1:ext uri="{FF2B5EF4-FFF2-40B4-BE49-F238E27FC236}">
                <ns2:creationId id="{D7F63617-9A69-47E8-9FFE-243A4D6B9028}"/>
              </ns1:ext>
            </ns1:extLst>
          </ns0:cNvPr>
          <ns0:cNvSpPr>
            <ns1:spLocks noGrp="1"/>
          </ns0:cNvSpPr>
          <ns0:nvPr/>
        </ns0:nvSpPr>
        <ns0:spPr>
          <ns1:xfrm>
            <ns1:off x="14323105" y="250232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79" name="c-predicted-curve-285">
            <ns1:extLst>
              <ns1:ext uri="{FF2B5EF4-FFF2-40B4-BE49-F238E27FC236}">
                <ns2:creationId id="{A9EED345-21E1-4277-B081-BEE77637AC01}"/>
              </ns1:ext>
            </ns1:extLst>
          </ns0:cNvPr>
          <ns0:cNvSpPr>
            <ns1:spLocks noGrp="1"/>
          </ns0:cNvSpPr>
          <ns0:nvPr/>
        </ns0:nvSpPr>
        <ns0:spPr>
          <ns1:xfrm>
            <ns1:off x="14329406" y="250829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80" name="c-predicted-curve-286">
            <ns1:extLst>
              <ns1:ext uri="{FF2B5EF4-FFF2-40B4-BE49-F238E27FC236}">
                <ns2:creationId id="{9B42B1AA-2E86-4C8C-8C19-EF78E6D85119}"/>
              </ns1:ext>
            </ns1:extLst>
          </ns0:cNvPr>
          <ns0:cNvSpPr>
            <ns1:spLocks noGrp="1"/>
          </ns0:cNvSpPr>
          <ns0:nvPr/>
        </ns0:nvSpPr>
        <ns0:spPr>
          <ns1:xfrm>
            <ns1:off x="14335706" y="251418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81" name="c-predicted-curve-287">
            <ns1:extLst>
              <ns1:ext uri="{FF2B5EF4-FFF2-40B4-BE49-F238E27FC236}">
                <ns2:creationId id="{1C062A6F-70F2-4268-BEFC-C78528AF75CB}"/>
              </ns1:ext>
            </ns1:extLst>
          </ns0:cNvPr>
          <ns0:cNvSpPr>
            <ns1:spLocks noGrp="1"/>
          </ns0:cNvSpPr>
          <ns0:nvPr/>
        </ns0:nvSpPr>
        <ns0:spPr>
          <ns1:xfrm>
            <ns1:off x="14342006" y="251991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82" name="c-predicted-curve-288">
            <ns1:extLst>
              <ns1:ext uri="{FF2B5EF4-FFF2-40B4-BE49-F238E27FC236}">
                <ns2:creationId id="{8F5C626C-F0A5-483E-BD96-C11BAE7611F3}"/>
              </ns1:ext>
            </ns1:extLst>
          </ns0:cNvPr>
          <ns0:cNvSpPr>
            <ns1:spLocks noGrp="1"/>
          </ns0:cNvSpPr>
          <ns0:nvPr/>
        </ns0:nvSpPr>
        <ns0:spPr>
          <ns1:xfrm>
            <ns1:off x="14348306" y="252540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83" name="c-predicted-curve-289">
            <ns1:extLst>
              <ns1:ext uri="{FF2B5EF4-FFF2-40B4-BE49-F238E27FC236}">
                <ns2:creationId id="{9C35B852-1902-441E-B1BE-9A84FBF4D65E}"/>
              </ns1:ext>
            </ns1:extLst>
          </ns0:cNvPr>
          <ns0:cNvSpPr>
            <ns1:spLocks noGrp="1"/>
          </ns0:cNvSpPr>
          <ns0:nvPr/>
        </ns0:nvSpPr>
        <ns0:spPr>
          <ns1:xfrm>
            <ns1:off x="14354606" y="253058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84" name="c-predicted-curve-290">
            <ns1:extLst>
              <ns1:ext uri="{FF2B5EF4-FFF2-40B4-BE49-F238E27FC236}">
                <ns2:creationId id="{142C92EF-00A4-440F-BFEB-EC1974745452}"/>
              </ns1:ext>
            </ns1:extLst>
          </ns0:cNvPr>
          <ns0:cNvSpPr>
            <ns1:spLocks noGrp="1"/>
          </ns0:cNvSpPr>
          <ns0:nvPr/>
        </ns0:nvSpPr>
        <ns0:spPr>
          <ns1:xfrm>
            <ns1:off x="14360907" y="253538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85" name="c-predicted-curve-291">
            <ns1:extLst>
              <ns1:ext uri="{FF2B5EF4-FFF2-40B4-BE49-F238E27FC236}">
                <ns2:creationId id="{0C861BD0-5149-4EC9-8DCA-DB866A09D217}"/>
              </ns1:ext>
            </ns1:extLst>
          </ns0:cNvPr>
          <ns0:cNvSpPr>
            <ns1:spLocks noGrp="1"/>
          </ns0:cNvSpPr>
          <ns0:nvPr/>
        </ns0:nvSpPr>
        <ns0:spPr>
          <ns1:xfrm>
            <ns1:off x="14367207" y="253972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86" name="c-predicted-curve-292">
            <ns1:extLst>
              <ns1:ext uri="{FF2B5EF4-FFF2-40B4-BE49-F238E27FC236}">
                <ns2:creationId id="{6FAC53C9-85B9-422F-8DF6-B8AB62C21F05}"/>
              </ns1:ext>
            </ns1:extLst>
          </ns0:cNvPr>
          <ns0:cNvSpPr>
            <ns1:spLocks noGrp="1"/>
          </ns0:cNvSpPr>
          <ns0:nvPr/>
        </ns0:nvSpPr>
        <ns0:spPr>
          <ns1:xfrm>
            <ns1:off x="14373507" y="254355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87" name="c-predicted-curve-293">
            <ns1:extLst>
              <ns1:ext uri="{FF2B5EF4-FFF2-40B4-BE49-F238E27FC236}">
                <ns2:creationId id="{C0E4EE05-EA6F-4A7E-9784-C6746DE0FA83}"/>
              </ns1:ext>
            </ns1:extLst>
          </ns0:cNvPr>
          <ns0:cNvSpPr>
            <ns1:spLocks noGrp="1"/>
          </ns0:cNvSpPr>
          <ns0:nvPr/>
        </ns0:nvSpPr>
        <ns0:spPr>
          <ns1:xfrm>
            <ns1:off x="14379807" y="254680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88" name="c-predicted-curve-294">
            <ns1:extLst>
              <ns1:ext uri="{FF2B5EF4-FFF2-40B4-BE49-F238E27FC236}">
                <ns2:creationId id="{1D376206-03E1-497F-9D41-EBF6B7AAE163}"/>
              </ns1:ext>
            </ns1:extLst>
          </ns0:cNvPr>
          <ns0:cNvSpPr>
            <ns1:spLocks noGrp="1"/>
          </ns0:cNvSpPr>
          <ns0:nvPr/>
        </ns0:nvSpPr>
        <ns0:spPr>
          <ns1:xfrm>
            <ns1:off x="14386108" y="254943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89" name="c-predicted-curve-295">
            <ns1:extLst>
              <ns1:ext uri="{FF2B5EF4-FFF2-40B4-BE49-F238E27FC236}">
                <ns2:creationId id="{B66453AD-9017-435E-96EC-CB98EC177049}"/>
              </ns1:ext>
            </ns1:extLst>
          </ns0:cNvPr>
          <ns0:cNvSpPr>
            <ns1:spLocks noGrp="1"/>
          </ns0:cNvSpPr>
          <ns0:nvPr/>
        </ns0:nvSpPr>
        <ns0:spPr>
          <ns1:xfrm>
            <ns1:off x="14392408" y="255138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90" name="c-predicted-curve-296">
            <ns1:extLst>
              <ns1:ext uri="{FF2B5EF4-FFF2-40B4-BE49-F238E27FC236}">
                <ns2:creationId id="{3749BA80-26C7-40CA-8DF3-36E4B69BE28D}"/>
              </ns1:ext>
            </ns1:extLst>
          </ns0:cNvPr>
          <ns0:cNvSpPr>
            <ns1:spLocks noGrp="1"/>
          </ns0:cNvSpPr>
          <ns0:nvPr/>
        </ns0:nvSpPr>
        <ns0:spPr>
          <ns1:xfrm>
            <ns1:off x="14398708" y="255262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91" name="c-predicted-curve-297">
            <ns1:extLst>
              <ns1:ext uri="{FF2B5EF4-FFF2-40B4-BE49-F238E27FC236}">
                <ns2:creationId id="{3A0CE815-3FBF-48CD-AD2F-633F9484E358}"/>
              </ns1:ext>
            </ns1:extLst>
          </ns0:cNvPr>
          <ns0:cNvSpPr>
            <ns1:spLocks noGrp="1"/>
          </ns0:cNvSpPr>
          <ns0:nvPr/>
        </ns0:nvSpPr>
        <ns0:spPr>
          <ns1:xfrm>
            <ns1:off x="14405008" y="255312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92" name="c-predicted-curve-298">
            <ns1:extLst>
              <ns1:ext uri="{FF2B5EF4-FFF2-40B4-BE49-F238E27FC236}">
                <ns2:creationId id="{F6084997-E74A-4EFF-8F22-62BCAF0AB7C0}"/>
              </ns1:ext>
            </ns1:extLst>
          </ns0:cNvPr>
          <ns0:cNvSpPr>
            <ns1:spLocks noGrp="1"/>
          </ns0:cNvSpPr>
          <ns0:nvPr/>
        </ns0:nvSpPr>
        <ns0:spPr>
          <ns1:xfrm>
            <ns1:off x="14411309" y="25528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93" name="c-predicted-curve-299">
            <ns1:extLst>
              <ns1:ext uri="{FF2B5EF4-FFF2-40B4-BE49-F238E27FC236}">
                <ns2:creationId id="{CFC5E06E-E454-4517-AE4A-F3F68B8AA35E}"/>
              </ns1:ext>
            </ns1:extLst>
          </ns0:cNvPr>
          <ns0:cNvSpPr>
            <ns1:spLocks noGrp="1"/>
          </ns0:cNvSpPr>
          <ns0:nvPr/>
        </ns0:nvSpPr>
        <ns0:spPr>
          <ns1:xfrm>
            <ns1:off x="14417609" y="255177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94" name="c-predicted-curve-300">
            <ns1:extLst>
              <ns1:ext uri="{FF2B5EF4-FFF2-40B4-BE49-F238E27FC236}">
                <ns2:creationId id="{312F097D-38F1-443D-81A8-51427FD63172}"/>
              </ns1:ext>
            </ns1:extLst>
          </ns0:cNvPr>
          <ns0:cNvSpPr>
            <ns1:spLocks noGrp="1"/>
          </ns0:cNvSpPr>
          <ns0:nvPr/>
        </ns0:nvSpPr>
        <ns0:spPr>
          <ns1:xfrm>
            <ns1:off x="14423909" y="254991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95" name="c-predicted-curve-301">
            <ns1:extLst>
              <ns1:ext uri="{FF2B5EF4-FFF2-40B4-BE49-F238E27FC236}">
                <ns2:creationId id="{FD4BA5FD-0A23-4F6C-89EA-93813B079B60}"/>
              </ns1:ext>
            </ns1:extLst>
          </ns0:cNvPr>
          <ns0:cNvSpPr>
            <ns1:spLocks noGrp="1"/>
          </ns0:cNvSpPr>
          <ns0:nvPr/>
        </ns0:nvSpPr>
        <ns0:spPr>
          <ns1:xfrm>
            <ns1:off x="14430209" y="254725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96" name="c-predicted-curve-302">
            <ns1:extLst>
              <ns1:ext uri="{FF2B5EF4-FFF2-40B4-BE49-F238E27FC236}">
                <ns2:creationId id="{2AEEFFD3-4C4B-47D9-89A1-24A8B8BDFD4F}"/>
              </ns1:ext>
            </ns1:extLst>
          </ns0:cNvPr>
          <ns0:cNvSpPr>
            <ns1:spLocks noGrp="1"/>
          </ns0:cNvSpPr>
          <ns0:nvPr/>
        </ns0:nvSpPr>
        <ns0:spPr>
          <ns1:xfrm>
            <ns1:off x="14436510" y="25437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97" name="c-predicted-curve-303">
            <ns1:extLst>
              <ns1:ext uri="{FF2B5EF4-FFF2-40B4-BE49-F238E27FC236}">
                <ns2:creationId id="{6FC2F474-4D81-4010-8569-606516ECA224}"/>
              </ns1:ext>
            </ns1:extLst>
          </ns0:cNvPr>
          <ns0:cNvSpPr>
            <ns1:spLocks noGrp="1"/>
          </ns0:cNvSpPr>
          <ns0:nvPr/>
        </ns0:nvSpPr>
        <ns0:spPr>
          <ns1:xfrm>
            <ns1:off x="14442810" y="253956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98" name="c-predicted-curve-304">
            <ns1:extLst>
              <ns1:ext uri="{FF2B5EF4-FFF2-40B4-BE49-F238E27FC236}">
                <ns2:creationId id="{FF9EBF5E-3882-495E-9532-7BBB6E804A2D}"/>
              </ns1:ext>
            </ns1:extLst>
          </ns0:cNvPr>
          <ns0:cNvSpPr>
            <ns1:spLocks noGrp="1"/>
          </ns0:cNvSpPr>
          <ns0:nvPr/>
        </ns0:nvSpPr>
        <ns0:spPr>
          <ns1:xfrm>
            <ns1:off x="14449110" y="253457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999" name="c-predicted-curve-305">
            <ns1:extLst>
              <ns1:ext uri="{FF2B5EF4-FFF2-40B4-BE49-F238E27FC236}">
                <ns2:creationId id="{F339945C-7B2F-4BB2-9CE5-184778CE563D}"/>
              </ns1:ext>
            </ns1:extLst>
          </ns0:cNvPr>
          <ns0:cNvSpPr>
            <ns1:spLocks noGrp="1"/>
          </ns0:cNvSpPr>
          <ns0:nvPr/>
        </ns0:nvSpPr>
        <ns0:spPr>
          <ns1:xfrm>
            <ns1:off x="14455410" y="252886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00" name="c-predicted-curve-306">
            <ns1:extLst>
              <ns1:ext uri="{FF2B5EF4-FFF2-40B4-BE49-F238E27FC236}">
                <ns2:creationId id="{23471F18-101D-4CDA-A08E-9F2333B9E5C4}"/>
              </ns1:ext>
            </ns1:extLst>
          </ns0:cNvPr>
          <ns0:cNvSpPr>
            <ns1:spLocks noGrp="1"/>
          </ns0:cNvSpPr>
          <ns0:nvPr/>
        </ns0:nvSpPr>
        <ns0:spPr>
          <ns1:xfrm>
            <ns1:off x="14461710" y="252246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01" name="c-predicted-curve-307">
            <ns1:extLst>
              <ns1:ext uri="{FF2B5EF4-FFF2-40B4-BE49-F238E27FC236}">
                <ns2:creationId id="{72A3988A-50A8-45BD-8E6D-AA3BBEE1D8BE}"/>
              </ns1:ext>
            </ns1:extLst>
          </ns0:cNvPr>
          <ns0:cNvSpPr>
            <ns1:spLocks noGrp="1"/>
          </ns0:cNvSpPr>
          <ns0:nvPr/>
        </ns0:nvSpPr>
        <ns0:spPr>
          <ns1:xfrm>
            <ns1:off x="14468011" y="251541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02" name="c-predicted-curve-308">
            <ns1:extLst>
              <ns1:ext uri="{FF2B5EF4-FFF2-40B4-BE49-F238E27FC236}">
                <ns2:creationId id="{C52D9485-363E-4CB3-B3ED-4D265FBB2169}"/>
              </ns1:ext>
            </ns1:extLst>
          </ns0:cNvPr>
          <ns0:cNvSpPr>
            <ns1:spLocks noGrp="1"/>
          </ns0:cNvSpPr>
          <ns0:nvPr/>
        </ns0:nvSpPr>
        <ns0:spPr>
          <ns1:xfrm>
            <ns1:off x="14474311" y="250778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03" name="c-predicted-curve-309">
            <ns1:extLst>
              <ns1:ext uri="{FF2B5EF4-FFF2-40B4-BE49-F238E27FC236}">
                <ns2:creationId id="{04C78E5C-2AC9-4386-B5D4-3B68ADEE7A2E}"/>
              </ns1:ext>
            </ns1:extLst>
          </ns0:cNvPr>
          <ns0:cNvSpPr>
            <ns1:spLocks noGrp="1"/>
          </ns0:cNvSpPr>
          <ns0:nvPr/>
        </ns0:nvSpPr>
        <ns0:spPr>
          <ns1:xfrm>
            <ns1:off x="14480611" y="249962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04" name="c-predicted-curve-310">
            <ns1:extLst>
              <ns1:ext uri="{FF2B5EF4-FFF2-40B4-BE49-F238E27FC236}">
                <ns2:creationId id="{11E1638D-5F72-4909-93E9-6D313F0E4F36}"/>
              </ns1:ext>
            </ns1:extLst>
          </ns0:cNvPr>
          <ns0:cNvSpPr>
            <ns1:spLocks noGrp="1"/>
          </ns0:cNvSpPr>
          <ns0:nvPr/>
        </ns0:nvSpPr>
        <ns0:spPr>
          <ns1:xfrm>
            <ns1:off x="14486911" y="249099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05" name="c-predicted-curve-311">
            <ns1:extLst>
              <ns1:ext uri="{FF2B5EF4-FFF2-40B4-BE49-F238E27FC236}">
                <ns2:creationId id="{9B3CB233-BD41-4E4B-B6BC-BBEEAD46E0DE}"/>
              </ns1:ext>
            </ns1:extLst>
          </ns0:cNvPr>
          <ns0:cNvSpPr>
            <ns1:spLocks noGrp="1"/>
          </ns0:cNvSpPr>
          <ns0:nvPr/>
        </ns0:nvSpPr>
        <ns0:spPr>
          <ns1:xfrm>
            <ns1:off x="14493212" y="248196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06" name="c-predicted-curve-312">
            <ns1:extLst>
              <ns1:ext uri="{FF2B5EF4-FFF2-40B4-BE49-F238E27FC236}">
                <ns2:creationId id="{A9721654-BD4C-4988-83C8-560D677F75F1}"/>
              </ns1:ext>
            </ns1:extLst>
          </ns0:cNvPr>
          <ns0:cNvSpPr>
            <ns1:spLocks noGrp="1"/>
          </ns0:cNvSpPr>
          <ns0:nvPr/>
        </ns0:nvSpPr>
        <ns0:spPr>
          <ns1:xfrm>
            <ns1:off x="14499512" y="247261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07" name="c-predicted-curve-313">
            <ns1:extLst>
              <ns1:ext uri="{FF2B5EF4-FFF2-40B4-BE49-F238E27FC236}">
                <ns2:creationId id="{D59C7D46-80A3-4498-8B76-E7A5A23E3F01}"/>
              </ns1:ext>
            </ns1:extLst>
          </ns0:cNvPr>
          <ns0:cNvSpPr>
            <ns1:spLocks noGrp="1"/>
          </ns0:cNvSpPr>
          <ns0:nvPr/>
        </ns0:nvSpPr>
        <ns0:spPr>
          <ns1:xfrm>
            <ns1:off x="14505812" y="24630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08" name="c-predicted-curve-314">
            <ns1:extLst>
              <ns1:ext uri="{FF2B5EF4-FFF2-40B4-BE49-F238E27FC236}">
                <ns2:creationId id="{577A9079-75AC-414F-B7EE-68DCDBEC726B}"/>
              </ns1:ext>
            </ns1:extLst>
          </ns0:cNvPr>
          <ns0:cNvSpPr>
            <ns1:spLocks noGrp="1"/>
          </ns0:cNvSpPr>
          <ns0:nvPr/>
        </ns0:nvSpPr>
        <ns0:spPr>
          <ns1:xfrm>
            <ns1:off x="14512112" y="245325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09" name="c-predicted-curve-315">
            <ns1:extLst>
              <ns1:ext uri="{FF2B5EF4-FFF2-40B4-BE49-F238E27FC236}">
                <ns2:creationId id="{6F6D6011-3FC0-4245-A9BC-57B0CDCEE4DB}"/>
              </ns1:ext>
            </ns1:extLst>
          </ns0:cNvPr>
          <ns0:cNvSpPr>
            <ns1:spLocks noGrp="1"/>
          </ns0:cNvSpPr>
          <ns0:nvPr/>
        </ns0:nvSpPr>
        <ns0:spPr>
          <ns1:xfrm>
            <ns1:off x="14518413" y="244340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10" name="c-predicted-curve-316">
            <ns1:extLst>
              <ns1:ext uri="{FF2B5EF4-FFF2-40B4-BE49-F238E27FC236}">
                <ns2:creationId id="{077461DE-61C0-4042-9958-191B8634A0D0}"/>
              </ns1:ext>
            </ns1:extLst>
          </ns0:cNvPr>
          <ns0:cNvSpPr>
            <ns1:spLocks noGrp="1"/>
          </ns0:cNvSpPr>
          <ns0:nvPr/>
        </ns0:nvSpPr>
        <ns0:spPr>
          <ns1:xfrm>
            <ns1:off x="14524713" y="243355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11" name="c-predicted-curve-317">
            <ns1:extLst>
              <ns1:ext uri="{FF2B5EF4-FFF2-40B4-BE49-F238E27FC236}">
                <ns2:creationId id="{C2467138-F7F1-410C-ACE1-3BBBEF1CC2AE}"/>
              </ns1:ext>
            </ns1:extLst>
          </ns0:cNvPr>
          <ns0:cNvSpPr>
            <ns1:spLocks noGrp="1"/>
          </ns0:cNvSpPr>
          <ns0:nvPr/>
        </ns0:nvSpPr>
        <ns0:spPr>
          <ns1:xfrm>
            <ns1:off x="14531013" y="242380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12" name="c-predicted-curve-318">
            <ns1:extLst>
              <ns1:ext uri="{FF2B5EF4-FFF2-40B4-BE49-F238E27FC236}">
                <ns2:creationId id="{3C68F36A-91D0-4657-9ABB-1B06A77D15DE}"/>
              </ns1:ext>
            </ns1:extLst>
          </ns0:cNvPr>
          <ns0:cNvSpPr>
            <ns1:spLocks noGrp="1"/>
          </ns0:cNvSpPr>
          <ns0:nvPr/>
        </ns0:nvSpPr>
        <ns0:spPr>
          <ns1:xfrm>
            <ns1:off x="14537313" y="241421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13" name="c-predicted-curve-319">
            <ns1:extLst>
              <ns1:ext uri="{FF2B5EF4-FFF2-40B4-BE49-F238E27FC236}">
                <ns2:creationId id="{E03F61B6-370E-4F0B-923A-AD1B26647BA3}"/>
              </ns1:ext>
            </ns1:extLst>
          </ns0:cNvPr>
          <ns0:cNvSpPr>
            <ns1:spLocks noGrp="1"/>
          </ns0:cNvSpPr>
          <ns0:nvPr/>
        </ns0:nvSpPr>
        <ns0:spPr>
          <ns1:xfrm>
            <ns1:off x="14543614" y="240488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14" name="c-predicted-curve-320">
            <ns1:extLst>
              <ns1:ext uri="{FF2B5EF4-FFF2-40B4-BE49-F238E27FC236}">
                <ns2:creationId id="{F1CAEF11-6252-44BE-AE09-8EFF2D1ABD7B}"/>
              </ns1:ext>
            </ns1:extLst>
          </ns0:cNvPr>
          <ns0:cNvSpPr>
            <ns1:spLocks noGrp="1"/>
          </ns0:cNvSpPr>
          <ns0:nvPr/>
        </ns0:nvSpPr>
        <ns0:spPr>
          <ns1:xfrm>
            <ns1:off x="14549914" y="239589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15" name="c-observed-grid-v-1">
            <ns1:extLst>
              <ns1:ext uri="{FF2B5EF4-FFF2-40B4-BE49-F238E27FC236}">
                <ns2:creationId id="{0E085F33-19CA-4ADD-8ED7-98FEEBFB0A9C}"/>
              </ns1:ext>
            </ns1:extLst>
          </ns0:cNvPr>
          <ns0:cNvSpPr>
            <ns1:spLocks noGrp="1"/>
          </ns0:cNvSpPr>
          <ns0:nvPr/>
        </ns0:nvSpPr>
        <ns0:spPr>
          <ns1:xfrm>
            <ns1:off x="12887325" y="4829175"/>
            <ns1:ext cx="9525" cy="971550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1016" name="c-observed-grid-v-2">
            <ns1:extLst>
              <ns1:ext uri="{FF2B5EF4-FFF2-40B4-BE49-F238E27FC236}">
                <ns2:creationId id="{51DA6DDC-6674-4CCC-B9F4-D93B1C30D34E}"/>
              </ns1:ext>
            </ns1:extLst>
          </ns0:cNvPr>
          <ns0:cNvSpPr>
            <ns1:spLocks noGrp="1"/>
          </ns0:cNvSpPr>
          <ns0:nvPr/>
        </ns0:nvSpPr>
        <ns0:spPr>
          <ns1:xfrm>
            <ns1:off x="13335000" y="4829175"/>
            <ns1:ext cx="9525" cy="971550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1017" name="c-observed-grid-v-3">
            <ns1:extLst>
              <ns1:ext uri="{FF2B5EF4-FFF2-40B4-BE49-F238E27FC236}">
                <ns2:creationId id="{C4C6890A-C564-46B8-84F7-295CFD1C7955}"/>
              </ns1:ext>
            </ns1:extLst>
          </ns0:cNvPr>
          <ns0:cNvSpPr>
            <ns1:spLocks noGrp="1"/>
          </ns0:cNvSpPr>
          <ns0:nvPr/>
        </ns0:nvSpPr>
        <ns0:spPr>
          <ns1:xfrm>
            <ns1:off x="13782675" y="4829175"/>
            <ns1:ext cx="9525" cy="971550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1018" name="c-observed-grid-v-4">
            <ns1:extLst>
              <ns1:ext uri="{FF2B5EF4-FFF2-40B4-BE49-F238E27FC236}">
                <ns2:creationId id="{B720B90A-8245-49E6-A025-417F1E5F4413}"/>
              </ns1:ext>
            </ns1:extLst>
          </ns0:cNvPr>
          <ns0:cNvSpPr>
            <ns1:spLocks noGrp="1"/>
          </ns0:cNvSpPr>
          <ns0:nvPr/>
        </ns0:nvSpPr>
        <ns0:spPr>
          <ns1:xfrm>
            <ns1:off x="14230350" y="4829175"/>
            <ns1:ext cx="9525" cy="971550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1019" name="c-observed-grid-h-1">
            <ns1:extLst>
              <ns1:ext uri="{FF2B5EF4-FFF2-40B4-BE49-F238E27FC236}">
                <ns2:creationId id="{CB29592C-1134-468B-8DDB-6975BB026312}"/>
              </ns1:ext>
            </ns1:extLst>
          </ns0:cNvPr>
          <ns0:cNvSpPr>
            <ns1:spLocks noGrp="1"/>
          </ns0:cNvSpPr>
          <ns0:nvPr/>
        </ns0:nvSpPr>
        <ns0:spPr>
          <ns1:xfrm>
            <ns1:off x="12553950" y="5114925"/>
            <ns1:ext cx="2009775" cy="9525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1020" name="c-observed-grid-h-2">
            <ns1:extLst>
              <ns1:ext uri="{FF2B5EF4-FFF2-40B4-BE49-F238E27FC236}">
                <ns2:creationId id="{EF148B5A-6C75-470A-A7A9-C47C6A63D4CC}"/>
              </ns1:ext>
            </ns1:extLst>
          </ns0:cNvPr>
          <ns0:cNvSpPr>
            <ns1:spLocks noGrp="1"/>
          </ns0:cNvSpPr>
          <ns0:nvPr/>
        </ns0:nvSpPr>
        <ns0:spPr>
          <ns1:xfrm>
            <ns1:off x="12553950" y="5514975"/>
            <ns1:ext cx="2009775" cy="9525"/>
          </ns1:xfrm>
          <ns1:prstGeom prst="rect">
            <ns1:avLst/>
          </ns1:prstGeom>
          <ns1:solidFill>
            <ns1:srgbClr val="D8E1EC"/>
          </ns1:solidFill>
          <ns1:ln w="1905">
            <ns1:solidFill>
              <ns1:srgbClr val="D8E1EC"/>
            </ns1:solidFill>
            <ns1:prstDash val="solid"/>
          </ns1:ln>
        </ns0:spPr>
      </ns0:sp>
      <ns0:sp>
        <ns0:nvSpPr>
          <ns0:cNvPr id="1021" name="c-observed-curve-001">
            <ns1:extLst>
              <ns1:ext uri="{FF2B5EF4-FFF2-40B4-BE49-F238E27FC236}">
                <ns2:creationId id="{CD7735C2-D84D-4772-B445-9D555B9B81B2}"/>
              </ns1:ext>
            </ns1:extLst>
          </ns0:cNvPr>
          <ns0:cNvSpPr>
            <ns1:spLocks noGrp="1"/>
          </ns0:cNvSpPr>
          <ns0:nvPr/>
        </ns0:nvSpPr>
        <ns0:spPr>
          <ns1:xfrm>
            <ns1:off x="12540139" y="54955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22" name="c-observed-curve-002">
            <ns1:extLst>
              <ns1:ext uri="{FF2B5EF4-FFF2-40B4-BE49-F238E27FC236}">
                <ns2:creationId id="{5DA30E93-44F1-4A61-8021-468D2763D7A3}"/>
              </ns1:ext>
            </ns1:extLst>
          </ns0:cNvPr>
          <ns0:cNvSpPr>
            <ns1:spLocks noGrp="1"/>
          </ns0:cNvSpPr>
          <ns0:nvPr/>
        </ns0:nvSpPr>
        <ns0:spPr>
          <ns1:xfrm>
            <ns1:off x="12546439" y="548352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23" name="c-observed-curve-003">
            <ns1:extLst>
              <ns1:ext uri="{FF2B5EF4-FFF2-40B4-BE49-F238E27FC236}">
                <ns2:creationId id="{D380F6B2-19FA-4D5F-B32B-9F29BC803A14}"/>
              </ns1:ext>
            </ns1:extLst>
          </ns0:cNvPr>
          <ns0:cNvSpPr>
            <ns1:spLocks noGrp="1"/>
          </ns0:cNvSpPr>
          <ns0:nvPr/>
        </ns0:nvSpPr>
        <ns0:spPr>
          <ns1:xfrm>
            <ns1:off x="12552739" y="547208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24" name="c-observed-curve-004">
            <ns1:extLst>
              <ns1:ext uri="{FF2B5EF4-FFF2-40B4-BE49-F238E27FC236}">
                <ns2:creationId id="{5C6D831F-6D36-47A4-8AAB-0513E4171E87}"/>
              </ns1:ext>
            </ns1:extLst>
          </ns0:cNvPr>
          <ns0:cNvSpPr>
            <ns1:spLocks noGrp="1"/>
          </ns0:cNvSpPr>
          <ns0:nvPr/>
        </ns0:nvSpPr>
        <ns0:spPr>
          <ns1:xfrm>
            <ns1:off x="12559039" y="546141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25" name="c-observed-curve-005">
            <ns1:extLst>
              <ns1:ext uri="{FF2B5EF4-FFF2-40B4-BE49-F238E27FC236}">
                <ns2:creationId id="{3A67B5B7-4F80-4750-8647-8DFA02FB21F1}"/>
              </ns1:ext>
            </ns1:extLst>
          </ns0:cNvPr>
          <ns0:cNvSpPr>
            <ns1:spLocks noGrp="1"/>
          </ns0:cNvSpPr>
          <ns0:nvPr/>
        </ns0:nvSpPr>
        <ns0:spPr>
          <ns1:xfrm>
            <ns1:off x="12565340" y="545172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26" name="c-observed-curve-006">
            <ns1:extLst>
              <ns1:ext uri="{FF2B5EF4-FFF2-40B4-BE49-F238E27FC236}">
                <ns2:creationId id="{FCE3BB25-128D-486F-AFDE-0B0D1250330D}"/>
              </ns1:ext>
            </ns1:extLst>
          </ns0:cNvPr>
          <ns0:cNvSpPr>
            <ns1:spLocks noGrp="1"/>
          </ns0:cNvSpPr>
          <ns0:nvPr/>
        </ns0:nvSpPr>
        <ns0:spPr>
          <ns1:xfrm>
            <ns1:off x="12571640" y="544316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27" name="c-observed-curve-007">
            <ns1:extLst>
              <ns1:ext uri="{FF2B5EF4-FFF2-40B4-BE49-F238E27FC236}">
                <ns2:creationId id="{7D41952D-5424-4F6F-8E4B-EF433F6E5648}"/>
              </ns1:ext>
            </ns1:extLst>
          </ns0:cNvPr>
          <ns0:cNvSpPr>
            <ns1:spLocks noGrp="1"/>
          </ns0:cNvSpPr>
          <ns0:nvPr/>
        </ns0:nvSpPr>
        <ns0:spPr>
          <ns1:xfrm>
            <ns1:off x="12577940" y="543586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28" name="c-observed-curve-008">
            <ns1:extLst>
              <ns1:ext uri="{FF2B5EF4-FFF2-40B4-BE49-F238E27FC236}">
                <ns2:creationId id="{54D0B6D7-343C-4457-8CF2-59A5092CDE68}"/>
              </ns1:ext>
            </ns1:extLst>
          </ns0:cNvPr>
          <ns0:cNvSpPr>
            <ns1:spLocks noGrp="1"/>
          </ns0:cNvSpPr>
          <ns0:nvPr/>
        </ns0:nvSpPr>
        <ns0:spPr>
          <ns1:xfrm>
            <ns1:off x="12584240" y="542989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29" name="c-observed-curve-009">
            <ns1:extLst>
              <ns1:ext uri="{FF2B5EF4-FFF2-40B4-BE49-F238E27FC236}">
                <ns2:creationId id="{81CE6C01-567F-49E2-84F7-1AE37B1DE3AB}"/>
              </ns1:ext>
            </ns1:extLst>
          </ns0:cNvPr>
          <ns0:cNvSpPr>
            <ns1:spLocks noGrp="1"/>
          </ns0:cNvSpPr>
          <ns0:nvPr/>
        </ns0:nvSpPr>
        <ns0:spPr>
          <ns1:xfrm>
            <ns1:off x="12590541" y="542528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30" name="c-observed-curve-010">
            <ns1:extLst>
              <ns1:ext uri="{FF2B5EF4-FFF2-40B4-BE49-F238E27FC236}">
                <ns2:creationId id="{3DCAD220-5399-47A3-B6AF-AF824F3296CE}"/>
              </ns1:ext>
            </ns1:extLst>
          </ns0:cNvPr>
          <ns0:cNvSpPr>
            <ns1:spLocks noGrp="1"/>
          </ns0:cNvSpPr>
          <ns0:nvPr/>
        </ns0:nvSpPr>
        <ns0:spPr>
          <ns1:xfrm>
            <ns1:off x="12596841" y="54220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31" name="c-observed-curve-011">
            <ns1:extLst>
              <ns1:ext uri="{FF2B5EF4-FFF2-40B4-BE49-F238E27FC236}">
                <ns2:creationId id="{233ECC00-A3FA-478D-A8DD-4194343C33CE}"/>
              </ns1:ext>
            </ns1:extLst>
          </ns0:cNvPr>
          <ns0:cNvSpPr>
            <ns1:spLocks noGrp="1"/>
          </ns0:cNvSpPr>
          <ns0:nvPr/>
        </ns0:nvSpPr>
        <ns0:spPr>
          <ns1:xfrm>
            <ns1:off x="12603141" y="542003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32" name="c-observed-curve-012">
            <ns1:extLst>
              <ns1:ext uri="{FF2B5EF4-FFF2-40B4-BE49-F238E27FC236}">
                <ns2:creationId id="{9B529461-E52A-458C-B22D-4FC87D139F1B}"/>
              </ns1:ext>
            </ns1:extLst>
          </ns0:cNvPr>
          <ns0:cNvSpPr>
            <ns1:spLocks noGrp="1"/>
          </ns0:cNvSpPr>
          <ns0:nvPr/>
        </ns0:nvSpPr>
        <ns0:spPr>
          <ns1:xfrm>
            <ns1:off x="12609441" y="541923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33" name="c-observed-curve-013">
            <ns1:extLst>
              <ns1:ext uri="{FF2B5EF4-FFF2-40B4-BE49-F238E27FC236}">
                <ns2:creationId id="{6907225D-CE47-4683-A2F1-9E1C37E211DD}"/>
              </ns1:ext>
            </ns1:extLst>
          </ns0:cNvPr>
          <ns0:cNvSpPr>
            <ns1:spLocks noGrp="1"/>
          </ns0:cNvSpPr>
          <ns0:nvPr/>
        </ns0:nvSpPr>
        <ns0:spPr>
          <ns1:xfrm>
            <ns1:off x="12615742" y="541949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34" name="c-observed-curve-014">
            <ns1:extLst>
              <ns1:ext uri="{FF2B5EF4-FFF2-40B4-BE49-F238E27FC236}">
                <ns2:creationId id="{3A8B2B63-F5C1-45BC-87A1-A6924AF1D972}"/>
              </ns1:ext>
            </ns1:extLst>
          </ns0:cNvPr>
          <ns0:cNvSpPr>
            <ns1:spLocks noGrp="1"/>
          </ns0:cNvSpPr>
          <ns0:nvPr/>
        </ns0:nvSpPr>
        <ns0:spPr>
          <ns1:xfrm>
            <ns1:off x="12622042" y="542065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35" name="c-observed-curve-015">
            <ns1:extLst>
              <ns1:ext uri="{FF2B5EF4-FFF2-40B4-BE49-F238E27FC236}">
                <ns2:creationId id="{BCA3EFAB-0DB7-4E67-9143-45B6C8432A37}"/>
              </ns1:ext>
            </ns1:extLst>
          </ns0:cNvPr>
          <ns0:cNvSpPr>
            <ns1:spLocks noGrp="1"/>
          </ns0:cNvSpPr>
          <ns0:nvPr/>
        </ns0:nvSpPr>
        <ns0:spPr>
          <ns1:xfrm>
            <ns1:off x="12628342" y="542255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36" name="c-observed-curve-016">
            <ns1:extLst>
              <ns1:ext uri="{FF2B5EF4-FFF2-40B4-BE49-F238E27FC236}">
                <ns2:creationId id="{9A3B8BAF-54D5-499A-97DA-BB74E5A80CC4}"/>
              </ns1:ext>
            </ns1:extLst>
          </ns0:cNvPr>
          <ns0:cNvSpPr>
            <ns1:spLocks noGrp="1"/>
          </ns0:cNvSpPr>
          <ns0:nvPr/>
        </ns0:nvSpPr>
        <ns0:spPr>
          <ns1:xfrm>
            <ns1:off x="12634642" y="542503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37" name="c-observed-curve-017">
            <ns1:extLst>
              <ns1:ext uri="{FF2B5EF4-FFF2-40B4-BE49-F238E27FC236}">
                <ns2:creationId id="{6EF7B46A-FD3C-41F0-8358-42B1BBA90B35}"/>
              </ns1:ext>
            </ns1:extLst>
          </ns0:cNvPr>
          <ns0:cNvSpPr>
            <ns1:spLocks noGrp="1"/>
          </ns0:cNvSpPr>
          <ns0:nvPr/>
        </ns0:nvSpPr>
        <ns0:spPr>
          <ns1:xfrm>
            <ns1:off x="12640943" y="542795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38" name="c-observed-curve-018">
            <ns1:extLst>
              <ns1:ext uri="{FF2B5EF4-FFF2-40B4-BE49-F238E27FC236}">
                <ns2:creationId id="{3868FD3A-D4F3-4385-8DBE-6182A6EBF354}"/>
              </ns1:ext>
            </ns1:extLst>
          </ns0:cNvPr>
          <ns0:cNvSpPr>
            <ns1:spLocks noGrp="1"/>
          </ns0:cNvSpPr>
          <ns0:nvPr/>
        </ns0:nvSpPr>
        <ns0:spPr>
          <ns1:xfrm>
            <ns1:off x="12647243" y="543116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39" name="c-observed-curve-019">
            <ns1:extLst>
              <ns1:ext uri="{FF2B5EF4-FFF2-40B4-BE49-F238E27FC236}">
                <ns2:creationId id="{E71125EE-81E1-47B8-8158-938147299904}"/>
              </ns1:ext>
            </ns1:extLst>
          </ns0:cNvPr>
          <ns0:cNvSpPr>
            <ns1:spLocks noGrp="1"/>
          </ns0:cNvSpPr>
          <ns0:nvPr/>
        </ns0:nvSpPr>
        <ns0:spPr>
          <ns1:xfrm>
            <ns1:off x="12653543" y="543457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40" name="c-observed-curve-020">
            <ns1:extLst>
              <ns1:ext uri="{FF2B5EF4-FFF2-40B4-BE49-F238E27FC236}">
                <ns2:creationId id="{3D4D60D3-5682-421F-9071-FDED0E7C3C87}"/>
              </ns1:ext>
            </ns1:extLst>
          </ns0:cNvPr>
          <ns0:cNvSpPr>
            <ns1:spLocks noGrp="1"/>
          </ns0:cNvSpPr>
          <ns0:nvPr/>
        </ns0:nvSpPr>
        <ns0:spPr>
          <ns1:xfrm>
            <ns1:off x="12659843" y="543810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41" name="c-observed-curve-021">
            <ns1:extLst>
              <ns1:ext uri="{FF2B5EF4-FFF2-40B4-BE49-F238E27FC236}">
                <ns2:creationId id="{518B4412-0759-43B1-AC9C-6AD1D41FF25B}"/>
              </ns1:ext>
            </ns1:extLst>
          </ns0:cNvPr>
          <ns0:cNvSpPr>
            <ns1:spLocks noGrp="1"/>
          </ns0:cNvSpPr>
          <ns0:nvPr/>
        </ns0:nvSpPr>
        <ns0:spPr>
          <ns1:xfrm>
            <ns1:off x="12666143" y="544171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42" name="c-observed-curve-022">
            <ns1:extLst>
              <ns1:ext uri="{FF2B5EF4-FFF2-40B4-BE49-F238E27FC236}">
                <ns2:creationId id="{9954A5BF-E6D0-4D07-B9BD-CD1827C14467}"/>
              </ns1:ext>
            </ns1:extLst>
          </ns0:cNvPr>
          <ns0:cNvSpPr>
            <ns1:spLocks noGrp="1"/>
          </ns0:cNvSpPr>
          <ns0:nvPr/>
        </ns0:nvSpPr>
        <ns0:spPr>
          <ns1:xfrm>
            <ns1:off x="12672444" y="544540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43" name="c-observed-curve-023">
            <ns1:extLst>
              <ns1:ext uri="{FF2B5EF4-FFF2-40B4-BE49-F238E27FC236}">
                <ns2:creationId id="{7ED18F3D-54FB-440C-8A7B-9B60A854C257}"/>
              </ns1:ext>
            </ns1:extLst>
          </ns0:cNvPr>
          <ns0:cNvSpPr>
            <ns1:spLocks noGrp="1"/>
          </ns0:cNvSpPr>
          <ns0:nvPr/>
        </ns0:nvSpPr>
        <ns0:spPr>
          <ns1:xfrm>
            <ns1:off x="12678744" y="544919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44" name="c-observed-curve-024">
            <ns1:extLst>
              <ns1:ext uri="{FF2B5EF4-FFF2-40B4-BE49-F238E27FC236}">
                <ns2:creationId id="{FE2E6C08-BCF1-42B9-8AAF-ED194923710D}"/>
              </ns1:ext>
            </ns1:extLst>
          </ns0:cNvPr>
          <ns0:cNvSpPr>
            <ns1:spLocks noGrp="1"/>
          </ns0:cNvSpPr>
          <ns0:nvPr/>
        </ns0:nvSpPr>
        <ns0:spPr>
          <ns1:xfrm>
            <ns1:off x="12685044" y="545315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45" name="c-observed-curve-025">
            <ns1:extLst>
              <ns1:ext uri="{FF2B5EF4-FFF2-40B4-BE49-F238E27FC236}">
                <ns2:creationId id="{E49F13E5-2407-4754-A3ED-50F0776D66CC}"/>
              </ns1:ext>
            </ns1:extLst>
          </ns0:cNvPr>
          <ns0:cNvSpPr>
            <ns1:spLocks noGrp="1"/>
          </ns0:cNvSpPr>
          <ns0:nvPr/>
        </ns0:nvSpPr>
        <ns0:spPr>
          <ns1:xfrm>
            <ns1:off x="12691344" y="545733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46" name="c-observed-curve-026">
            <ns1:extLst>
              <ns1:ext uri="{FF2B5EF4-FFF2-40B4-BE49-F238E27FC236}">
                <ns2:creationId id="{D89BAC18-B1AA-45B2-B617-3C988BD8DB26}"/>
              </ns1:ext>
            </ns1:extLst>
          </ns0:cNvPr>
          <ns0:cNvSpPr>
            <ns1:spLocks noGrp="1"/>
          </ns0:cNvSpPr>
          <ns0:nvPr/>
        </ns0:nvSpPr>
        <ns0:spPr>
          <ns1:xfrm>
            <ns1:off x="12697645" y="54618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47" name="c-observed-curve-027">
            <ns1:extLst>
              <ns1:ext uri="{FF2B5EF4-FFF2-40B4-BE49-F238E27FC236}">
                <ns2:creationId id="{47F61157-9970-4CB0-A4C2-B9023E2F3359}"/>
              </ns1:ext>
            </ns1:extLst>
          </ns0:cNvPr>
          <ns0:cNvSpPr>
            <ns1:spLocks noGrp="1"/>
          </ns0:cNvSpPr>
          <ns0:nvPr/>
        </ns0:nvSpPr>
        <ns0:spPr>
          <ns1:xfrm>
            <ns1:off x="12703945" y="546675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48" name="c-observed-curve-028">
            <ns1:extLst>
              <ns1:ext uri="{FF2B5EF4-FFF2-40B4-BE49-F238E27FC236}">
                <ns2:creationId id="{69082234-4452-430D-97B7-DED0A3DEA457}"/>
              </ns1:ext>
            </ns1:extLst>
          </ns0:cNvPr>
          <ns0:cNvSpPr>
            <ns1:spLocks noGrp="1"/>
          </ns0:cNvSpPr>
          <ns0:nvPr/>
        </ns0:nvSpPr>
        <ns0:spPr>
          <ns1:xfrm>
            <ns1:off x="12710245" y="547217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49" name="c-observed-curve-029">
            <ns1:extLst>
              <ns1:ext uri="{FF2B5EF4-FFF2-40B4-BE49-F238E27FC236}">
                <ns2:creationId id="{296B9B2B-23E9-4BA9-9518-6D99C22B9715}"/>
              </ns1:ext>
            </ns1:extLst>
          </ns0:cNvPr>
          <ns0:cNvSpPr>
            <ns1:spLocks noGrp="1"/>
          </ns0:cNvSpPr>
          <ns0:nvPr/>
        </ns0:nvSpPr>
        <ns0:spPr>
          <ns1:xfrm>
            <ns1:off x="12716545" y="54781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50" name="c-observed-curve-030">
            <ns1:extLst>
              <ns1:ext uri="{FF2B5EF4-FFF2-40B4-BE49-F238E27FC236}">
                <ns2:creationId id="{2CCBE6CE-8F78-46DC-85DE-8947FB01E3AD}"/>
              </ns1:ext>
            </ns1:extLst>
          </ns0:cNvPr>
          <ns0:cNvSpPr>
            <ns1:spLocks noGrp="1"/>
          </ns0:cNvSpPr>
          <ns0:nvPr/>
        </ns0:nvSpPr>
        <ns0:spPr>
          <ns1:xfrm>
            <ns1:off x="12722846" y="548471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51" name="c-observed-curve-031">
            <ns1:extLst>
              <ns1:ext uri="{FF2B5EF4-FFF2-40B4-BE49-F238E27FC236}">
                <ns2:creationId id="{0BCE7A71-D0A3-49E9-9DD7-684BCC61EE45}"/>
              </ns1:ext>
            </ns1:extLst>
          </ns0:cNvPr>
          <ns0:cNvSpPr>
            <ns1:spLocks noGrp="1"/>
          </ns0:cNvSpPr>
          <ns0:nvPr/>
        </ns0:nvSpPr>
        <ns0:spPr>
          <ns1:xfrm>
            <ns1:off x="12729146" y="549188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52" name="c-observed-curve-032">
            <ns1:extLst>
              <ns1:ext uri="{FF2B5EF4-FFF2-40B4-BE49-F238E27FC236}">
                <ns2:creationId id="{9CED34DD-E942-4D2A-A351-098B49328F0F}"/>
              </ns1:ext>
            </ns1:extLst>
          </ns0:cNvPr>
          <ns0:cNvSpPr>
            <ns1:spLocks noGrp="1"/>
          </ns0:cNvSpPr>
          <ns0:nvPr/>
        </ns0:nvSpPr>
        <ns0:spPr>
          <ns1:xfrm>
            <ns1:off x="12735446" y="549964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53" name="c-observed-curve-033">
            <ns1:extLst>
              <ns1:ext uri="{FF2B5EF4-FFF2-40B4-BE49-F238E27FC236}">
                <ns2:creationId id="{3A96CB04-54CF-425D-B070-A256AB2C327B}"/>
              </ns1:ext>
            </ns1:extLst>
          </ns0:cNvPr>
          <ns0:cNvSpPr>
            <ns1:spLocks noGrp="1"/>
          </ns0:cNvSpPr>
          <ns0:nvPr/>
        </ns0:nvSpPr>
        <ns0:spPr>
          <ns1:xfrm>
            <ns1:off x="12741746" y="550791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54" name="c-observed-curve-034">
            <ns1:extLst>
              <ns1:ext uri="{FF2B5EF4-FFF2-40B4-BE49-F238E27FC236}">
                <ns2:creationId id="{3FDB6048-B119-47BD-A40D-F38A0BFAACBD}"/>
              </ns1:ext>
            </ns1:extLst>
          </ns0:cNvPr>
          <ns0:cNvSpPr>
            <ns1:spLocks noGrp="1"/>
          </ns0:cNvSpPr>
          <ns0:nvPr/>
        </ns0:nvSpPr>
        <ns0:spPr>
          <ns1:xfrm>
            <ns1:off x="12748047" y="551658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55" name="c-observed-curve-035">
            <ns1:extLst>
              <ns1:ext uri="{FF2B5EF4-FFF2-40B4-BE49-F238E27FC236}">
                <ns2:creationId id="{A54519F6-500D-411C-B093-22836C48B784}"/>
              </ns1:ext>
            </ns1:extLst>
          </ns0:cNvPr>
          <ns0:cNvSpPr>
            <ns1:spLocks noGrp="1"/>
          </ns0:cNvSpPr>
          <ns0:nvPr/>
        </ns0:nvSpPr>
        <ns0:spPr>
          <ns1:xfrm>
            <ns1:off x="12754347" y="552551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56" name="c-observed-curve-036">
            <ns1:extLst>
              <ns1:ext uri="{FF2B5EF4-FFF2-40B4-BE49-F238E27FC236}">
                <ns2:creationId id="{4554BF78-D959-4516-ADF3-9BDE8DD37EF1}"/>
              </ns1:ext>
            </ns1:extLst>
          </ns0:cNvPr>
          <ns0:cNvSpPr>
            <ns1:spLocks noGrp="1"/>
          </ns0:cNvSpPr>
          <ns0:nvPr/>
        </ns0:nvSpPr>
        <ns0:spPr>
          <ns1:xfrm>
            <ns1:off x="12760647" y="553452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57" name="c-observed-curve-037">
            <ns1:extLst>
              <ns1:ext uri="{FF2B5EF4-FFF2-40B4-BE49-F238E27FC236}">
                <ns2:creationId id="{D1D204EA-FA4B-4358-88B0-02AAFA6B14D7}"/>
              </ns1:ext>
            </ns1:extLst>
          </ns0:cNvPr>
          <ns0:cNvSpPr>
            <ns1:spLocks noGrp="1"/>
          </ns0:cNvSpPr>
          <ns0:nvPr/>
        </ns0:nvSpPr>
        <ns0:spPr>
          <ns1:xfrm>
            <ns1:off x="12766947" y="554342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58" name="c-observed-curve-038">
            <ns1:extLst>
              <ns1:ext uri="{FF2B5EF4-FFF2-40B4-BE49-F238E27FC236}">
                <ns2:creationId id="{9ECE5F60-1FED-4B6C-8FB5-EFE0457893C2}"/>
              </ns1:ext>
            </ns1:extLst>
          </ns0:cNvPr>
          <ns0:cNvSpPr>
            <ns1:spLocks noGrp="1"/>
          </ns0:cNvSpPr>
          <ns0:nvPr/>
        </ns0:nvSpPr>
        <ns0:spPr>
          <ns1:xfrm>
            <ns1:off x="12773247" y="555200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59" name="c-observed-curve-039">
            <ns1:extLst>
              <ns1:ext uri="{FF2B5EF4-FFF2-40B4-BE49-F238E27FC236}">
                <ns2:creationId id="{EA95EBC8-8C96-41B2-B810-D481642C58A2}"/>
              </ns1:ext>
            </ns1:extLst>
          </ns0:cNvPr>
          <ns0:cNvSpPr>
            <ns1:spLocks noGrp="1"/>
          </ns0:cNvSpPr>
          <ns0:nvPr/>
        </ns0:nvSpPr>
        <ns0:spPr>
          <ns1:xfrm>
            <ns1:off x="12779548" y="55600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60" name="c-observed-curve-040">
            <ns1:extLst>
              <ns1:ext uri="{FF2B5EF4-FFF2-40B4-BE49-F238E27FC236}">
                <ns2:creationId id="{05D6B714-6915-42C9-A67E-D6E587300854}"/>
              </ns1:ext>
            </ns1:extLst>
          </ns0:cNvPr>
          <ns0:cNvSpPr>
            <ns1:spLocks noGrp="1"/>
          </ns0:cNvSpPr>
          <ns0:nvPr/>
        </ns0:nvSpPr>
        <ns0:spPr>
          <ns1:xfrm>
            <ns1:off x="12785848" y="55673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61" name="c-observed-curve-041">
            <ns1:extLst>
              <ns1:ext uri="{FF2B5EF4-FFF2-40B4-BE49-F238E27FC236}">
                <ns2:creationId id="{B1055608-69C7-4B46-9031-17BC7F67413F}"/>
              </ns1:ext>
            </ns1:extLst>
          </ns0:cNvPr>
          <ns0:cNvSpPr>
            <ns1:spLocks noGrp="1"/>
          </ns0:cNvSpPr>
          <ns0:nvPr/>
        </ns0:nvSpPr>
        <ns0:spPr>
          <ns1:xfrm>
            <ns1:off x="12792148" y="557369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62" name="c-observed-curve-042">
            <ns1:extLst>
              <ns1:ext uri="{FF2B5EF4-FFF2-40B4-BE49-F238E27FC236}">
                <ns2:creationId id="{83757BAB-F00C-4D10-97D9-9BB3BB8D61D2}"/>
              </ns1:ext>
            </ns1:extLst>
          </ns0:cNvPr>
          <ns0:cNvSpPr>
            <ns1:spLocks noGrp="1"/>
          </ns0:cNvSpPr>
          <ns0:nvPr/>
        </ns0:nvSpPr>
        <ns0:spPr>
          <ns1:xfrm>
            <ns1:off x="12798448" y="557895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63" name="c-observed-curve-043">
            <ns1:extLst>
              <ns1:ext uri="{FF2B5EF4-FFF2-40B4-BE49-F238E27FC236}">
                <ns2:creationId id="{006252D0-3AAB-4CB2-A05B-9F888DA0C47D}"/>
              </ns1:ext>
            </ns1:extLst>
          </ns0:cNvPr>
          <ns0:cNvSpPr>
            <ns1:spLocks noGrp="1"/>
          </ns0:cNvSpPr>
          <ns0:nvPr/>
        </ns0:nvSpPr>
        <ns0:spPr>
          <ns1:xfrm>
            <ns1:off x="12804749" y="558300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64" name="c-observed-curve-044">
            <ns1:extLst>
              <ns1:ext uri="{FF2B5EF4-FFF2-40B4-BE49-F238E27FC236}">
                <ns2:creationId id="{77EC3668-935F-4F11-AAC7-BC43D95515B7}"/>
              </ns1:ext>
            </ns1:extLst>
          </ns0:cNvPr>
          <ns0:cNvSpPr>
            <ns1:spLocks noGrp="1"/>
          </ns0:cNvSpPr>
          <ns0:nvPr/>
        </ns0:nvSpPr>
        <ns0:spPr>
          <ns1:xfrm>
            <ns1:off x="12811049" y="55857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65" name="c-observed-curve-045">
            <ns1:extLst>
              <ns1:ext uri="{FF2B5EF4-FFF2-40B4-BE49-F238E27FC236}">
                <ns2:creationId id="{C5FE1DCB-DF6B-4247-A9CD-647FBC03D3CD}"/>
              </ns1:ext>
            </ns1:extLst>
          </ns0:cNvPr>
          <ns0:cNvSpPr>
            <ns1:spLocks noGrp="1"/>
          </ns0:cNvSpPr>
          <ns0:nvPr/>
        </ns0:nvSpPr>
        <ns0:spPr>
          <ns1:xfrm>
            <ns1:off x="12817349" y="558714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66" name="c-observed-curve-046">
            <ns1:extLst>
              <ns1:ext uri="{FF2B5EF4-FFF2-40B4-BE49-F238E27FC236}">
                <ns2:creationId id="{C702525A-0227-4A9F-97AF-C6043C20E588}"/>
              </ns1:ext>
            </ns1:extLst>
          </ns0:cNvPr>
          <ns0:cNvSpPr>
            <ns1:spLocks noGrp="1"/>
          </ns0:cNvSpPr>
          <ns0:nvPr/>
        </ns0:nvSpPr>
        <ns0:spPr>
          <ns1:xfrm>
            <ns1:off x="12823649" y="558723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67" name="c-observed-curve-047">
            <ns1:extLst>
              <ns1:ext uri="{FF2B5EF4-FFF2-40B4-BE49-F238E27FC236}">
                <ns2:creationId id="{5C91BAEB-9B58-4B72-9D03-454642EEA7CD}"/>
              </ns1:ext>
            </ns1:extLst>
          </ns0:cNvPr>
          <ns0:cNvSpPr>
            <ns1:spLocks noGrp="1"/>
          </ns0:cNvSpPr>
          <ns0:nvPr/>
        </ns0:nvSpPr>
        <ns0:spPr>
          <ns1:xfrm>
            <ns1:off x="12829950" y="558606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68" name="c-observed-curve-048">
            <ns1:extLst>
              <ns1:ext uri="{FF2B5EF4-FFF2-40B4-BE49-F238E27FC236}">
                <ns2:creationId id="{0E042AB2-9308-42F6-AD8D-227B722DEEB4}"/>
              </ns1:ext>
            </ns1:extLst>
          </ns0:cNvPr>
          <ns0:cNvSpPr>
            <ns1:spLocks noGrp="1"/>
          </ns0:cNvSpPr>
          <ns0:nvPr/>
        </ns0:nvSpPr>
        <ns0:spPr>
          <ns1:xfrm>
            <ns1:off x="12836250" y="558373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69" name="c-observed-curve-049">
            <ns1:extLst>
              <ns1:ext uri="{FF2B5EF4-FFF2-40B4-BE49-F238E27FC236}">
                <ns2:creationId id="{E9A8F43E-FF9F-4238-A04D-DB061CBC66FB}"/>
              </ns1:ext>
            </ns1:extLst>
          </ns0:cNvPr>
          <ns0:cNvSpPr>
            <ns1:spLocks noGrp="1"/>
          </ns0:cNvSpPr>
          <ns0:nvPr/>
        </ns0:nvSpPr>
        <ns0:spPr>
          <ns1:xfrm>
            <ns1:off x="12842550" y="558038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70" name="c-observed-curve-050">
            <ns1:extLst>
              <ns1:ext uri="{FF2B5EF4-FFF2-40B4-BE49-F238E27FC236}">
                <ns2:creationId id="{7F027B8B-4FD7-40D6-9681-6E6E6E7BAE29}"/>
              </ns1:ext>
            </ns1:extLst>
          </ns0:cNvPr>
          <ns0:cNvSpPr>
            <ns1:spLocks noGrp="1"/>
          </ns0:cNvSpPr>
          <ns0:nvPr/>
        </ns0:nvSpPr>
        <ns0:spPr>
          <ns1:xfrm>
            <ns1:off x="12848850" y="55761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71" name="c-observed-curve-051">
            <ns1:extLst>
              <ns1:ext uri="{FF2B5EF4-FFF2-40B4-BE49-F238E27FC236}">
                <ns2:creationId id="{F2826916-788A-4E83-8FA3-D1946F4CED33}"/>
              </ns1:ext>
            </ns1:extLst>
          </ns0:cNvPr>
          <ns0:cNvSpPr>
            <ns1:spLocks noGrp="1"/>
          </ns0:cNvSpPr>
          <ns0:nvPr/>
        </ns0:nvSpPr>
        <ns0:spPr>
          <ns1:xfrm>
            <ns1:off x="12855151" y="55713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72" name="c-observed-curve-052">
            <ns1:extLst>
              <ns1:ext uri="{FF2B5EF4-FFF2-40B4-BE49-F238E27FC236}">
                <ns2:creationId id="{ECA69C3B-F636-49F7-8CBA-1832E98B4724}"/>
              </ns1:ext>
            </ns1:extLst>
          </ns0:cNvPr>
          <ns0:cNvSpPr>
            <ns1:spLocks noGrp="1"/>
          </ns0:cNvSpPr>
          <ns0:nvPr/>
        </ns0:nvSpPr>
        <ns0:spPr>
          <ns1:xfrm>
            <ns1:off x="12861451" y="556602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73" name="c-observed-curve-053">
            <ns1:extLst>
              <ns1:ext uri="{FF2B5EF4-FFF2-40B4-BE49-F238E27FC236}">
                <ns2:creationId id="{4546111E-E14D-45C8-8460-BB4E568FFEF6}"/>
              </ns1:ext>
            </ns1:extLst>
          </ns0:cNvPr>
          <ns0:cNvSpPr>
            <ns1:spLocks noGrp="1"/>
          </ns0:cNvSpPr>
          <ns0:nvPr/>
        </ns0:nvSpPr>
        <ns0:spPr>
          <ns1:xfrm>
            <ns1:off x="12867751" y="556041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74" name="c-observed-curve-054">
            <ns1:extLst>
              <ns1:ext uri="{FF2B5EF4-FFF2-40B4-BE49-F238E27FC236}">
                <ns2:creationId id="{199AB09E-6141-4673-8F3F-BDAFFBE923A2}"/>
              </ns1:ext>
            </ns1:extLst>
          </ns0:cNvPr>
          <ns0:cNvSpPr>
            <ns1:spLocks noGrp="1"/>
          </ns0:cNvSpPr>
          <ns0:nvPr/>
        </ns0:nvSpPr>
        <ns0:spPr>
          <ns1:xfrm>
            <ns1:off x="12874051" y="555470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75" name="c-observed-curve-055">
            <ns1:extLst>
              <ns1:ext uri="{FF2B5EF4-FFF2-40B4-BE49-F238E27FC236}">
                <ns2:creationId id="{461308FC-D017-462D-859D-21446E089C88}"/>
              </ns1:ext>
            </ns1:extLst>
          </ns0:cNvPr>
          <ns0:cNvSpPr>
            <ns1:spLocks noGrp="1"/>
          </ns0:cNvSpPr>
          <ns0:nvPr/>
        </ns0:nvSpPr>
        <ns0:spPr>
          <ns1:xfrm>
            <ns1:off x="12880351" y="554903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76" name="c-observed-curve-056">
            <ns1:extLst>
              <ns1:ext uri="{FF2B5EF4-FFF2-40B4-BE49-F238E27FC236}">
                <ns2:creationId id="{12DE0D90-A3BD-43A9-8C95-318CF8D79E05}"/>
              </ns1:ext>
            </ns1:extLst>
          </ns0:cNvPr>
          <ns0:cNvSpPr>
            <ns1:spLocks noGrp="1"/>
          </ns0:cNvSpPr>
          <ns0:nvPr/>
        </ns0:nvSpPr>
        <ns0:spPr>
          <ns1:xfrm>
            <ns1:off x="12886652" y="554353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77" name="c-observed-curve-057">
            <ns1:extLst>
              <ns1:ext uri="{FF2B5EF4-FFF2-40B4-BE49-F238E27FC236}">
                <ns2:creationId id="{1D05B56B-CF88-4A08-897A-ACB606C2528D}"/>
              </ns1:ext>
            </ns1:extLst>
          </ns0:cNvPr>
          <ns0:cNvSpPr>
            <ns1:spLocks noGrp="1"/>
          </ns0:cNvSpPr>
          <ns0:nvPr/>
        </ns0:nvSpPr>
        <ns0:spPr>
          <ns1:xfrm>
            <ns1:off x="12892952" y="553827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78" name="c-observed-curve-058">
            <ns1:extLst>
              <ns1:ext uri="{FF2B5EF4-FFF2-40B4-BE49-F238E27FC236}">
                <ns2:creationId id="{170F83E0-7BDB-41EC-B4FB-DA2AEA4C2247}"/>
              </ns1:ext>
            </ns1:extLst>
          </ns0:cNvPr>
          <ns0:cNvSpPr>
            <ns1:spLocks noGrp="1"/>
          </ns0:cNvSpPr>
          <ns0:nvPr/>
        </ns0:nvSpPr>
        <ns0:spPr>
          <ns1:xfrm>
            <ns1:off x="12899252" y="553331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79" name="c-observed-curve-059">
            <ns1:extLst>
              <ns1:ext uri="{FF2B5EF4-FFF2-40B4-BE49-F238E27FC236}">
                <ns2:creationId id="{FE3AEE0B-6D06-4C44-9050-880D6A00F4B4}"/>
              </ns1:ext>
            </ns1:extLst>
          </ns0:cNvPr>
          <ns0:cNvSpPr>
            <ns1:spLocks noGrp="1"/>
          </ns0:cNvSpPr>
          <ns0:nvPr/>
        </ns0:nvSpPr>
        <ns0:spPr>
          <ns1:xfrm>
            <ns1:off x="12905552" y="552866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80" name="c-observed-curve-060">
            <ns1:extLst>
              <ns1:ext uri="{FF2B5EF4-FFF2-40B4-BE49-F238E27FC236}">
                <ns2:creationId id="{C109A262-95D4-48E7-BDA6-63FEEE418963}"/>
              </ns1:ext>
            </ns1:extLst>
          </ns0:cNvPr>
          <ns0:cNvSpPr>
            <ns1:spLocks noGrp="1"/>
          </ns0:cNvSpPr>
          <ns0:nvPr/>
        </ns0:nvSpPr>
        <ns0:spPr>
          <ns1:xfrm>
            <ns1:off x="12911853" y="552428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81" name="c-observed-curve-061">
            <ns1:extLst>
              <ns1:ext uri="{FF2B5EF4-FFF2-40B4-BE49-F238E27FC236}">
                <ns2:creationId id="{24745C5F-3367-4076-B21A-42CBC8384546}"/>
              </ns1:ext>
            </ns1:extLst>
          </ns0:cNvPr>
          <ns0:cNvSpPr>
            <ns1:spLocks noGrp="1"/>
          </ns0:cNvSpPr>
          <ns0:nvPr/>
        </ns0:nvSpPr>
        <ns0:spPr>
          <ns1:xfrm>
            <ns1:off x="12918153" y="552012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82" name="c-observed-curve-062">
            <ns1:extLst>
              <ns1:ext uri="{FF2B5EF4-FFF2-40B4-BE49-F238E27FC236}">
                <ns2:creationId id="{FFD2C2C7-7B71-466E-A69E-8AD84CEFDDD0}"/>
              </ns1:ext>
            </ns1:extLst>
          </ns0:cNvPr>
          <ns0:cNvSpPr>
            <ns1:spLocks noGrp="1"/>
          </ns0:cNvSpPr>
          <ns0:nvPr/>
        </ns0:nvSpPr>
        <ns0:spPr>
          <ns1:xfrm>
            <ns1:off x="12924453" y="551610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83" name="c-observed-curve-063">
            <ns1:extLst>
              <ns1:ext uri="{FF2B5EF4-FFF2-40B4-BE49-F238E27FC236}">
                <ns2:creationId id="{86F02B92-565C-4A0E-B666-BA1C7BFDB9CE}"/>
              </ns1:ext>
            </ns1:extLst>
          </ns0:cNvPr>
          <ns0:cNvSpPr>
            <ns1:spLocks noGrp="1"/>
          </ns0:cNvSpPr>
          <ns0:nvPr/>
        </ns0:nvSpPr>
        <ns0:spPr>
          <ns1:xfrm>
            <ns1:off x="12930753" y="551212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84" name="c-observed-curve-064">
            <ns1:extLst>
              <ns1:ext uri="{FF2B5EF4-FFF2-40B4-BE49-F238E27FC236}">
                <ns2:creationId id="{FF6DBF1D-1C78-43CD-92D5-79C1BA06F9F2}"/>
              </ns1:ext>
            </ns1:extLst>
          </ns0:cNvPr>
          <ns0:cNvSpPr>
            <ns1:spLocks noGrp="1"/>
          </ns0:cNvSpPr>
          <ns0:nvPr/>
        </ns0:nvSpPr>
        <ns0:spPr>
          <ns1:xfrm>
            <ns1:off x="12937054" y="550808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85" name="c-observed-curve-065">
            <ns1:extLst>
              <ns1:ext uri="{FF2B5EF4-FFF2-40B4-BE49-F238E27FC236}">
                <ns2:creationId id="{6B835A5A-E9E2-4F35-8E9D-D95DC64FCFCF}"/>
              </ns1:ext>
            </ns1:extLst>
          </ns0:cNvPr>
          <ns0:cNvSpPr>
            <ns1:spLocks noGrp="1"/>
          </ns0:cNvSpPr>
          <ns0:nvPr/>
        </ns0:nvSpPr>
        <ns0:spPr>
          <ns1:xfrm>
            <ns1:off x="12943354" y="550389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86" name="c-observed-curve-066">
            <ns1:extLst>
              <ns1:ext uri="{FF2B5EF4-FFF2-40B4-BE49-F238E27FC236}">
                <ns2:creationId id="{88539644-1026-4703-A448-5143085FDE55}"/>
              </ns1:ext>
            </ns1:extLst>
          </ns0:cNvPr>
          <ns0:cNvSpPr>
            <ns1:spLocks noGrp="1"/>
          </ns0:cNvSpPr>
          <ns0:nvPr/>
        </ns0:nvSpPr>
        <ns0:spPr>
          <ns1:xfrm>
            <ns1:off x="12949654" y="549946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87" name="c-observed-curve-067">
            <ns1:extLst>
              <ns1:ext uri="{FF2B5EF4-FFF2-40B4-BE49-F238E27FC236}">
                <ns2:creationId id="{D22C6EAF-9A66-46F2-9F03-46820D463ECC}"/>
              </ns1:ext>
            </ns1:extLst>
          </ns0:cNvPr>
          <ns0:cNvSpPr>
            <ns1:spLocks noGrp="1"/>
          </ns0:cNvSpPr>
          <ns0:nvPr/>
        </ns0:nvSpPr>
        <ns0:spPr>
          <ns1:xfrm>
            <ns1:off x="12955954" y="549473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88" name="c-observed-curve-068">
            <ns1:extLst>
              <ns1:ext uri="{FF2B5EF4-FFF2-40B4-BE49-F238E27FC236}">
                <ns2:creationId id="{2C81479B-F868-4D0A-B023-4ED709B582D0}"/>
              </ns1:ext>
            </ns1:extLst>
          </ns0:cNvPr>
          <ns0:cNvSpPr>
            <ns1:spLocks noGrp="1"/>
          </ns0:cNvSpPr>
          <ns0:nvPr/>
        </ns0:nvSpPr>
        <ns0:spPr>
          <ns1:xfrm>
            <ns1:off x="12962255" y="548968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89" name="c-observed-curve-069">
            <ns1:extLst>
              <ns1:ext uri="{FF2B5EF4-FFF2-40B4-BE49-F238E27FC236}">
                <ns2:creationId id="{81C68002-9BE1-4BE3-931A-59978DF4CCBB}"/>
              </ns1:ext>
            </ns1:extLst>
          </ns0:cNvPr>
          <ns0:cNvSpPr>
            <ns1:spLocks noGrp="1"/>
          </ns0:cNvSpPr>
          <ns0:nvPr/>
        </ns0:nvSpPr>
        <ns0:spPr>
          <ns1:xfrm>
            <ns1:off x="12968555" y="54842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90" name="c-observed-curve-070">
            <ns1:extLst>
              <ns1:ext uri="{FF2B5EF4-FFF2-40B4-BE49-F238E27FC236}">
                <ns2:creationId id="{39E9CF35-75BD-4D42-B8BB-7B35AF03ECC7}"/>
              </ns1:ext>
            </ns1:extLst>
          </ns0:cNvPr>
          <ns0:cNvSpPr>
            <ns1:spLocks noGrp="1"/>
          </ns0:cNvSpPr>
          <ns0:nvPr/>
        </ns0:nvSpPr>
        <ns0:spPr>
          <ns1:xfrm>
            <ns1:off x="12974855" y="547862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91" name="c-observed-curve-071">
            <ns1:extLst>
              <ns1:ext uri="{FF2B5EF4-FFF2-40B4-BE49-F238E27FC236}">
                <ns2:creationId id="{5B3F9C1F-0C1E-4C8B-A1B6-D6E853377117}"/>
              </ns1:ext>
            </ns1:extLst>
          </ns0:cNvPr>
          <ns0:cNvSpPr>
            <ns1:spLocks noGrp="1"/>
          </ns0:cNvSpPr>
          <ns0:nvPr/>
        </ns0:nvSpPr>
        <ns0:spPr>
          <ns1:xfrm>
            <ns1:off x="12981155" y="547272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92" name="c-observed-curve-072">
            <ns1:extLst>
              <ns1:ext uri="{FF2B5EF4-FFF2-40B4-BE49-F238E27FC236}">
                <ns2:creationId id="{352042EA-5367-43D8-A38A-EA7A65803586}"/>
              </ns1:ext>
            </ns1:extLst>
          </ns0:cNvPr>
          <ns0:cNvSpPr>
            <ns1:spLocks noGrp="1"/>
          </ns0:cNvSpPr>
          <ns0:nvPr/>
        </ns0:nvSpPr>
        <ns0:spPr>
          <ns1:xfrm>
            <ns1:off x="12987455" y="546670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93" name="c-observed-curve-073">
            <ns1:extLst>
              <ns1:ext uri="{FF2B5EF4-FFF2-40B4-BE49-F238E27FC236}">
                <ns2:creationId id="{4D9BFAB5-9299-4BAC-8F14-A1BAD71A7E4B}"/>
              </ns1:ext>
            </ns1:extLst>
          </ns0:cNvPr>
          <ns0:cNvSpPr>
            <ns1:spLocks noGrp="1"/>
          </ns0:cNvSpPr>
          <ns0:nvPr/>
        </ns0:nvSpPr>
        <ns0:spPr>
          <ns1:xfrm>
            <ns1:off x="12993756" y="546070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94" name="c-observed-curve-074">
            <ns1:extLst>
              <ns1:ext uri="{FF2B5EF4-FFF2-40B4-BE49-F238E27FC236}">
                <ns2:creationId id="{DBDA6AC5-DD63-4CE6-AD59-17549E7A1FF2}"/>
              </ns1:ext>
            </ns1:extLst>
          </ns0:cNvPr>
          <ns0:cNvSpPr>
            <ns1:spLocks noGrp="1"/>
          </ns0:cNvSpPr>
          <ns0:nvPr/>
        </ns0:nvSpPr>
        <ns0:spPr>
          <ns1:xfrm>
            <ns1:off x="13000056" y="545486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95" name="c-observed-curve-075">
            <ns1:extLst>
              <ns1:ext uri="{FF2B5EF4-FFF2-40B4-BE49-F238E27FC236}">
                <ns2:creationId id="{B53EF66A-4F90-4E51-885B-7AB975CEAF07}"/>
              </ns1:ext>
            </ns1:extLst>
          </ns0:cNvPr>
          <ns0:cNvSpPr>
            <ns1:spLocks noGrp="1"/>
          </ns0:cNvSpPr>
          <ns0:nvPr/>
        </ns0:nvSpPr>
        <ns0:spPr>
          <ns1:xfrm>
            <ns1:off x="13006356" y="544933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96" name="c-observed-curve-076">
            <ns1:extLst>
              <ns1:ext uri="{FF2B5EF4-FFF2-40B4-BE49-F238E27FC236}">
                <ns2:creationId id="{D5D665FD-9B2A-4F19-9B64-ACFAE4D1841F}"/>
              </ns1:ext>
            </ns1:extLst>
          </ns0:cNvPr>
          <ns0:cNvSpPr>
            <ns1:spLocks noGrp="1"/>
          </ns0:cNvSpPr>
          <ns0:nvPr/>
        </ns0:nvSpPr>
        <ns0:spPr>
          <ns1:xfrm>
            <ns1:off x="13012656" y="544427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97" name="c-observed-curve-077">
            <ns1:extLst>
              <ns1:ext uri="{FF2B5EF4-FFF2-40B4-BE49-F238E27FC236}">
                <ns2:creationId id="{2A90C1B2-A520-4945-8873-74A88B2CF042}"/>
              </ns1:ext>
            </ns1:extLst>
          </ns0:cNvPr>
          <ns0:cNvSpPr>
            <ns1:spLocks noGrp="1"/>
          </ns0:cNvSpPr>
          <ns0:nvPr/>
        </ns0:nvSpPr>
        <ns0:spPr>
          <ns1:xfrm>
            <ns1:off x="13018957" y="543983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98" name="c-observed-curve-078">
            <ns1:extLst>
              <ns1:ext uri="{FF2B5EF4-FFF2-40B4-BE49-F238E27FC236}">
                <ns2:creationId id="{C643F256-BB26-4CDD-A277-8AC496F759C0}"/>
              </ns1:ext>
            </ns1:extLst>
          </ns0:cNvPr>
          <ns0:cNvSpPr>
            <ns1:spLocks noGrp="1"/>
          </ns0:cNvSpPr>
          <ns0:nvPr/>
        </ns0:nvSpPr>
        <ns0:spPr>
          <ns1:xfrm>
            <ns1:off x="13025257" y="543612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099" name="c-observed-curve-079">
            <ns1:extLst>
              <ns1:ext uri="{FF2B5EF4-FFF2-40B4-BE49-F238E27FC236}">
                <ns2:creationId id="{F685A26A-310D-4EE5-9E04-8840A254DD50}"/>
              </ns1:ext>
            </ns1:extLst>
          </ns0:cNvPr>
          <ns0:cNvSpPr>
            <ns1:spLocks noGrp="1"/>
          </ns0:cNvSpPr>
          <ns0:nvPr/>
        </ns0:nvSpPr>
        <ns0:spPr>
          <ns1:xfrm>
            <ns1:off x="13031557" y="543324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00" name="c-observed-curve-080">
            <ns1:extLst>
              <ns1:ext uri="{FF2B5EF4-FFF2-40B4-BE49-F238E27FC236}">
                <ns2:creationId id="{F3F465E9-446B-457F-8793-F67F961E44C5}"/>
              </ns1:ext>
            </ns1:extLst>
          </ns0:cNvPr>
          <ns0:cNvSpPr>
            <ns1:spLocks noGrp="1"/>
          </ns0:cNvSpPr>
          <ns0:nvPr/>
        </ns0:nvSpPr>
        <ns0:spPr>
          <ns1:xfrm>
            <ns1:off x="13037857" y="543124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01" name="c-observed-curve-081">
            <ns1:extLst>
              <ns1:ext uri="{FF2B5EF4-FFF2-40B4-BE49-F238E27FC236}">
                <ns2:creationId id="{FC5C58EF-E995-49A2-827C-2D5522D28B25}"/>
              </ns1:ext>
            </ns1:extLst>
          </ns0:cNvPr>
          <ns0:cNvSpPr>
            <ns1:spLocks noGrp="1"/>
          </ns0:cNvSpPr>
          <ns0:nvPr/>
        </ns0:nvSpPr>
        <ns0:spPr>
          <ns1:xfrm>
            <ns1:off x="13044158" y="543013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02" name="c-observed-curve-082">
            <ns1:extLst>
              <ns1:ext uri="{FF2B5EF4-FFF2-40B4-BE49-F238E27FC236}">
                <ns2:creationId id="{E70B8CF9-F9B8-4D9A-AB30-231BEE7DD1DB}"/>
              </ns1:ext>
            </ns1:extLst>
          </ns0:cNvPr>
          <ns0:cNvSpPr>
            <ns1:spLocks noGrp="1"/>
          </ns0:cNvSpPr>
          <ns0:nvPr/>
        </ns0:nvSpPr>
        <ns0:spPr>
          <ns1:xfrm>
            <ns1:off x="13050458" y="542986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03" name="c-observed-curve-083">
            <ns1:extLst>
              <ns1:ext uri="{FF2B5EF4-FFF2-40B4-BE49-F238E27FC236}">
                <ns2:creationId id="{9AF5409F-A418-4F0F-BA7B-5E52998F9A91}"/>
              </ns1:ext>
            </ns1:extLst>
          </ns0:cNvPr>
          <ns0:cNvSpPr>
            <ns1:spLocks noGrp="1"/>
          </ns0:cNvSpPr>
          <ns0:nvPr/>
        </ns0:nvSpPr>
        <ns0:spPr>
          <ns1:xfrm>
            <ns1:off x="13056758" y="543036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04" name="c-observed-curve-084">
            <ns1:extLst>
              <ns1:ext uri="{FF2B5EF4-FFF2-40B4-BE49-F238E27FC236}">
                <ns2:creationId id="{015F848D-7291-44EB-A46D-759868A3EE4D}"/>
              </ns1:ext>
            </ns1:extLst>
          </ns0:cNvPr>
          <ns0:cNvSpPr>
            <ns1:spLocks noGrp="1"/>
          </ns0:cNvSpPr>
          <ns0:nvPr/>
        </ns0:nvSpPr>
        <ns0:spPr>
          <ns1:xfrm>
            <ns1:off x="13063058" y="543150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05" name="c-observed-curve-085">
            <ns1:extLst>
              <ns1:ext uri="{FF2B5EF4-FFF2-40B4-BE49-F238E27FC236}">
                <ns2:creationId id="{5B528C0B-E495-43E6-82A3-68ED92F1146E}"/>
              </ns1:ext>
            </ns1:extLst>
          </ns0:cNvPr>
          <ns0:cNvSpPr>
            <ns1:spLocks noGrp="1"/>
          </ns0:cNvSpPr>
          <ns0:nvPr/>
        </ns0:nvSpPr>
        <ns0:spPr>
          <ns1:xfrm>
            <ns1:off x="13069358" y="543309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06" name="c-observed-curve-086">
            <ns1:extLst>
              <ns1:ext uri="{FF2B5EF4-FFF2-40B4-BE49-F238E27FC236}">
                <ns2:creationId id="{9C05CCD2-C71D-42AF-ABFA-322E1F897599}"/>
              </ns1:ext>
            </ns1:extLst>
          </ns0:cNvPr>
          <ns0:cNvSpPr>
            <ns1:spLocks noGrp="1"/>
          </ns0:cNvSpPr>
          <ns0:nvPr/>
        </ns0:nvSpPr>
        <ns0:spPr>
          <ns1:xfrm>
            <ns1:off x="13075659" y="543495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07" name="c-observed-curve-087">
            <ns1:extLst>
              <ns1:ext uri="{FF2B5EF4-FFF2-40B4-BE49-F238E27FC236}">
                <ns2:creationId id="{C5E1F7E7-6D97-4A2A-B0C4-9C1F22983FEB}"/>
              </ns1:ext>
            </ns1:extLst>
          </ns0:cNvPr>
          <ns0:cNvSpPr>
            <ns1:spLocks noGrp="1"/>
          </ns0:cNvSpPr>
          <ns0:nvPr/>
        </ns0:nvSpPr>
        <ns0:spPr>
          <ns1:xfrm>
            <ns1:off x="13081959" y="543685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08" name="c-observed-curve-088">
            <ns1:extLst>
              <ns1:ext uri="{FF2B5EF4-FFF2-40B4-BE49-F238E27FC236}">
                <ns2:creationId id="{DA55B728-1750-48DD-ADD3-128668A4CD09}"/>
              </ns1:ext>
            </ns1:extLst>
          </ns0:cNvPr>
          <ns0:cNvSpPr>
            <ns1:spLocks noGrp="1"/>
          </ns0:cNvSpPr>
          <ns0:nvPr/>
        </ns0:nvSpPr>
        <ns0:spPr>
          <ns1:xfrm>
            <ns1:off x="13088259" y="543855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09" name="c-observed-curve-089">
            <ns1:extLst>
              <ns1:ext uri="{FF2B5EF4-FFF2-40B4-BE49-F238E27FC236}">
                <ns2:creationId id="{21A92458-F479-4A46-9BF2-3AB19902DC51}"/>
              </ns1:ext>
            </ns1:extLst>
          </ns0:cNvPr>
          <ns0:cNvSpPr>
            <ns1:spLocks noGrp="1"/>
          </ns0:cNvSpPr>
          <ns0:nvPr/>
        </ns0:nvSpPr>
        <ns0:spPr>
          <ns1:xfrm>
            <ns1:off x="13094559" y="543982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10" name="c-observed-curve-090">
            <ns1:extLst>
              <ns1:ext uri="{FF2B5EF4-FFF2-40B4-BE49-F238E27FC236}">
                <ns2:creationId id="{2B2EF574-83BF-4823-A930-FD3B7C660DFB}"/>
              </ns1:ext>
            </ns1:extLst>
          </ns0:cNvPr>
          <ns0:cNvSpPr>
            <ns1:spLocks noGrp="1"/>
          </ns0:cNvSpPr>
          <ns0:nvPr/>
        </ns0:nvSpPr>
        <ns0:spPr>
          <ns1:xfrm>
            <ns1:off x="13100860" y="544043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11" name="c-observed-curve-091">
            <ns1:extLst>
              <ns1:ext uri="{FF2B5EF4-FFF2-40B4-BE49-F238E27FC236}">
                <ns2:creationId id="{0A1CA3D4-CC41-410D-8ECE-7797E180F737}"/>
              </ns1:ext>
            </ns1:extLst>
          </ns0:cNvPr>
          <ns0:cNvSpPr>
            <ns1:spLocks noGrp="1"/>
          </ns0:cNvSpPr>
          <ns0:nvPr/>
        </ns0:nvSpPr>
        <ns0:spPr>
          <ns1:xfrm>
            <ns1:off x="13107160" y="544017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12" name="c-observed-curve-092">
            <ns1:extLst>
              <ns1:ext uri="{FF2B5EF4-FFF2-40B4-BE49-F238E27FC236}">
                <ns2:creationId id="{1C2B4E3A-5CD5-4F6E-AB6A-ED94CB7C459F}"/>
              </ns1:ext>
            </ns1:extLst>
          </ns0:cNvPr>
          <ns0:cNvSpPr>
            <ns1:spLocks noGrp="1"/>
          </ns0:cNvSpPr>
          <ns0:nvPr/>
        </ns0:nvSpPr>
        <ns0:spPr>
          <ns1:xfrm>
            <ns1:off x="13113460" y="543889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13" name="c-observed-curve-093">
            <ns1:extLst>
              <ns1:ext uri="{FF2B5EF4-FFF2-40B4-BE49-F238E27FC236}">
                <ns2:creationId id="{CE88B319-D1FF-4B83-A149-F06DFAA4CB9F}"/>
              </ns1:ext>
            </ns1:extLst>
          </ns0:cNvPr>
          <ns0:cNvSpPr>
            <ns1:spLocks noGrp="1"/>
          </ns0:cNvSpPr>
          <ns0:nvPr/>
        </ns0:nvSpPr>
        <ns0:spPr>
          <ns1:xfrm>
            <ns1:off x="13119760" y="543643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14" name="c-observed-curve-094">
            <ns1:extLst>
              <ns1:ext uri="{FF2B5EF4-FFF2-40B4-BE49-F238E27FC236}">
                <ns2:creationId id="{85055BA2-0CA9-4976-B1A8-17A4A7AB7A4C}"/>
              </ns1:ext>
            </ns1:extLst>
          </ns0:cNvPr>
          <ns0:cNvSpPr>
            <ns1:spLocks noGrp="1"/>
          </ns0:cNvSpPr>
          <ns0:nvPr/>
        </ns0:nvSpPr>
        <ns0:spPr>
          <ns1:xfrm>
            <ns1:off x="13126061" y="543271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15" name="c-observed-curve-095">
            <ns1:extLst>
              <ns1:ext uri="{FF2B5EF4-FFF2-40B4-BE49-F238E27FC236}">
                <ns2:creationId id="{23A4A8BE-4FB6-462E-A81E-7C574FB4F07F}"/>
              </ns1:ext>
            </ns1:extLst>
          </ns0:cNvPr>
          <ns0:cNvSpPr>
            <ns1:spLocks noGrp="1"/>
          </ns0:cNvSpPr>
          <ns0:nvPr/>
        </ns0:nvSpPr>
        <ns0:spPr>
          <ns1:xfrm>
            <ns1:off x="13132361" y="542768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16" name="c-observed-curve-096">
            <ns1:extLst>
              <ns1:ext uri="{FF2B5EF4-FFF2-40B4-BE49-F238E27FC236}">
                <ns2:creationId id="{ABF38377-6B46-4659-956A-24DFEFD12222}"/>
              </ns1:ext>
            </ns1:extLst>
          </ns0:cNvPr>
          <ns0:cNvSpPr>
            <ns1:spLocks noGrp="1"/>
          </ns0:cNvSpPr>
          <ns0:nvPr/>
        </ns0:nvSpPr>
        <ns0:spPr>
          <ns1:xfrm>
            <ns1:off x="13138661" y="542134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17" name="c-observed-curve-097">
            <ns1:extLst>
              <ns1:ext uri="{FF2B5EF4-FFF2-40B4-BE49-F238E27FC236}">
                <ns2:creationId id="{3AAD3A0F-FC46-49C6-8D6C-B6CBCFE6645B}"/>
              </ns1:ext>
            </ns1:extLst>
          </ns0:cNvPr>
          <ns0:cNvSpPr>
            <ns1:spLocks noGrp="1"/>
          </ns0:cNvSpPr>
          <ns0:nvPr/>
        </ns0:nvSpPr>
        <ns0:spPr>
          <ns1:xfrm>
            <ns1:off x="13144961" y="541374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18" name="c-observed-curve-098">
            <ns1:extLst>
              <ns1:ext uri="{FF2B5EF4-FFF2-40B4-BE49-F238E27FC236}">
                <ns2:creationId id="{0578E8FB-38AA-4DF9-873D-5248BEB904EE}"/>
              </ns1:ext>
            </ns1:extLst>
          </ns0:cNvPr>
          <ns0:cNvSpPr>
            <ns1:spLocks noGrp="1"/>
          </ns0:cNvSpPr>
          <ns0:nvPr/>
        </ns0:nvSpPr>
        <ns0:spPr>
          <ns1:xfrm>
            <ns1:off x="13151262" y="54049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19" name="c-observed-curve-099">
            <ns1:extLst>
              <ns1:ext uri="{FF2B5EF4-FFF2-40B4-BE49-F238E27FC236}">
                <ns2:creationId id="{1E9CDB61-2F07-48A3-8572-2EADA0AF9625}"/>
              </ns1:ext>
            </ns1:extLst>
          </ns0:cNvPr>
          <ns0:cNvSpPr>
            <ns1:spLocks noGrp="1"/>
          </ns0:cNvSpPr>
          <ns0:nvPr/>
        </ns0:nvSpPr>
        <ns0:spPr>
          <ns1:xfrm>
            <ns1:off x="13157562" y="539504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20" name="c-observed-curve-100">
            <ns1:extLst>
              <ns1:ext uri="{FF2B5EF4-FFF2-40B4-BE49-F238E27FC236}">
                <ns2:creationId id="{C1A95C26-B279-4D22-BB2F-88A5328925CC}"/>
              </ns1:ext>
            </ns1:extLst>
          </ns0:cNvPr>
          <ns0:cNvSpPr>
            <ns1:spLocks noGrp="1"/>
          </ns0:cNvSpPr>
          <ns0:nvPr/>
        </ns0:nvSpPr>
        <ns0:spPr>
          <ns1:xfrm>
            <ns1:off x="13163862" y="538419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21" name="c-observed-curve-101">
            <ns1:extLst>
              <ns1:ext uri="{FF2B5EF4-FFF2-40B4-BE49-F238E27FC236}">
                <ns2:creationId id="{AC223A69-732E-42EE-B0F0-4D265C524C89}"/>
              </ns1:ext>
            </ns1:extLst>
          </ns0:cNvPr>
          <ns0:cNvSpPr>
            <ns1:spLocks noGrp="1"/>
          </ns0:cNvSpPr>
          <ns0:nvPr/>
        </ns0:nvSpPr>
        <ns0:spPr>
          <ns1:xfrm>
            <ns1:off x="13170162" y="537251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22" name="c-observed-curve-102">
            <ns1:extLst>
              <ns1:ext uri="{FF2B5EF4-FFF2-40B4-BE49-F238E27FC236}">
                <ns2:creationId id="{B6C486FC-422C-4A8F-B431-117767835085}"/>
              </ns1:ext>
            </ns1:extLst>
          </ns0:cNvPr>
          <ns0:cNvSpPr>
            <ns1:spLocks noGrp="1"/>
          </ns0:cNvSpPr>
          <ns0:nvPr/>
        </ns0:nvSpPr>
        <ns0:spPr>
          <ns1:xfrm>
            <ns1:off x="13176462" y="536013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23" name="c-observed-curve-103">
            <ns1:extLst>
              <ns1:ext uri="{FF2B5EF4-FFF2-40B4-BE49-F238E27FC236}">
                <ns2:creationId id="{BCD7ECFF-C9E4-4277-BBCA-BF660E99C479}"/>
              </ns1:ext>
            </ns1:extLst>
          </ns0:cNvPr>
          <ns0:cNvSpPr>
            <ns1:spLocks noGrp="1"/>
          </ns0:cNvSpPr>
          <ns0:nvPr/>
        </ns0:nvSpPr>
        <ns0:spPr>
          <ns1:xfrm>
            <ns1:off x="13182763" y="534720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24" name="c-observed-curve-104">
            <ns1:extLst>
              <ns1:ext uri="{FF2B5EF4-FFF2-40B4-BE49-F238E27FC236}">
                <ns2:creationId id="{AB553E36-C8BA-4A7A-9E96-DB85E9076B33}"/>
              </ns1:ext>
            </ns1:extLst>
          </ns0:cNvPr>
          <ns0:cNvSpPr>
            <ns1:spLocks noGrp="1"/>
          </ns0:cNvSpPr>
          <ns0:nvPr/>
        </ns0:nvSpPr>
        <ns0:spPr>
          <ns1:xfrm>
            <ns1:off x="13189063" y="533382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25" name="c-observed-curve-105">
            <ns1:extLst>
              <ns1:ext uri="{FF2B5EF4-FFF2-40B4-BE49-F238E27FC236}">
                <ns2:creationId id="{A295F6C2-A730-4374-852C-9BFBC5977624}"/>
              </ns1:ext>
            </ns1:extLst>
          </ns0:cNvPr>
          <ns0:cNvSpPr>
            <ns1:spLocks noGrp="1"/>
          </ns0:cNvSpPr>
          <ns0:nvPr/>
        </ns0:nvSpPr>
        <ns0:spPr>
          <ns1:xfrm>
            <ns1:off x="13195363" y="532007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26" name="c-observed-curve-106">
            <ns1:extLst>
              <ns1:ext uri="{FF2B5EF4-FFF2-40B4-BE49-F238E27FC236}">
                <ns2:creationId id="{2A391A99-7DFE-42DD-86CF-D18FFCE8B085}"/>
              </ns1:ext>
            </ns1:extLst>
          </ns0:cNvPr>
          <ns0:cNvSpPr>
            <ns1:spLocks noGrp="1"/>
          </ns0:cNvSpPr>
          <ns0:nvPr/>
        </ns0:nvSpPr>
        <ns0:spPr>
          <ns1:xfrm>
            <ns1:off x="13201663" y="530602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27" name="c-observed-curve-107">
            <ns1:extLst>
              <ns1:ext uri="{FF2B5EF4-FFF2-40B4-BE49-F238E27FC236}">
                <ns2:creationId id="{4F40B651-0190-4728-AF08-511795732399}"/>
              </ns1:ext>
            </ns1:extLst>
          </ns0:cNvPr>
          <ns0:cNvSpPr>
            <ns1:spLocks noGrp="1"/>
          </ns0:cNvSpPr>
          <ns0:nvPr/>
        </ns0:nvSpPr>
        <ns0:spPr>
          <ns1:xfrm>
            <ns1:off x="13207964" y="52916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28" name="c-observed-curve-108">
            <ns1:extLst>
              <ns1:ext uri="{FF2B5EF4-FFF2-40B4-BE49-F238E27FC236}">
                <ns2:creationId id="{B6096FD7-4FD2-4E3A-BFBF-8C83A9A75548}"/>
              </ns1:ext>
            </ns1:extLst>
          </ns0:cNvPr>
          <ns0:cNvSpPr>
            <ns1:spLocks noGrp="1"/>
          </ns0:cNvSpPr>
          <ns0:nvPr/>
        </ns0:nvSpPr>
        <ns0:spPr>
          <ns1:xfrm>
            <ns1:off x="13214264" y="527709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29" name="c-observed-curve-109">
            <ns1:extLst>
              <ns1:ext uri="{FF2B5EF4-FFF2-40B4-BE49-F238E27FC236}">
                <ns2:creationId id="{5EA09054-BB2A-4F22-82DB-75F47A6A93DC}"/>
              </ns1:ext>
            </ns1:extLst>
          </ns0:cNvPr>
          <ns0:cNvSpPr>
            <ns1:spLocks noGrp="1"/>
          </ns0:cNvSpPr>
          <ns0:nvPr/>
        </ns0:nvSpPr>
        <ns0:spPr>
          <ns1:xfrm>
            <ns1:off x="13220564" y="526218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30" name="c-observed-curve-110">
            <ns1:extLst>
              <ns1:ext uri="{FF2B5EF4-FFF2-40B4-BE49-F238E27FC236}">
                <ns2:creationId id="{96EDD3A5-BF0D-4182-82CD-0539D07E40DE}"/>
              </ns1:ext>
            </ns1:extLst>
          </ns0:cNvPr>
          <ns0:cNvSpPr>
            <ns1:spLocks noGrp="1"/>
          </ns0:cNvSpPr>
          <ns0:nvPr/>
        </ns0:nvSpPr>
        <ns0:spPr>
          <ns1:xfrm>
            <ns1:off x="13226864" y="524691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31" name="c-observed-curve-111">
            <ns1:extLst>
              <ns1:ext uri="{FF2B5EF4-FFF2-40B4-BE49-F238E27FC236}">
                <ns2:creationId id="{85464C1D-868A-4D5C-A8F1-A4F16D20F56B}"/>
              </ns1:ext>
            </ns1:extLst>
          </ns0:cNvPr>
          <ns0:cNvSpPr>
            <ns1:spLocks noGrp="1"/>
          </ns0:cNvSpPr>
          <ns0:nvPr/>
        </ns0:nvSpPr>
        <ns0:spPr>
          <ns1:xfrm>
            <ns1:off x="13233165" y="523123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32" name="c-observed-curve-112">
            <ns1:extLst>
              <ns1:ext uri="{FF2B5EF4-FFF2-40B4-BE49-F238E27FC236}">
                <ns2:creationId id="{B8E9DB61-8374-46D9-9977-4596064974E5}"/>
              </ns1:ext>
            </ns1:extLst>
          </ns0:cNvPr>
          <ns0:cNvSpPr>
            <ns1:spLocks noGrp="1"/>
          </ns0:cNvSpPr>
          <ns0:nvPr/>
        </ns0:nvSpPr>
        <ns0:spPr>
          <ns1:xfrm>
            <ns1:off x="13239465" y="521506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33" name="c-observed-curve-113">
            <ns1:extLst>
              <ns1:ext uri="{FF2B5EF4-FFF2-40B4-BE49-F238E27FC236}">
                <ns2:creationId id="{E6BB366B-39DE-41EB-A0D9-47F1ED8616D9}"/>
              </ns1:ext>
            </ns1:extLst>
          </ns0:cNvPr>
          <ns0:cNvSpPr>
            <ns1:spLocks noGrp="1"/>
          </ns0:cNvSpPr>
          <ns0:nvPr/>
        </ns0:nvSpPr>
        <ns0:spPr>
          <ns1:xfrm>
            <ns1:off x="13245765" y="51983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34" name="c-observed-curve-114">
            <ns1:extLst>
              <ns1:ext uri="{FF2B5EF4-FFF2-40B4-BE49-F238E27FC236}">
                <ns2:creationId id="{7D945175-226B-48F3-9FFC-0F284F8FCB05}"/>
              </ns1:ext>
            </ns1:extLst>
          </ns0:cNvPr>
          <ns0:cNvSpPr>
            <ns1:spLocks noGrp="1"/>
          </ns0:cNvSpPr>
          <ns0:nvPr/>
        </ns0:nvSpPr>
        <ns0:spPr>
          <ns1:xfrm>
            <ns1:off x="13252065" y="518101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35" name="c-observed-curve-115">
            <ns1:extLst>
              <ns1:ext uri="{FF2B5EF4-FFF2-40B4-BE49-F238E27FC236}">
                <ns2:creationId id="{948F663F-58B3-4908-8686-6E7F012544A5}"/>
              </ns1:ext>
            </ns1:extLst>
          </ns0:cNvPr>
          <ns0:cNvSpPr>
            <ns1:spLocks noGrp="1"/>
          </ns0:cNvSpPr>
          <ns0:nvPr/>
        </ns0:nvSpPr>
        <ns0:spPr>
          <ns1:xfrm>
            <ns1:off x="13258366" y="516305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36" name="c-observed-curve-116">
            <ns1:extLst>
              <ns1:ext uri="{FF2B5EF4-FFF2-40B4-BE49-F238E27FC236}">
                <ns2:creationId id="{E9F06AC9-D770-449D-934D-FC7B65FA275F}"/>
              </ns1:ext>
            </ns1:extLst>
          </ns0:cNvPr>
          <ns0:cNvSpPr>
            <ns1:spLocks noGrp="1"/>
          </ns0:cNvSpPr>
          <ns0:nvPr/>
        </ns0:nvSpPr>
        <ns0:spPr>
          <ns1:xfrm>
            <ns1:off x="13264666" y="514446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37" name="c-observed-curve-117">
            <ns1:extLst>
              <ns1:ext uri="{FF2B5EF4-FFF2-40B4-BE49-F238E27FC236}">
                <ns2:creationId id="{B6024CDF-2A75-4B19-AA14-9C6FA2D637B2}"/>
              </ns1:ext>
            </ns1:extLst>
          </ns0:cNvPr>
          <ns0:cNvSpPr>
            <ns1:spLocks noGrp="1"/>
          </ns0:cNvSpPr>
          <ns0:nvPr/>
        </ns0:nvSpPr>
        <ns0:spPr>
          <ns1:xfrm>
            <ns1:off x="13270966" y="512528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38" name="c-observed-curve-118">
            <ns1:extLst>
              <ns1:ext uri="{FF2B5EF4-FFF2-40B4-BE49-F238E27FC236}">
                <ns2:creationId id="{AF73DCF4-F536-4ABA-944C-4B9C9BE6529B}"/>
              </ns1:ext>
            </ns1:extLst>
          </ns0:cNvPr>
          <ns0:cNvSpPr>
            <ns1:spLocks noGrp="1"/>
          </ns0:cNvSpPr>
          <ns0:nvPr/>
        </ns0:nvSpPr>
        <ns0:spPr>
          <ns1:xfrm>
            <ns1:off x="13277266" y="510559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39" name="c-observed-curve-119">
            <ns1:extLst>
              <ns1:ext uri="{FF2B5EF4-FFF2-40B4-BE49-F238E27FC236}">
                <ns2:creationId id="{D235F489-3882-4959-9275-1387E859A3EB}"/>
              </ns1:ext>
            </ns1:extLst>
          </ns0:cNvPr>
          <ns0:cNvSpPr>
            <ns1:spLocks noGrp="1"/>
          </ns0:cNvSpPr>
          <ns0:nvPr/>
        </ns0:nvSpPr>
        <ns0:spPr>
          <ns1:xfrm>
            <ns1:off x="13283566" y="508552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40" name="c-observed-curve-120">
            <ns1:extLst>
              <ns1:ext uri="{FF2B5EF4-FFF2-40B4-BE49-F238E27FC236}">
                <ns2:creationId id="{A8B5453F-79FD-4A08-BBB6-91BE227E2641}"/>
              </ns1:ext>
            </ns1:extLst>
          </ns0:cNvPr>
          <ns0:cNvSpPr>
            <ns1:spLocks noGrp="1"/>
          </ns0:cNvSpPr>
          <ns0:nvPr/>
        </ns0:nvSpPr>
        <ns0:spPr>
          <ns1:xfrm>
            <ns1:off x="13289867" y="506523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41" name="c-observed-curve-121">
            <ns1:extLst>
              <ns1:ext uri="{FF2B5EF4-FFF2-40B4-BE49-F238E27FC236}">
                <ns2:creationId id="{75A1CB95-56D0-450B-8CBB-F50D2F01B56A}"/>
              </ns1:ext>
            </ns1:extLst>
          </ns0:cNvPr>
          <ns0:cNvSpPr>
            <ns1:spLocks noGrp="1"/>
          </ns0:cNvSpPr>
          <ns0:nvPr/>
        </ns0:nvSpPr>
        <ns0:spPr>
          <ns1:xfrm>
            <ns1:off x="13296167" y="504495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42" name="c-observed-curve-122">
            <ns1:extLst>
              <ns1:ext uri="{FF2B5EF4-FFF2-40B4-BE49-F238E27FC236}">
                <ns2:creationId id="{FE01518D-6F7C-4117-BC32-49B6ECEAF9BA}"/>
              </ns1:ext>
            </ns1:extLst>
          </ns0:cNvPr>
          <ns0:cNvSpPr>
            <ns1:spLocks noGrp="1"/>
          </ns0:cNvSpPr>
          <ns0:nvPr/>
        </ns0:nvSpPr>
        <ns0:spPr>
          <ns1:xfrm>
            <ns1:off x="13302467" y="50248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43" name="c-observed-curve-123">
            <ns1:extLst>
              <ns1:ext uri="{FF2B5EF4-FFF2-40B4-BE49-F238E27FC236}">
                <ns2:creationId id="{1CF457D1-820A-4FB9-967A-DC2BF9D4B422}"/>
              </ns1:ext>
            </ns1:extLst>
          </ns0:cNvPr>
          <ns0:cNvSpPr>
            <ns1:spLocks noGrp="1"/>
          </ns0:cNvSpPr>
          <ns0:nvPr/>
        </ns0:nvSpPr>
        <ns0:spPr>
          <ns1:xfrm>
            <ns1:off x="13308767" y="500534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44" name="c-observed-curve-124">
            <ns1:extLst>
              <ns1:ext uri="{FF2B5EF4-FFF2-40B4-BE49-F238E27FC236}">
                <ns2:creationId id="{499AD347-8C75-4670-A1ED-F529989BEDE8}"/>
              </ns1:ext>
            </ns1:extLst>
          </ns0:cNvPr>
          <ns0:cNvSpPr>
            <ns1:spLocks noGrp="1"/>
          </ns0:cNvSpPr>
          <ns0:nvPr/>
        </ns0:nvSpPr>
        <ns0:spPr>
          <ns1:xfrm>
            <ns1:off x="13315068" y="49865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45" name="c-observed-curve-125">
            <ns1:extLst>
              <ns1:ext uri="{FF2B5EF4-FFF2-40B4-BE49-F238E27FC236}">
                <ns2:creationId id="{CE09D1E7-73DC-43ED-A546-8C812707FE44}"/>
              </ns1:ext>
            </ns1:extLst>
          </ns0:cNvPr>
          <ns0:cNvSpPr>
            <ns1:spLocks noGrp="1"/>
          </ns0:cNvSpPr>
          <ns0:nvPr/>
        </ns0:nvSpPr>
        <ns0:spPr>
          <ns1:xfrm>
            <ns1:off x="13321368" y="496884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46" name="c-observed-curve-126">
            <ns1:extLst>
              <ns1:ext uri="{FF2B5EF4-FFF2-40B4-BE49-F238E27FC236}">
                <ns2:creationId id="{58A6B92F-EC48-4B75-BBA7-D61C3ABC7E8A}"/>
              </ns1:ext>
            </ns1:extLst>
          </ns0:cNvPr>
          <ns0:cNvSpPr>
            <ns1:spLocks noGrp="1"/>
          </ns0:cNvSpPr>
          <ns0:nvPr/>
        </ns0:nvSpPr>
        <ns0:spPr>
          <ns1:xfrm>
            <ns1:off x="13327668" y="495246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47" name="c-observed-curve-127">
            <ns1:extLst>
              <ns1:ext uri="{FF2B5EF4-FFF2-40B4-BE49-F238E27FC236}">
                <ns2:creationId id="{CC71CF7F-5D20-4084-9576-30CCC28D5D9C}"/>
              </ns1:ext>
            </ns1:extLst>
          </ns0:cNvPr>
          <ns0:cNvSpPr>
            <ns1:spLocks noGrp="1"/>
          </ns0:cNvSpPr>
          <ns0:nvPr/>
        </ns0:nvSpPr>
        <ns0:spPr>
          <ns1:xfrm>
            <ns1:off x="13333968" y="493765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48" name="c-observed-curve-128">
            <ns1:extLst>
              <ns1:ext uri="{FF2B5EF4-FFF2-40B4-BE49-F238E27FC236}">
                <ns2:creationId id="{207FD2C6-7EB9-453B-B533-7063D78B03B4}"/>
              </ns1:ext>
            </ns1:extLst>
          </ns0:cNvPr>
          <ns0:cNvSpPr>
            <ns1:spLocks noGrp="1"/>
          </ns0:cNvSpPr>
          <ns0:nvPr/>
        </ns0:nvSpPr>
        <ns0:spPr>
          <ns1:xfrm>
            <ns1:off x="13340269" y="492466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49" name="c-observed-curve-129">
            <ns1:extLst>
              <ns1:ext uri="{FF2B5EF4-FFF2-40B4-BE49-F238E27FC236}">
                <ns2:creationId id="{7089085C-0BA7-442F-A465-69C19B737898}"/>
              </ns1:ext>
            </ns1:extLst>
          </ns0:cNvPr>
          <ns0:cNvSpPr>
            <ns1:spLocks noGrp="1"/>
          </ns0:cNvSpPr>
          <ns0:nvPr/>
        </ns0:nvSpPr>
        <ns0:spPr>
          <ns1:xfrm>
            <ns1:off x="13346569" y="491366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50" name="c-observed-curve-130">
            <ns1:extLst>
              <ns1:ext uri="{FF2B5EF4-FFF2-40B4-BE49-F238E27FC236}">
                <ns2:creationId id="{921919C3-F055-4468-822E-E25F3077EDEA}"/>
              </ns1:ext>
            </ns1:extLst>
          </ns0:cNvPr>
          <ns0:cNvSpPr>
            <ns1:spLocks noGrp="1"/>
          </ns0:cNvSpPr>
          <ns0:nvPr/>
        </ns0:nvSpPr>
        <ns0:spPr>
          <ns1:xfrm>
            <ns1:off x="13352869" y="490479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51" name="c-observed-curve-131">
            <ns1:extLst>
              <ns1:ext uri="{FF2B5EF4-FFF2-40B4-BE49-F238E27FC236}">
                <ns2:creationId id="{7AD29B5D-17E9-4141-A02E-7BD992708729}"/>
              </ns1:ext>
            </ns1:extLst>
          </ns0:cNvPr>
          <ns0:cNvSpPr>
            <ns1:spLocks noGrp="1"/>
          </ns0:cNvSpPr>
          <ns0:nvPr/>
        </ns0:nvSpPr>
        <ns0:spPr>
          <ns1:xfrm>
            <ns1:off x="13359169" y="489813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52" name="c-observed-curve-132">
            <ns1:extLst>
              <ns1:ext uri="{FF2B5EF4-FFF2-40B4-BE49-F238E27FC236}">
                <ns2:creationId id="{F9D92AC2-8ADC-44EC-BCD3-C28948D887E0}"/>
              </ns1:ext>
            </ns1:extLst>
          </ns0:cNvPr>
          <ns0:cNvSpPr>
            <ns1:spLocks noGrp="1"/>
          </ns0:cNvSpPr>
          <ns0:nvPr/>
        </ns0:nvSpPr>
        <ns0:spPr>
          <ns1:xfrm>
            <ns1:off x="13365470" y="48937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53" name="c-observed-curve-133">
            <ns1:extLst>
              <ns1:ext uri="{FF2B5EF4-FFF2-40B4-BE49-F238E27FC236}">
                <ns2:creationId id="{EDB01F3E-B9F8-415F-9B5D-06D062D1E30D}"/>
              </ns1:ext>
            </ns1:extLst>
          </ns0:cNvPr>
          <ns0:cNvSpPr>
            <ns1:spLocks noGrp="1"/>
          </ns0:cNvSpPr>
          <ns0:nvPr/>
        </ns0:nvSpPr>
        <ns0:spPr>
          <ns1:xfrm>
            <ns1:off x="13371770" y="489156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54" name="c-observed-curve-134">
            <ns1:extLst>
              <ns1:ext uri="{FF2B5EF4-FFF2-40B4-BE49-F238E27FC236}">
                <ns2:creationId id="{B7B3B544-08E5-44DD-B61D-A57C2B8BEE7F}"/>
              </ns1:ext>
            </ns1:extLst>
          </ns0:cNvPr>
          <ns0:cNvSpPr>
            <ns1:spLocks noGrp="1"/>
          </ns0:cNvSpPr>
          <ns0:nvPr/>
        </ns0:nvSpPr>
        <ns0:spPr>
          <ns1:xfrm>
            <ns1:off x="13378070" y="489157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55" name="c-observed-curve-135">
            <ns1:extLst>
              <ns1:ext uri="{FF2B5EF4-FFF2-40B4-BE49-F238E27FC236}">
                <ns2:creationId id="{7BC1948B-FB69-40ED-BB1D-86478752CE40}"/>
              </ns1:ext>
            </ns1:extLst>
          </ns0:cNvPr>
          <ns0:cNvSpPr>
            <ns1:spLocks noGrp="1"/>
          </ns0:cNvSpPr>
          <ns0:nvPr/>
        </ns0:nvSpPr>
        <ns0:spPr>
          <ns1:xfrm>
            <ns1:off x="13384370" y="489365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56" name="c-observed-curve-136">
            <ns1:extLst>
              <ns1:ext uri="{FF2B5EF4-FFF2-40B4-BE49-F238E27FC236}">
                <ns2:creationId id="{7D792000-9152-4B9F-81B2-0CCE45E43B00}"/>
              </ns1:ext>
            </ns1:extLst>
          </ns0:cNvPr>
          <ns0:cNvSpPr>
            <ns1:spLocks noGrp="1"/>
          </ns0:cNvSpPr>
          <ns0:nvPr/>
        </ns0:nvSpPr>
        <ns0:spPr>
          <ns1:xfrm>
            <ns1:off x="13390670" y="489768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57" name="c-observed-curve-137">
            <ns1:extLst>
              <ns1:ext uri="{FF2B5EF4-FFF2-40B4-BE49-F238E27FC236}">
                <ns2:creationId id="{B3AB54DE-C21F-44BB-B3CC-F2876AA760BF}"/>
              </ns1:ext>
            </ns1:extLst>
          </ns0:cNvPr>
          <ns0:cNvSpPr>
            <ns1:spLocks noGrp="1"/>
          </ns0:cNvSpPr>
          <ns0:nvPr/>
        </ns0:nvSpPr>
        <ns0:spPr>
          <ns1:xfrm>
            <ns1:off x="13396971" y="490349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58" name="c-observed-curve-138">
            <ns1:extLst>
              <ns1:ext uri="{FF2B5EF4-FFF2-40B4-BE49-F238E27FC236}">
                <ns2:creationId id="{DEA6F88A-4EFE-477C-8911-74509400CBDE}"/>
              </ns1:ext>
            </ns1:extLst>
          </ns0:cNvPr>
          <ns0:cNvSpPr>
            <ns1:spLocks noGrp="1"/>
          </ns0:cNvSpPr>
          <ns0:nvPr/>
        </ns0:nvSpPr>
        <ns0:spPr>
          <ns1:xfrm>
            <ns1:off x="13403271" y="49109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59" name="c-observed-curve-139">
            <ns1:extLst>
              <ns1:ext uri="{FF2B5EF4-FFF2-40B4-BE49-F238E27FC236}">
                <ns2:creationId id="{27027F95-ED73-4706-8D07-439CCB9D4B00}"/>
              </ns1:ext>
            </ns1:extLst>
          </ns0:cNvPr>
          <ns0:cNvSpPr>
            <ns1:spLocks noGrp="1"/>
          </ns0:cNvSpPr>
          <ns0:nvPr/>
        </ns0:nvSpPr>
        <ns0:spPr>
          <ns1:xfrm>
            <ns1:off x="13409571" y="491981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60" name="c-observed-curve-140">
            <ns1:extLst>
              <ns1:ext uri="{FF2B5EF4-FFF2-40B4-BE49-F238E27FC236}">
                <ns2:creationId id="{C606C381-1997-42A7-92A3-C0B12F6CC799}"/>
              </ns1:ext>
            </ns1:extLst>
          </ns0:cNvPr>
          <ns0:cNvSpPr>
            <ns1:spLocks noGrp="1"/>
          </ns0:cNvSpPr>
          <ns0:nvPr/>
        </ns0:nvSpPr>
        <ns0:spPr>
          <ns1:xfrm>
            <ns1:off x="13415871" y="492998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61" name="c-observed-curve-141">
            <ns1:extLst>
              <ns1:ext uri="{FF2B5EF4-FFF2-40B4-BE49-F238E27FC236}">
                <ns2:creationId id="{6B1F2DE1-AB90-436E-BCD7-11AA581937D3}"/>
              </ns1:ext>
            </ns1:extLst>
          </ns0:cNvPr>
          <ns0:cNvSpPr>
            <ns1:spLocks noGrp="1"/>
          </ns0:cNvSpPr>
          <ns0:nvPr/>
        </ns0:nvSpPr>
        <ns0:spPr>
          <ns1:xfrm>
            <ns1:off x="13422172" y="49412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62" name="c-observed-curve-142">
            <ns1:extLst>
              <ns1:ext uri="{FF2B5EF4-FFF2-40B4-BE49-F238E27FC236}">
                <ns2:creationId id="{36956B5A-2809-4BD7-BDB6-3603F39EE3BC}"/>
              </ns1:ext>
            </ns1:extLst>
          </ns0:cNvPr>
          <ns0:cNvSpPr>
            <ns1:spLocks noGrp="1"/>
          </ns0:cNvSpPr>
          <ns0:nvPr/>
        </ns0:nvSpPr>
        <ns0:spPr>
          <ns1:xfrm>
            <ns1:off x="13428472" y="49536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63" name="c-observed-curve-143">
            <ns1:extLst>
              <ns1:ext uri="{FF2B5EF4-FFF2-40B4-BE49-F238E27FC236}">
                <ns2:creationId id="{99B2DD19-971B-4D2B-B393-50344C08E3C4}"/>
              </ns1:ext>
            </ns1:extLst>
          </ns0:cNvPr>
          <ns0:cNvSpPr>
            <ns1:spLocks noGrp="1"/>
          </ns0:cNvSpPr>
          <ns0:nvPr/>
        </ns0:nvSpPr>
        <ns0:spPr>
          <ns1:xfrm>
            <ns1:off x="13434772" y="496692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64" name="c-observed-curve-144">
            <ns1:extLst>
              <ns1:ext uri="{FF2B5EF4-FFF2-40B4-BE49-F238E27FC236}">
                <ns2:creationId id="{C65D0B00-3BFD-4780-B89F-CBB18D46CD76}"/>
              </ns1:ext>
            </ns1:extLst>
          </ns0:cNvPr>
          <ns0:cNvSpPr>
            <ns1:spLocks noGrp="1"/>
          </ns0:cNvSpPr>
          <ns0:nvPr/>
        </ns0:nvSpPr>
        <ns0:spPr>
          <ns1:xfrm>
            <ns1:off x="13441072" y="498108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65" name="c-observed-curve-145">
            <ns1:extLst>
              <ns1:ext uri="{FF2B5EF4-FFF2-40B4-BE49-F238E27FC236}">
                <ns2:creationId id="{B5CF1BA5-E63C-44FB-8805-ECCC75A39998}"/>
              </ns1:ext>
            </ns1:extLst>
          </ns0:cNvPr>
          <ns0:cNvSpPr>
            <ns1:spLocks noGrp="1"/>
          </ns0:cNvSpPr>
          <ns0:nvPr/>
        </ns0:nvSpPr>
        <ns0:spPr>
          <ns1:xfrm>
            <ns1:off x="13447373" y="499610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66" name="c-observed-curve-146">
            <ns1:extLst>
              <ns1:ext uri="{FF2B5EF4-FFF2-40B4-BE49-F238E27FC236}">
                <ns2:creationId id="{9837201E-0DE7-4CA5-8F4A-D8D9EA0DBA0F}"/>
              </ns1:ext>
            </ns1:extLst>
          </ns0:cNvPr>
          <ns0:cNvSpPr>
            <ns1:spLocks noGrp="1"/>
          </ns0:cNvSpPr>
          <ns0:nvPr/>
        </ns0:nvSpPr>
        <ns0:spPr>
          <ns1:xfrm>
            <ns1:off x="13453673" y="501197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67" name="c-observed-curve-147">
            <ns1:extLst>
              <ns1:ext uri="{FF2B5EF4-FFF2-40B4-BE49-F238E27FC236}">
                <ns2:creationId id="{A758453B-064A-48DB-94D5-FE449FF66871}"/>
              </ns1:ext>
            </ns1:extLst>
          </ns0:cNvPr>
          <ns0:cNvSpPr>
            <ns1:spLocks noGrp="1"/>
          </ns0:cNvSpPr>
          <ns0:nvPr/>
        </ns0:nvSpPr>
        <ns0:spPr>
          <ns1:xfrm>
            <ns1:off x="13459973" y="502871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68" name="c-observed-curve-148">
            <ns1:extLst>
              <ns1:ext uri="{FF2B5EF4-FFF2-40B4-BE49-F238E27FC236}">
                <ns2:creationId id="{E96DC2BB-0552-48F6-9560-A64DDC2DD9A3}"/>
              </ns1:ext>
            </ns1:extLst>
          </ns0:cNvPr>
          <ns0:cNvSpPr>
            <ns1:spLocks noGrp="1"/>
          </ns0:cNvSpPr>
          <ns0:nvPr/>
        </ns0:nvSpPr>
        <ns0:spPr>
          <ns1:xfrm>
            <ns1:off x="13466273" y="504637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69" name="c-observed-curve-149">
            <ns1:extLst>
              <ns1:ext uri="{FF2B5EF4-FFF2-40B4-BE49-F238E27FC236}">
                <ns2:creationId id="{D051AF4A-39C6-4CA7-859F-9CB74C8273DF}"/>
              </ns1:ext>
            </ns1:extLst>
          </ns0:cNvPr>
          <ns0:cNvSpPr>
            <ns1:spLocks noGrp="1"/>
          </ns0:cNvSpPr>
          <ns0:nvPr/>
        </ns0:nvSpPr>
        <ns0:spPr>
          <ns1:xfrm>
            <ns1:off x="13472574" y="506499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70" name="c-observed-curve-150">
            <ns1:extLst>
              <ns1:ext uri="{FF2B5EF4-FFF2-40B4-BE49-F238E27FC236}">
                <ns2:creationId id="{998EE692-880E-4461-9AB6-C9FC5A35649F}"/>
              </ns1:ext>
            </ns1:extLst>
          </ns0:cNvPr>
          <ns0:cNvSpPr>
            <ns1:spLocks noGrp="1"/>
          </ns0:cNvSpPr>
          <ns0:nvPr/>
        </ns0:nvSpPr>
        <ns0:spPr>
          <ns1:xfrm>
            <ns1:off x="13478874" y="508461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71" name="c-observed-curve-151">
            <ns1:extLst>
              <ns1:ext uri="{FF2B5EF4-FFF2-40B4-BE49-F238E27FC236}">
                <ns2:creationId id="{3CCBD149-EE47-4C96-A0C8-0C45922158B4}"/>
              </ns1:ext>
            </ns1:extLst>
          </ns0:cNvPr>
          <ns0:cNvSpPr>
            <ns1:spLocks noGrp="1"/>
          </ns0:cNvSpPr>
          <ns0:nvPr/>
        </ns0:nvSpPr>
        <ns0:spPr>
          <ns1:xfrm>
            <ns1:off x="13485174" y="51052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72" name="c-observed-curve-152">
            <ns1:extLst>
              <ns1:ext uri="{FF2B5EF4-FFF2-40B4-BE49-F238E27FC236}">
                <ns2:creationId id="{69BA71EF-9B33-4BB0-A320-E0A0787FDF5F}"/>
              </ns1:ext>
            </ns1:extLst>
          </ns0:cNvPr>
          <ns0:cNvSpPr>
            <ns1:spLocks noGrp="1"/>
          </ns0:cNvSpPr>
          <ns0:nvPr/>
        </ns0:nvSpPr>
        <ns0:spPr>
          <ns1:xfrm>
            <ns1:off x="13491474" y="512696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73" name="c-observed-curve-153">
            <ns1:extLst>
              <ns1:ext uri="{FF2B5EF4-FFF2-40B4-BE49-F238E27FC236}">
                <ns2:creationId id="{B98713B0-8CB0-43DD-A203-7D1F15F490C5}"/>
              </ns1:ext>
            </ns1:extLst>
          </ns0:cNvPr>
          <ns0:cNvSpPr>
            <ns1:spLocks noGrp="1"/>
          </ns0:cNvSpPr>
          <ns0:nvPr/>
        </ns0:nvSpPr>
        <ns0:spPr>
          <ns1:xfrm>
            <ns1:off x="13497774" y="514968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74" name="c-observed-curve-154">
            <ns1:extLst>
              <ns1:ext uri="{FF2B5EF4-FFF2-40B4-BE49-F238E27FC236}">
                <ns2:creationId id="{51283714-1FAE-4AD0-911B-3243216075CD}"/>
              </ns1:ext>
            </ns1:extLst>
          </ns0:cNvPr>
          <ns0:cNvSpPr>
            <ns1:spLocks noGrp="1"/>
          </ns0:cNvSpPr>
          <ns0:nvPr/>
        </ns0:nvSpPr>
        <ns0:spPr>
          <ns1:xfrm>
            <ns1:off x="13504075" y="517337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75" name="c-observed-curve-155">
            <ns1:extLst>
              <ns1:ext uri="{FF2B5EF4-FFF2-40B4-BE49-F238E27FC236}">
                <ns2:creationId id="{6947B0E4-E1B6-4002-BAF1-DC2BE73DEB6E}"/>
              </ns1:ext>
            </ns1:extLst>
          </ns0:cNvPr>
          <ns0:cNvSpPr>
            <ns1:spLocks noGrp="1"/>
          </ns0:cNvSpPr>
          <ns0:nvPr/>
        </ns0:nvSpPr>
        <ns0:spPr>
          <ns1:xfrm>
            <ns1:off x="13510375" y="51979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76" name="c-observed-curve-156">
            <ns1:extLst>
              <ns1:ext uri="{FF2B5EF4-FFF2-40B4-BE49-F238E27FC236}">
                <ns2:creationId id="{834ECCB2-32BB-45D7-8515-29683B8BB6E9}"/>
              </ns1:ext>
            </ns1:extLst>
          </ns0:cNvPr>
          <ns0:cNvSpPr>
            <ns1:spLocks noGrp="1"/>
          </ns0:cNvSpPr>
          <ns0:nvPr/>
        </ns0:nvSpPr>
        <ns0:spPr>
          <ns1:xfrm>
            <ns1:off x="13516675" y="522325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77" name="c-observed-curve-157">
            <ns1:extLst>
              <ns1:ext uri="{FF2B5EF4-FFF2-40B4-BE49-F238E27FC236}">
                <ns2:creationId id="{EDA69FB0-3D5A-4ECD-955C-A73556C626E7}"/>
              </ns1:ext>
            </ns1:extLst>
          </ns0:cNvPr>
          <ns0:cNvSpPr>
            <ns1:spLocks noGrp="1"/>
          </ns0:cNvSpPr>
          <ns0:nvPr/>
        </ns0:nvSpPr>
        <ns0:spPr>
          <ns1:xfrm>
            <ns1:off x="13522975" y="52491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78" name="c-observed-curve-158">
            <ns1:extLst>
              <ns1:ext uri="{FF2B5EF4-FFF2-40B4-BE49-F238E27FC236}">
                <ns2:creationId id="{FAC0C821-06F8-41C3-BB91-2ADC3A13A66A}"/>
              </ns1:ext>
            </ns1:extLst>
          </ns0:cNvPr>
          <ns0:cNvSpPr>
            <ns1:spLocks noGrp="1"/>
          </ns0:cNvSpPr>
          <ns0:nvPr/>
        </ns0:nvSpPr>
        <ns0:spPr>
          <ns1:xfrm>
            <ns1:off x="13529276" y="527539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79" name="c-observed-curve-159">
            <ns1:extLst>
              <ns1:ext uri="{FF2B5EF4-FFF2-40B4-BE49-F238E27FC236}">
                <ns2:creationId id="{8B1C856A-2BFE-422F-914D-DF8F053B414C}"/>
              </ns1:ext>
            </ns1:extLst>
          </ns0:cNvPr>
          <ns0:cNvSpPr>
            <ns1:spLocks noGrp="1"/>
          </ns0:cNvSpPr>
          <ns0:nvPr/>
        </ns0:nvSpPr>
        <ns0:spPr>
          <ns1:xfrm>
            <ns1:off x="13535576" y="530179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80" name="c-observed-curve-160">
            <ns1:extLst>
              <ns1:ext uri="{FF2B5EF4-FFF2-40B4-BE49-F238E27FC236}">
                <ns2:creationId id="{834C9BB4-F77B-45A8-9964-1A5B21BA3790}"/>
              </ns1:ext>
            </ns1:extLst>
          </ns0:cNvPr>
          <ns0:cNvSpPr>
            <ns1:spLocks noGrp="1"/>
          </ns0:cNvSpPr>
          <ns0:nvPr/>
        </ns0:nvSpPr>
        <ns0:spPr>
          <ns1:xfrm>
            <ns1:off x="13541876" y="53280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81" name="c-observed-curve-161">
            <ns1:extLst>
              <ns1:ext uri="{FF2B5EF4-FFF2-40B4-BE49-F238E27FC236}">
                <ns2:creationId id="{F1A79170-A93D-42EF-BDE4-F033F2B42033}"/>
              </ns1:ext>
            </ns1:extLst>
          </ns0:cNvPr>
          <ns0:cNvSpPr>
            <ns1:spLocks noGrp="1"/>
          </ns0:cNvSpPr>
          <ns0:nvPr/>
        </ns0:nvSpPr>
        <ns0:spPr>
          <ns1:xfrm>
            <ns1:off x="13548176" y="535395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82" name="c-observed-curve-162">
            <ns1:extLst>
              <ns1:ext uri="{FF2B5EF4-FFF2-40B4-BE49-F238E27FC236}">
                <ns2:creationId id="{3AC0DF3D-15EA-4AAF-A17C-E7E098540566}"/>
              </ns1:ext>
            </ns1:extLst>
          </ns0:cNvPr>
          <ns0:cNvSpPr>
            <ns1:spLocks noGrp="1"/>
          </ns0:cNvSpPr>
          <ns0:nvPr/>
        </ns0:nvSpPr>
        <ns0:spPr>
          <ns1:xfrm>
            <ns1:off x="13554477" y="53791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83" name="c-observed-curve-163">
            <ns1:extLst>
              <ns1:ext uri="{FF2B5EF4-FFF2-40B4-BE49-F238E27FC236}">
                <ns2:creationId id="{B1C25C24-B25A-4CA0-B21D-5913D44B4AB2}"/>
              </ns1:ext>
            </ns1:extLst>
          </ns0:cNvPr>
          <ns0:cNvSpPr>
            <ns1:spLocks noGrp="1"/>
          </ns0:cNvSpPr>
          <ns0:nvPr/>
        </ns0:nvSpPr>
        <ns0:spPr>
          <ns1:xfrm>
            <ns1:off x="13560777" y="540354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84" name="c-observed-curve-164">
            <ns1:extLst>
              <ns1:ext uri="{FF2B5EF4-FFF2-40B4-BE49-F238E27FC236}">
                <ns2:creationId id="{716D32FB-8250-4B51-9C3F-41AEBDBD7BCD}"/>
              </ns1:ext>
            </ns1:extLst>
          </ns0:cNvPr>
          <ns0:cNvSpPr>
            <ns1:spLocks noGrp="1"/>
          </ns0:cNvSpPr>
          <ns0:nvPr/>
        </ns0:nvSpPr>
        <ns0:spPr>
          <ns1:xfrm>
            <ns1:off x="13567077" y="542675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85" name="c-observed-curve-165">
            <ns1:extLst>
              <ns1:ext uri="{FF2B5EF4-FFF2-40B4-BE49-F238E27FC236}">
                <ns2:creationId id="{424702DC-C0B4-4823-96AE-C048B1267575}"/>
              </ns1:ext>
            </ns1:extLst>
          </ns0:cNvPr>
          <ns0:cNvSpPr>
            <ns1:spLocks noGrp="1"/>
          </ns0:cNvSpPr>
          <ns0:nvPr/>
        </ns0:nvSpPr>
        <ns0:spPr>
          <ns1:xfrm>
            <ns1:off x="13573377" y="54486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86" name="c-observed-curve-166">
            <ns1:extLst>
              <ns1:ext uri="{FF2B5EF4-FFF2-40B4-BE49-F238E27FC236}">
                <ns2:creationId id="{AA03DFDE-EAEF-4E43-AD64-4F25B23890C8}"/>
              </ns1:ext>
            </ns1:extLst>
          </ns0:cNvPr>
          <ns0:cNvSpPr>
            <ns1:spLocks noGrp="1"/>
          </ns0:cNvSpPr>
          <ns0:nvPr/>
        </ns0:nvSpPr>
        <ns0:spPr>
          <ns1:xfrm>
            <ns1:off x="13579678" y="546904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87" name="c-observed-curve-167">
            <ns1:extLst>
              <ns1:ext uri="{FF2B5EF4-FFF2-40B4-BE49-F238E27FC236}">
                <ns2:creationId id="{2E6C064D-6FEB-4F16-ADD5-ABDBA05BC69F}"/>
              </ns1:ext>
            </ns1:extLst>
          </ns0:cNvPr>
          <ns0:cNvSpPr>
            <ns1:spLocks noGrp="1"/>
          </ns0:cNvSpPr>
          <ns0:nvPr/>
        </ns0:nvSpPr>
        <ns0:spPr>
          <ns1:xfrm>
            <ns1:off x="13585978" y="548786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88" name="c-observed-curve-168">
            <ns1:extLst>
              <ns1:ext uri="{FF2B5EF4-FFF2-40B4-BE49-F238E27FC236}">
                <ns2:creationId id="{BFDA9D30-B016-48B4-93CF-1BD2A5794B89}"/>
              </ns1:ext>
            </ns1:extLst>
          </ns0:cNvPr>
          <ns0:cNvSpPr>
            <ns1:spLocks noGrp="1"/>
          </ns0:cNvSpPr>
          <ns0:nvPr/>
        </ns0:nvSpPr>
        <ns0:spPr>
          <ns1:xfrm>
            <ns1:off x="13592278" y="55050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89" name="c-observed-curve-169">
            <ns1:extLst>
              <ns1:ext uri="{FF2B5EF4-FFF2-40B4-BE49-F238E27FC236}">
                <ns2:creationId id="{17BCD61B-0022-42DA-8235-3DBCD339BA56}"/>
              </ns1:ext>
            </ns1:extLst>
          </ns0:cNvPr>
          <ns0:cNvSpPr>
            <ns1:spLocks noGrp="1"/>
          </ns0:cNvSpPr>
          <ns0:nvPr/>
        </ns0:nvSpPr>
        <ns0:spPr>
          <ns1:xfrm>
            <ns1:off x="13598578" y="552050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90" name="c-observed-curve-170">
            <ns1:extLst>
              <ns1:ext uri="{FF2B5EF4-FFF2-40B4-BE49-F238E27FC236}">
                <ns2:creationId id="{F40104D5-B1E6-42DA-98AA-5DD6D23EDDB2}"/>
              </ns1:ext>
            </ns1:extLst>
          </ns0:cNvPr>
          <ns0:cNvSpPr>
            <ns1:spLocks noGrp="1"/>
          </ns0:cNvSpPr>
          <ns0:nvPr/>
        </ns0:nvSpPr>
        <ns0:spPr>
          <ns1:xfrm>
            <ns1:off x="13604878" y="553436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91" name="c-observed-curve-171">
            <ns1:extLst>
              <ns1:ext uri="{FF2B5EF4-FFF2-40B4-BE49-F238E27FC236}">
                <ns2:creationId id="{6D25D601-C3D1-4708-8DC3-4470C39048BD}"/>
              </ns1:ext>
            </ns1:extLst>
          </ns0:cNvPr>
          <ns0:cNvSpPr>
            <ns1:spLocks noGrp="1"/>
          </ns0:cNvSpPr>
          <ns0:nvPr/>
        </ns0:nvSpPr>
        <ns0:spPr>
          <ns1:xfrm>
            <ns1:off x="13611179" y="554668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92" name="c-observed-curve-172">
            <ns1:extLst>
              <ns1:ext uri="{FF2B5EF4-FFF2-40B4-BE49-F238E27FC236}">
                <ns2:creationId id="{3E18367B-6AB7-435D-9526-6EDE35675B8B}"/>
              </ns1:ext>
            </ns1:extLst>
          </ns0:cNvPr>
          <ns0:cNvSpPr>
            <ns1:spLocks noGrp="1"/>
          </ns0:cNvSpPr>
          <ns0:nvPr/>
        </ns0:nvSpPr>
        <ns0:spPr>
          <ns1:xfrm>
            <ns1:off x="13617479" y="555755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93" name="c-observed-curve-173">
            <ns1:extLst>
              <ns1:ext uri="{FF2B5EF4-FFF2-40B4-BE49-F238E27FC236}">
                <ns2:creationId id="{AD953FC7-199B-4FE6-8205-0DBC8E0EE869}"/>
              </ns1:ext>
            </ns1:extLst>
          </ns0:cNvPr>
          <ns0:cNvSpPr>
            <ns1:spLocks noGrp="1"/>
          </ns0:cNvSpPr>
          <ns0:nvPr/>
        </ns0:nvSpPr>
        <ns0:spPr>
          <ns1:xfrm>
            <ns1:off x="13623779" y="556713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94" name="c-observed-curve-174">
            <ns1:extLst>
              <ns1:ext uri="{FF2B5EF4-FFF2-40B4-BE49-F238E27FC236}">
                <ns2:creationId id="{70245D91-D21F-4574-902F-65CFDBC1E506}"/>
              </ns1:ext>
            </ns1:extLst>
          </ns0:cNvPr>
          <ns0:cNvSpPr>
            <ns1:spLocks noGrp="1"/>
          </ns0:cNvSpPr>
          <ns0:nvPr/>
        </ns0:nvSpPr>
        <ns0:spPr>
          <ns1:xfrm>
            <ns1:off x="13630079" y="557558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95" name="c-observed-curve-175">
            <ns1:extLst>
              <ns1:ext uri="{FF2B5EF4-FFF2-40B4-BE49-F238E27FC236}">
                <ns2:creationId id="{36B203B0-4364-458E-A7E5-9613C3C05A61}"/>
              </ns1:ext>
            </ns1:extLst>
          </ns0:cNvPr>
          <ns0:cNvSpPr>
            <ns1:spLocks noGrp="1"/>
          </ns0:cNvSpPr>
          <ns0:nvPr/>
        </ns0:nvSpPr>
        <ns0:spPr>
          <ns1:xfrm>
            <ns1:off x="13636380" y="558306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96" name="c-observed-curve-176">
            <ns1:extLst>
              <ns1:ext uri="{FF2B5EF4-FFF2-40B4-BE49-F238E27FC236}">
                <ns2:creationId id="{B7A56B7F-AAFF-4481-B65A-94D19AA90EF7}"/>
              </ns1:ext>
            </ns1:extLst>
          </ns0:cNvPr>
          <ns0:cNvSpPr>
            <ns1:spLocks noGrp="1"/>
          </ns0:cNvSpPr>
          <ns0:nvPr/>
        </ns0:nvSpPr>
        <ns0:spPr>
          <ns1:xfrm>
            <ns1:off x="13642680" y="55897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97" name="c-observed-curve-177">
            <ns1:extLst>
              <ns1:ext uri="{FF2B5EF4-FFF2-40B4-BE49-F238E27FC236}">
                <ns2:creationId id="{38073022-7B8F-40CA-A4B4-6AC1CBCEC0E9}"/>
              </ns1:ext>
            </ns1:extLst>
          </ns0:cNvPr>
          <ns0:cNvSpPr>
            <ns1:spLocks noGrp="1"/>
          </ns0:cNvSpPr>
          <ns0:nvPr/>
        </ns0:nvSpPr>
        <ns0:spPr>
          <ns1:xfrm>
            <ns1:off x="13648980" y="559575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98" name="c-observed-curve-178">
            <ns1:extLst>
              <ns1:ext uri="{FF2B5EF4-FFF2-40B4-BE49-F238E27FC236}">
                <ns2:creationId id="{8F8F6060-753F-4C01-8488-91904FC3B076}"/>
              </ns1:ext>
            </ns1:extLst>
          </ns0:cNvPr>
          <ns0:cNvSpPr>
            <ns1:spLocks noGrp="1"/>
          </ns0:cNvSpPr>
          <ns0:nvPr/>
        </ns0:nvSpPr>
        <ns0:spPr>
          <ns1:xfrm>
            <ns1:off x="13655280" y="560124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199" name="c-observed-curve-179">
            <ns1:extLst>
              <ns1:ext uri="{FF2B5EF4-FFF2-40B4-BE49-F238E27FC236}">
                <ns2:creationId id="{5A0E5E05-D50D-47DF-89A8-EB4EE156C97B}"/>
              </ns1:ext>
            </ns1:extLst>
          </ns0:cNvPr>
          <ns0:cNvSpPr>
            <ns1:spLocks noGrp="1"/>
          </ns0:cNvSpPr>
          <ns0:nvPr/>
        </ns0:nvSpPr>
        <ns0:spPr>
          <ns1:xfrm>
            <ns1:off x="13661581" y="560628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00" name="c-observed-curve-180">
            <ns1:extLst>
              <ns1:ext uri="{FF2B5EF4-FFF2-40B4-BE49-F238E27FC236}">
                <ns2:creationId id="{E041BD52-739A-4CFB-B176-324ABAEC1537}"/>
              </ns1:ext>
            </ns1:extLst>
          </ns0:cNvPr>
          <ns0:cNvSpPr>
            <ns1:spLocks noGrp="1"/>
          </ns0:cNvSpPr>
          <ns0:nvPr/>
        </ns0:nvSpPr>
        <ns0:spPr>
          <ns1:xfrm>
            <ns1:off x="13667881" y="561095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01" name="c-observed-curve-181">
            <ns1:extLst>
              <ns1:ext uri="{FF2B5EF4-FFF2-40B4-BE49-F238E27FC236}">
                <ns2:creationId id="{7238A48B-B344-4412-BD21-5652E787E0E4}"/>
              </ns1:ext>
            </ns1:extLst>
          </ns0:cNvPr>
          <ns0:cNvSpPr>
            <ns1:spLocks noGrp="1"/>
          </ns0:cNvSpPr>
          <ns0:nvPr/>
        </ns0:nvSpPr>
        <ns0:spPr>
          <ns1:xfrm>
            <ns1:off x="13674181" y="561527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02" name="c-observed-curve-182">
            <ns1:extLst>
              <ns1:ext uri="{FF2B5EF4-FFF2-40B4-BE49-F238E27FC236}">
                <ns2:creationId id="{579501AE-4598-42CB-BB8D-3997BC822A91}"/>
              </ns1:ext>
            </ns1:extLst>
          </ns0:cNvPr>
          <ns0:cNvSpPr>
            <ns1:spLocks noGrp="1"/>
          </ns0:cNvSpPr>
          <ns0:nvPr/>
        </ns0:nvSpPr>
        <ns0:spPr>
          <ns1:xfrm>
            <ns1:off x="13680481" y="56192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03" name="c-observed-curve-183">
            <ns1:extLst>
              <ns1:ext uri="{FF2B5EF4-FFF2-40B4-BE49-F238E27FC236}">
                <ns2:creationId id="{54304084-F7A3-4575-98D1-47E2454D454D}"/>
              </ns1:ext>
            </ns1:extLst>
          </ns0:cNvPr>
          <ns0:cNvSpPr>
            <ns1:spLocks noGrp="1"/>
          </ns0:cNvSpPr>
          <ns0:nvPr/>
        </ns0:nvSpPr>
        <ns0:spPr>
          <ns1:xfrm>
            <ns1:off x="13686782" y="562281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04" name="c-observed-curve-184">
            <ns1:extLst>
              <ns1:ext uri="{FF2B5EF4-FFF2-40B4-BE49-F238E27FC236}">
                <ns2:creationId id="{B13905DB-7A7C-44D1-9425-AEF853048F73}"/>
              </ns1:ext>
            </ns1:extLst>
          </ns0:cNvPr>
          <ns0:cNvSpPr>
            <ns1:spLocks noGrp="1"/>
          </ns0:cNvSpPr>
          <ns0:nvPr/>
        </ns0:nvSpPr>
        <ns0:spPr>
          <ns1:xfrm>
            <ns1:off x="13693082" y="562594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05" name="c-observed-curve-185">
            <ns1:extLst>
              <ns1:ext uri="{FF2B5EF4-FFF2-40B4-BE49-F238E27FC236}">
                <ns2:creationId id="{1D2231D6-9546-4385-BFB4-F50AB4E77FA8}"/>
              </ns1:ext>
            </ns1:extLst>
          </ns0:cNvPr>
          <ns0:cNvSpPr>
            <ns1:spLocks noGrp="1"/>
          </ns0:cNvSpPr>
          <ns0:nvPr/>
        </ns0:nvSpPr>
        <ns0:spPr>
          <ns1:xfrm>
            <ns1:off x="13699382" y="562854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06" name="c-observed-curve-186">
            <ns1:extLst>
              <ns1:ext uri="{FF2B5EF4-FFF2-40B4-BE49-F238E27FC236}">
                <ns2:creationId id="{80F93C92-99A4-4547-8BC6-93737E1E62A4}"/>
              </ns1:ext>
            </ns1:extLst>
          </ns0:cNvPr>
          <ns0:cNvSpPr>
            <ns1:spLocks noGrp="1"/>
          </ns0:cNvSpPr>
          <ns0:nvPr/>
        </ns0:nvSpPr>
        <ns0:spPr>
          <ns1:xfrm>
            <ns1:off x="13705682" y="563053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07" name="c-observed-curve-187">
            <ns1:extLst>
              <ns1:ext uri="{FF2B5EF4-FFF2-40B4-BE49-F238E27FC236}">
                <ns2:creationId id="{D9223826-8EDD-4CD2-85E6-1F0A2CB26BDA}"/>
              </ns1:ext>
            </ns1:extLst>
          </ns0:cNvPr>
          <ns0:cNvSpPr>
            <ns1:spLocks noGrp="1"/>
          </ns0:cNvSpPr>
          <ns0:nvPr/>
        </ns0:nvSpPr>
        <ns0:spPr>
          <ns1:xfrm>
            <ns1:off x="13711982" y="563182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08" name="c-observed-curve-188">
            <ns1:extLst>
              <ns1:ext uri="{FF2B5EF4-FFF2-40B4-BE49-F238E27FC236}">
                <ns2:creationId id="{CEAFF151-F8D6-4FA8-A3EA-52737CA7A450}"/>
              </ns1:ext>
            </ns1:extLst>
          </ns0:cNvPr>
          <ns0:cNvSpPr>
            <ns1:spLocks noGrp="1"/>
          </ns0:cNvSpPr>
          <ns0:nvPr/>
        </ns0:nvSpPr>
        <ns0:spPr>
          <ns1:xfrm>
            <ns1:off x="13718283" y="563235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09" name="c-observed-curve-189">
            <ns1:extLst>
              <ns1:ext uri="{FF2B5EF4-FFF2-40B4-BE49-F238E27FC236}">
                <ns2:creationId id="{C638DD9F-007D-49B9-BED4-1065D37EB503}"/>
              </ns1:ext>
            </ns1:extLst>
          </ns0:cNvPr>
          <ns0:cNvSpPr>
            <ns1:spLocks noGrp="1"/>
          </ns0:cNvSpPr>
          <ns0:nvPr/>
        </ns0:nvSpPr>
        <ns0:spPr>
          <ns1:xfrm>
            <ns1:off x="13724583" y="563206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10" name="c-observed-curve-190">
            <ns1:extLst>
              <ns1:ext uri="{FF2B5EF4-FFF2-40B4-BE49-F238E27FC236}">
                <ns2:creationId id="{74732AA7-63AC-4B91-A605-A64C49CF3A8F}"/>
              </ns1:ext>
            </ns1:extLst>
          </ns0:cNvPr>
          <ns0:cNvSpPr>
            <ns1:spLocks noGrp="1"/>
          </ns0:cNvSpPr>
          <ns0:nvPr/>
        </ns0:nvSpPr>
        <ns0:spPr>
          <ns1:xfrm>
            <ns1:off x="13730883" y="563093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11" name="c-observed-curve-191">
            <ns1:extLst>
              <ns1:ext uri="{FF2B5EF4-FFF2-40B4-BE49-F238E27FC236}">
                <ns2:creationId id="{28296351-0DEA-4D1E-8A91-F7B08A146EE0}"/>
              </ns1:ext>
            </ns1:extLst>
          </ns0:cNvPr>
          <ns0:cNvSpPr>
            <ns1:spLocks noGrp="1"/>
          </ns0:cNvSpPr>
          <ns0:nvPr/>
        </ns0:nvSpPr>
        <ns0:spPr>
          <ns1:xfrm>
            <ns1:off x="13737183" y="562898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12" name="c-observed-curve-192">
            <ns1:extLst>
              <ns1:ext uri="{FF2B5EF4-FFF2-40B4-BE49-F238E27FC236}">
                <ns2:creationId id="{70BE11DC-0B45-4ED3-BA15-6521F4E0ED1D}"/>
              </ns1:ext>
            </ns1:extLst>
          </ns0:cNvPr>
          <ns0:cNvSpPr>
            <ns1:spLocks noGrp="1"/>
          </ns0:cNvSpPr>
          <ns0:nvPr/>
        </ns0:nvSpPr>
        <ns0:spPr>
          <ns1:xfrm>
            <ns1:off x="13743484" y="562625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13" name="c-observed-curve-193">
            <ns1:extLst>
              <ns1:ext uri="{FF2B5EF4-FFF2-40B4-BE49-F238E27FC236}">
                <ns2:creationId id="{25363B04-1110-415C-8249-BDAC52D011F1}"/>
              </ns1:ext>
            </ns1:extLst>
          </ns0:cNvPr>
          <ns0:cNvSpPr>
            <ns1:spLocks noGrp="1"/>
          </ns0:cNvSpPr>
          <ns0:nvPr/>
        </ns0:nvSpPr>
        <ns0:spPr>
          <ns1:xfrm>
            <ns1:off x="13749784" y="562284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14" name="c-observed-curve-194">
            <ns1:extLst>
              <ns1:ext uri="{FF2B5EF4-FFF2-40B4-BE49-F238E27FC236}">
                <ns2:creationId id="{A107C23A-F7D5-4A0B-A07A-B6EB1E41D3A8}"/>
              </ns1:ext>
            </ns1:extLst>
          </ns0:cNvPr>
          <ns0:cNvSpPr>
            <ns1:spLocks noGrp="1"/>
          </ns0:cNvSpPr>
          <ns0:nvPr/>
        </ns0:nvSpPr>
        <ns0:spPr>
          <ns1:xfrm>
            <ns1:off x="13756084" y="561888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15" name="c-observed-curve-195">
            <ns1:extLst>
              <ns1:ext uri="{FF2B5EF4-FFF2-40B4-BE49-F238E27FC236}">
                <ns2:creationId id="{6FA56FB6-9719-44CF-A70F-8E1B9AF9AD1B}"/>
              </ns1:ext>
            </ns1:extLst>
          </ns0:cNvPr>
          <ns0:cNvSpPr>
            <ns1:spLocks noGrp="1"/>
          </ns0:cNvSpPr>
          <ns0:nvPr/>
        </ns0:nvSpPr>
        <ns0:spPr>
          <ns1:xfrm>
            <ns1:off x="13762384" y="561452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16" name="c-observed-curve-196">
            <ns1:extLst>
              <ns1:ext uri="{FF2B5EF4-FFF2-40B4-BE49-F238E27FC236}">
                <ns2:creationId id="{8AB472E6-BF70-432A-82A6-20FEDF93E4E6}"/>
              </ns1:ext>
            </ns1:extLst>
          </ns0:cNvPr>
          <ns0:cNvSpPr>
            <ns1:spLocks noGrp="1"/>
          </ns0:cNvSpPr>
          <ns0:nvPr/>
        </ns0:nvSpPr>
        <ns0:spPr>
          <ns1:xfrm>
            <ns1:off x="13768685" y="560996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17" name="c-observed-curve-197">
            <ns1:extLst>
              <ns1:ext uri="{FF2B5EF4-FFF2-40B4-BE49-F238E27FC236}">
                <ns2:creationId id="{708EE14A-0B61-42E3-AF68-59830C64415D}"/>
              </ns1:ext>
            </ns1:extLst>
          </ns0:cNvPr>
          <ns0:cNvSpPr>
            <ns1:spLocks noGrp="1"/>
          </ns0:cNvSpPr>
          <ns0:nvPr/>
        </ns0:nvSpPr>
        <ns0:spPr>
          <ns1:xfrm>
            <ns1:off x="13774985" y="56054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18" name="c-observed-curve-198">
            <ns1:extLst>
              <ns1:ext uri="{FF2B5EF4-FFF2-40B4-BE49-F238E27FC236}">
                <ns2:creationId id="{E3106DB5-AB9A-4764-8A5B-C53A7BF65FB5}"/>
              </ns1:ext>
            </ns1:extLst>
          </ns0:cNvPr>
          <ns0:cNvSpPr>
            <ns1:spLocks noGrp="1"/>
          </ns0:cNvSpPr>
          <ns0:nvPr/>
        </ns0:nvSpPr>
        <ns0:spPr>
          <ns1:xfrm>
            <ns1:off x="13781285" y="560108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19" name="c-observed-curve-199">
            <ns1:extLst>
              <ns1:ext uri="{FF2B5EF4-FFF2-40B4-BE49-F238E27FC236}">
                <ns2:creationId id="{E5B609F9-8C69-44E7-995F-DBDD75F223A6}"/>
              </ns1:ext>
            </ns1:extLst>
          </ns0:cNvPr>
          <ns0:cNvSpPr>
            <ns1:spLocks noGrp="1"/>
          </ns0:cNvSpPr>
          <ns0:nvPr/>
        </ns0:nvSpPr>
        <ns0:spPr>
          <ns1:xfrm>
            <ns1:off x="13787585" y="559719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20" name="c-observed-curve-200">
            <ns1:extLst>
              <ns1:ext uri="{FF2B5EF4-FFF2-40B4-BE49-F238E27FC236}">
                <ns2:creationId id="{5903F7CE-BA4B-411C-A2C8-B1DCE59B7D4F}"/>
              </ns1:ext>
            </ns1:extLst>
          </ns0:cNvPr>
          <ns0:cNvSpPr>
            <ns1:spLocks noGrp="1"/>
          </ns0:cNvSpPr>
          <ns0:nvPr/>
        </ns0:nvSpPr>
        <ns0:spPr>
          <ns1:xfrm>
            <ns1:off x="13793886" y="559394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21" name="c-observed-curve-201">
            <ns1:extLst>
              <ns1:ext uri="{FF2B5EF4-FFF2-40B4-BE49-F238E27FC236}">
                <ns2:creationId id="{14D8E776-62AC-43CB-8525-9AE5FEB37377}"/>
              </ns1:ext>
            </ns1:extLst>
          </ns0:cNvPr>
          <ns0:cNvSpPr>
            <ns1:spLocks noGrp="1"/>
          </ns0:cNvSpPr>
          <ns0:nvPr/>
        </ns0:nvSpPr>
        <ns0:spPr>
          <ns1:xfrm>
            <ns1:off x="13800186" y="559150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22" name="c-observed-curve-202">
            <ns1:extLst>
              <ns1:ext uri="{FF2B5EF4-FFF2-40B4-BE49-F238E27FC236}">
                <ns2:creationId id="{09ADBA90-F2D3-4A54-8A2E-B0E0701163AD}"/>
              </ns1:ext>
            </ns1:extLst>
          </ns0:cNvPr>
          <ns0:cNvSpPr>
            <ns1:spLocks noGrp="1"/>
          </ns0:cNvSpPr>
          <ns0:nvPr/>
        </ns0:nvSpPr>
        <ns0:spPr>
          <ns1:xfrm>
            <ns1:off x="13806486" y="559003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23" name="c-observed-curve-203">
            <ns1:extLst>
              <ns1:ext uri="{FF2B5EF4-FFF2-40B4-BE49-F238E27FC236}">
                <ns2:creationId id="{D78718D9-B7BB-4700-A6D5-E0DACA1A059D}"/>
              </ns1:ext>
            </ns1:extLst>
          </ns0:cNvPr>
          <ns0:cNvSpPr>
            <ns1:spLocks noGrp="1"/>
          </ns0:cNvSpPr>
          <ns0:nvPr/>
        </ns0:nvSpPr>
        <ns0:spPr>
          <ns1:xfrm>
            <ns1:off x="13812786" y="558963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24" name="c-observed-curve-204">
            <ns1:extLst>
              <ns1:ext uri="{FF2B5EF4-FFF2-40B4-BE49-F238E27FC236}">
                <ns2:creationId id="{965E3A60-99BF-4760-9F68-E4E8894AFD23}"/>
              </ns1:ext>
            </ns1:extLst>
          </ns0:cNvPr>
          <ns0:cNvSpPr>
            <ns1:spLocks noGrp="1"/>
          </ns0:cNvSpPr>
          <ns0:nvPr/>
        </ns0:nvSpPr>
        <ns0:spPr>
          <ns1:xfrm>
            <ns1:off x="13819086" y="559036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25" name="c-observed-curve-205">
            <ns1:extLst>
              <ns1:ext uri="{FF2B5EF4-FFF2-40B4-BE49-F238E27FC236}">
                <ns2:creationId id="{3B327D68-0850-453C-B25E-7DA8D69E2CC0}"/>
              </ns1:ext>
            </ns1:extLst>
          </ns0:cNvPr>
          <ns0:cNvSpPr>
            <ns1:spLocks noGrp="1"/>
          </ns0:cNvSpPr>
          <ns0:nvPr/>
        </ns0:nvSpPr>
        <ns0:spPr>
          <ns1:xfrm>
            <ns1:off x="13825387" y="55922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26" name="c-observed-curve-206">
            <ns1:extLst>
              <ns1:ext uri="{FF2B5EF4-FFF2-40B4-BE49-F238E27FC236}">
                <ns2:creationId id="{AB48F1F6-4733-4660-BA3A-49E9E1B1A465}"/>
              </ns1:ext>
            </ns1:extLst>
          </ns0:cNvPr>
          <ns0:cNvSpPr>
            <ns1:spLocks noGrp="1"/>
          </ns0:cNvSpPr>
          <ns0:nvPr/>
        </ns0:nvSpPr>
        <ns0:spPr>
          <ns1:xfrm>
            <ns1:off x="13831687" y="559522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27" name="c-observed-curve-207">
            <ns1:extLst>
              <ns1:ext uri="{FF2B5EF4-FFF2-40B4-BE49-F238E27FC236}">
                <ns2:creationId id="{294AD87A-306A-473C-880E-396548461B87}"/>
              </ns1:ext>
            </ns1:extLst>
          </ns0:cNvPr>
          <ns0:cNvSpPr>
            <ns1:spLocks noGrp="1"/>
          </ns0:cNvSpPr>
          <ns0:nvPr/>
        </ns0:nvSpPr>
        <ns0:spPr>
          <ns1:xfrm>
            <ns1:off x="13837987" y="55992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28" name="c-observed-curve-208">
            <ns1:extLst>
              <ns1:ext uri="{FF2B5EF4-FFF2-40B4-BE49-F238E27FC236}">
                <ns2:creationId id="{CCAC4EF0-C0D2-441E-807D-6188FB1E9647}"/>
              </ns1:ext>
            </ns1:extLst>
          </ns0:cNvPr>
          <ns0:cNvSpPr>
            <ns1:spLocks noGrp="1"/>
          </ns0:cNvSpPr>
          <ns0:nvPr/>
        </ns0:nvSpPr>
        <ns0:spPr>
          <ns1:xfrm>
            <ns1:off x="13844287" y="56041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29" name="c-observed-curve-209">
            <ns1:extLst>
              <ns1:ext uri="{FF2B5EF4-FFF2-40B4-BE49-F238E27FC236}">
                <ns2:creationId id="{21093FDE-7CC8-4C73-A70A-7A212273AE67}"/>
              </ns1:ext>
            </ns1:extLst>
          </ns0:cNvPr>
          <ns0:cNvSpPr>
            <ns1:spLocks noGrp="1"/>
          </ns0:cNvSpPr>
          <ns0:nvPr/>
        </ns0:nvSpPr>
        <ns0:spPr>
          <ns1:xfrm>
            <ns1:off x="13850588" y="560984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30" name="c-observed-curve-210">
            <ns1:extLst>
              <ns1:ext uri="{FF2B5EF4-FFF2-40B4-BE49-F238E27FC236}">
                <ns2:creationId id="{E1BCED83-3D5A-451A-8D7A-F80784CCBD89}"/>
              </ns1:ext>
            </ns1:extLst>
          </ns0:cNvPr>
          <ns0:cNvSpPr>
            <ns1:spLocks noGrp="1"/>
          </ns0:cNvSpPr>
          <ns0:nvPr/>
        </ns0:nvSpPr>
        <ns0:spPr>
          <ns1:xfrm>
            <ns1:off x="13856888" y="561611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31" name="c-observed-curve-211">
            <ns1:extLst>
              <ns1:ext uri="{FF2B5EF4-FFF2-40B4-BE49-F238E27FC236}">
                <ns2:creationId id="{DC4546FB-5C5D-4FB3-A011-8AE99FF9AB19}"/>
              </ns1:ext>
            </ns1:extLst>
          </ns0:cNvPr>
          <ns0:cNvSpPr>
            <ns1:spLocks noGrp="1"/>
          </ns0:cNvSpPr>
          <ns0:nvPr/>
        </ns0:nvSpPr>
        <ns0:spPr>
          <ns1:xfrm>
            <ns1:off x="13863188" y="562277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32" name="c-observed-curve-212">
            <ns1:extLst>
              <ns1:ext uri="{FF2B5EF4-FFF2-40B4-BE49-F238E27FC236}">
                <ns2:creationId id="{27CA0BE3-284F-4814-AF2C-5F132D3D50A4}"/>
              </ns1:ext>
            </ns1:extLst>
          </ns0:cNvPr>
          <ns0:cNvSpPr>
            <ns1:spLocks noGrp="1"/>
          </ns0:cNvSpPr>
          <ns0:nvPr/>
        </ns0:nvSpPr>
        <ns0:spPr>
          <ns1:xfrm>
            <ns1:off x="13869488" y="562964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33" name="c-observed-curve-213">
            <ns1:extLst>
              <ns1:ext uri="{FF2B5EF4-FFF2-40B4-BE49-F238E27FC236}">
                <ns2:creationId id="{EEA2C9FF-3C7B-46AE-811B-44B2687AE746}"/>
              </ns1:ext>
            </ns1:extLst>
          </ns0:cNvPr>
          <ns0:cNvSpPr>
            <ns1:spLocks noGrp="1"/>
          </ns0:cNvSpPr>
          <ns0:nvPr/>
        </ns0:nvSpPr>
        <ns0:spPr>
          <ns1:xfrm>
            <ns1:off x="13875789" y="563654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34" name="c-observed-curve-214">
            <ns1:extLst>
              <ns1:ext uri="{FF2B5EF4-FFF2-40B4-BE49-F238E27FC236}">
                <ns2:creationId id="{F7822EEB-7C77-48B5-B5AF-2B30C1461C51}"/>
              </ns1:ext>
            </ns1:extLst>
          </ns0:cNvPr>
          <ns0:cNvSpPr>
            <ns1:spLocks noGrp="1"/>
          </ns0:cNvSpPr>
          <ns0:nvPr/>
        </ns0:nvSpPr>
        <ns0:spPr>
          <ns1:xfrm>
            <ns1:off x="13882089" y="564330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35" name="c-observed-curve-215">
            <ns1:extLst>
              <ns1:ext uri="{FF2B5EF4-FFF2-40B4-BE49-F238E27FC236}">
                <ns2:creationId id="{431A96EB-ACC5-499B-8BF4-0B667E3101FE}"/>
              </ns1:ext>
            </ns1:extLst>
          </ns0:cNvPr>
          <ns0:cNvSpPr>
            <ns1:spLocks noGrp="1"/>
          </ns0:cNvSpPr>
          <ns0:nvPr/>
        </ns0:nvSpPr>
        <ns0:spPr>
          <ns1:xfrm>
            <ns1:off x="13888389" y="564980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36" name="c-observed-curve-216">
            <ns1:extLst>
              <ns1:ext uri="{FF2B5EF4-FFF2-40B4-BE49-F238E27FC236}">
                <ns2:creationId id="{875A60F0-2788-4F67-A49E-35A9D089E915}"/>
              </ns1:ext>
            </ns1:extLst>
          </ns0:cNvPr>
          <ns0:cNvSpPr>
            <ns1:spLocks noGrp="1"/>
          </ns0:cNvSpPr>
          <ns0:nvPr/>
        </ns0:nvSpPr>
        <ns0:spPr>
          <ns1:xfrm>
            <ns1:off x="13894689" y="565592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37" name="c-observed-curve-217">
            <ns1:extLst>
              <ns1:ext uri="{FF2B5EF4-FFF2-40B4-BE49-F238E27FC236}">
                <ns2:creationId id="{29B9841B-B981-4B24-8030-1F7528BDD25A}"/>
              </ns1:ext>
            </ns1:extLst>
          </ns0:cNvPr>
          <ns0:cNvSpPr>
            <ns1:spLocks noGrp="1"/>
          </ns0:cNvSpPr>
          <ns0:nvPr/>
        </ns0:nvSpPr>
        <ns0:spPr>
          <ns1:xfrm>
            <ns1:off x="13900990" y="566162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38" name="c-observed-curve-218">
            <ns1:extLst>
              <ns1:ext uri="{FF2B5EF4-FFF2-40B4-BE49-F238E27FC236}">
                <ns2:creationId id="{C9B9405B-D781-4050-B1AD-E6C54B071162}"/>
              </ns1:ext>
            </ns1:extLst>
          </ns0:cNvPr>
          <ns0:cNvSpPr>
            <ns1:spLocks noGrp="1"/>
          </ns0:cNvSpPr>
          <ns0:nvPr/>
        </ns0:nvSpPr>
        <ns0:spPr>
          <ns1:xfrm>
            <ns1:off x="13907290" y="566685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39" name="c-observed-curve-219">
            <ns1:extLst>
              <ns1:ext uri="{FF2B5EF4-FFF2-40B4-BE49-F238E27FC236}">
                <ns2:creationId id="{1A288CCB-8CA0-437D-8116-7AEF04E03EE9}"/>
              </ns1:ext>
            </ns1:extLst>
          </ns0:cNvPr>
          <ns0:cNvSpPr>
            <ns1:spLocks noGrp="1"/>
          </ns0:cNvSpPr>
          <ns0:nvPr/>
        </ns0:nvSpPr>
        <ns0:spPr>
          <ns1:xfrm>
            <ns1:off x="13913590" y="567162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40" name="c-observed-curve-220">
            <ns1:extLst>
              <ns1:ext uri="{FF2B5EF4-FFF2-40B4-BE49-F238E27FC236}">
                <ns2:creationId id="{2C04A90B-809B-4BB0-83A8-7C51F38E2002}"/>
              </ns1:ext>
            </ns1:extLst>
          </ns0:cNvPr>
          <ns0:cNvSpPr>
            <ns1:spLocks noGrp="1"/>
          </ns0:cNvSpPr>
          <ns0:nvPr/>
        </ns0:nvSpPr>
        <ns0:spPr>
          <ns1:xfrm>
            <ns1:off x="13919890" y="567599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41" name="c-observed-curve-221">
            <ns1:extLst>
              <ns1:ext uri="{FF2B5EF4-FFF2-40B4-BE49-F238E27FC236}">
                <ns2:creationId id="{1F8AFF5B-EB5B-4341-B7FC-4D003BF97F2C}"/>
              </ns1:ext>
            </ns1:extLst>
          </ns0:cNvPr>
          <ns0:cNvSpPr>
            <ns1:spLocks noGrp="1"/>
          </ns0:cNvSpPr>
          <ns0:nvPr/>
        </ns0:nvSpPr>
        <ns0:spPr>
          <ns1:xfrm>
            <ns1:off x="13926190" y="568001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42" name="c-observed-curve-222">
            <ns1:extLst>
              <ns1:ext uri="{FF2B5EF4-FFF2-40B4-BE49-F238E27FC236}">
                <ns2:creationId id="{A8246427-3DF3-4A27-8D14-2F88DC8752B2}"/>
              </ns1:ext>
            </ns1:extLst>
          </ns0:cNvPr>
          <ns0:cNvSpPr>
            <ns1:spLocks noGrp="1"/>
          </ns0:cNvSpPr>
          <ns0:nvPr/>
        </ns0:nvSpPr>
        <ns0:spPr>
          <ns1:xfrm>
            <ns1:off x="13932491" y="568377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43" name="c-observed-curve-223">
            <ns1:extLst>
              <ns1:ext uri="{FF2B5EF4-FFF2-40B4-BE49-F238E27FC236}">
                <ns2:creationId id="{063FFD1B-C6EF-486F-B96B-B05F911DF15F}"/>
              </ns1:ext>
            </ns1:extLst>
          </ns0:cNvPr>
          <ns0:cNvSpPr>
            <ns1:spLocks noGrp="1"/>
          </ns0:cNvSpPr>
          <ns0:nvPr/>
        </ns0:nvSpPr>
        <ns0:spPr>
          <ns1:xfrm>
            <ns1:off x="13938791" y="56873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44" name="c-observed-curve-224">
            <ns1:extLst>
              <ns1:ext uri="{FF2B5EF4-FFF2-40B4-BE49-F238E27FC236}">
                <ns2:creationId id="{3F485D20-B8DF-4DCF-825F-8134F88B6B6F}"/>
              </ns1:ext>
            </ns1:extLst>
          </ns0:cNvPr>
          <ns0:cNvSpPr>
            <ns1:spLocks noGrp="1"/>
          </ns0:cNvSpPr>
          <ns0:nvPr/>
        </ns0:nvSpPr>
        <ns0:spPr>
          <ns1:xfrm>
            <ns1:off x="13945091" y="569088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45" name="c-observed-curve-225">
            <ns1:extLst>
              <ns1:ext uri="{FF2B5EF4-FFF2-40B4-BE49-F238E27FC236}">
                <ns2:creationId id="{E4042409-EE47-4C88-919A-0E89DA7F840B}"/>
              </ns1:ext>
            </ns1:extLst>
          </ns0:cNvPr>
          <ns0:cNvSpPr>
            <ns1:spLocks noGrp="1"/>
          </ns0:cNvSpPr>
          <ns0:nvPr/>
        </ns0:nvSpPr>
        <ns0:spPr>
          <ns1:xfrm>
            <ns1:off x="13951391" y="569442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46" name="c-observed-curve-226">
            <ns1:extLst>
              <ns1:ext uri="{FF2B5EF4-FFF2-40B4-BE49-F238E27FC236}">
                <ns2:creationId id="{9520444D-A98A-4CEC-B304-051BA6B309DF}"/>
              </ns1:ext>
            </ns1:extLst>
          </ns0:cNvPr>
          <ns0:cNvSpPr>
            <ns1:spLocks noGrp="1"/>
          </ns0:cNvSpPr>
          <ns0:nvPr/>
        </ns0:nvSpPr>
        <ns0:spPr>
          <ns1:xfrm>
            <ns1:off x="13957692" y="56980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47" name="c-observed-curve-227">
            <ns1:extLst>
              <ns1:ext uri="{FF2B5EF4-FFF2-40B4-BE49-F238E27FC236}">
                <ns2:creationId id="{6B1FE5D0-ADB6-407D-8ECE-CC312E444E87}"/>
              </ns1:ext>
            </ns1:extLst>
          </ns0:cNvPr>
          <ns0:cNvSpPr>
            <ns1:spLocks noGrp="1"/>
          </ns0:cNvSpPr>
          <ns0:nvPr/>
        </ns0:nvSpPr>
        <ns0:spPr>
          <ns1:xfrm>
            <ns1:off x="13963992" y="570174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48" name="c-observed-curve-228">
            <ns1:extLst>
              <ns1:ext uri="{FF2B5EF4-FFF2-40B4-BE49-F238E27FC236}">
                <ns2:creationId id="{2CCF9914-422D-4C28-82C4-1E814E07E06A}"/>
              </ns1:ext>
            </ns1:extLst>
          </ns0:cNvPr>
          <ns0:cNvSpPr>
            <ns1:spLocks noGrp="1"/>
          </ns0:cNvSpPr>
          <ns0:nvPr/>
        </ns0:nvSpPr>
        <ns0:spPr>
          <ns1:xfrm>
            <ns1:off x="13970292" y="570558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49" name="c-observed-curve-229">
            <ns1:extLst>
              <ns1:ext uri="{FF2B5EF4-FFF2-40B4-BE49-F238E27FC236}">
                <ns2:creationId id="{E40D2165-2C5F-4AD5-8196-24236B77735C}"/>
              </ns1:ext>
            </ns1:extLst>
          </ns0:cNvPr>
          <ns0:cNvSpPr>
            <ns1:spLocks noGrp="1"/>
          </ns0:cNvSpPr>
          <ns0:nvPr/>
        </ns0:nvSpPr>
        <ns0:spPr>
          <ns1:xfrm>
            <ns1:off x="13976592" y="570949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50" name="c-observed-curve-230">
            <ns1:extLst>
              <ns1:ext uri="{FF2B5EF4-FFF2-40B4-BE49-F238E27FC236}">
                <ns2:creationId id="{A91CF845-8681-45E6-B074-C26BAE1485A4}"/>
              </ns1:ext>
            </ns1:extLst>
          </ns0:cNvPr>
          <ns0:cNvSpPr>
            <ns1:spLocks noGrp="1"/>
          </ns0:cNvSpPr>
          <ns0:nvPr/>
        </ns0:nvSpPr>
        <ns0:spPr>
          <ns1:xfrm>
            <ns1:off x="13982893" y="571342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51" name="c-observed-curve-231">
            <ns1:extLst>
              <ns1:ext uri="{FF2B5EF4-FFF2-40B4-BE49-F238E27FC236}">
                <ns2:creationId id="{69B5E939-4B4F-4819-A4F3-14BB81FB3B00}"/>
              </ns1:ext>
            </ns1:extLst>
          </ns0:cNvPr>
          <ns0:cNvSpPr>
            <ns1:spLocks noGrp="1"/>
          </ns0:cNvSpPr>
          <ns0:nvPr/>
        </ns0:nvSpPr>
        <ns0:spPr>
          <ns1:xfrm>
            <ns1:off x="13989193" y="57172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52" name="c-observed-curve-232">
            <ns1:extLst>
              <ns1:ext uri="{FF2B5EF4-FFF2-40B4-BE49-F238E27FC236}">
                <ns2:creationId id="{6503FB84-EC18-4A9B-B305-7D120621B863}"/>
              </ns1:ext>
            </ns1:extLst>
          </ns0:cNvPr>
          <ns0:cNvSpPr>
            <ns1:spLocks noGrp="1"/>
          </ns0:cNvSpPr>
          <ns0:nvPr/>
        </ns0:nvSpPr>
        <ns0:spPr>
          <ns1:xfrm>
            <ns1:off x="13995493" y="572087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53" name="c-observed-curve-233">
            <ns1:extLst>
              <ns1:ext uri="{FF2B5EF4-FFF2-40B4-BE49-F238E27FC236}">
                <ns2:creationId id="{7A2E1ADD-3699-456B-BE7E-472B7A22433C}"/>
              </ns1:ext>
            </ns1:extLst>
          </ns0:cNvPr>
          <ns0:cNvSpPr>
            <ns1:spLocks noGrp="1"/>
          </ns0:cNvSpPr>
          <ns0:nvPr/>
        </ns0:nvSpPr>
        <ns0:spPr>
          <ns1:xfrm>
            <ns1:off x="14001793" y="572410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54" name="c-observed-curve-234">
            <ns1:extLst>
              <ns1:ext uri="{FF2B5EF4-FFF2-40B4-BE49-F238E27FC236}">
                <ns2:creationId id="{5520E254-215B-4CC4-8E11-FE7D55C9D2A0}"/>
              </ns1:ext>
            </ns1:extLst>
          </ns0:cNvPr>
          <ns0:cNvSpPr>
            <ns1:spLocks noGrp="1"/>
          </ns0:cNvSpPr>
          <ns0:nvPr/>
        </ns0:nvSpPr>
        <ns0:spPr>
          <ns1:xfrm>
            <ns1:off x="14008094" y="572678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55" name="c-observed-curve-235">
            <ns1:extLst>
              <ns1:ext uri="{FF2B5EF4-FFF2-40B4-BE49-F238E27FC236}">
                <ns2:creationId id="{587147FE-AFA4-48BF-8F98-B0EF23C9A193}"/>
              </ns1:ext>
            </ns1:extLst>
          </ns0:cNvPr>
          <ns0:cNvSpPr>
            <ns1:spLocks noGrp="1"/>
          </ns0:cNvSpPr>
          <ns0:nvPr/>
        </ns0:nvSpPr>
        <ns0:spPr>
          <ns1:xfrm>
            <ns1:off x="14014394" y="572872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56" name="c-observed-curve-236">
            <ns1:extLst>
              <ns1:ext uri="{FF2B5EF4-FFF2-40B4-BE49-F238E27FC236}">
                <ns2:creationId id="{68E71817-712F-4E53-9430-C14162872497}"/>
              </ns1:ext>
            </ns1:extLst>
          </ns0:cNvPr>
          <ns0:cNvSpPr>
            <ns1:spLocks noGrp="1"/>
          </ns0:cNvSpPr>
          <ns0:nvPr/>
        </ns0:nvSpPr>
        <ns0:spPr>
          <ns1:xfrm>
            <ns1:off x="14020694" y="572976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57" name="c-observed-curve-237">
            <ns1:extLst>
              <ns1:ext uri="{FF2B5EF4-FFF2-40B4-BE49-F238E27FC236}">
                <ns2:creationId id="{007C1DDC-1907-4DF2-AE00-ADDDDA0FAFEB}"/>
              </ns1:ext>
            </ns1:extLst>
          </ns0:cNvPr>
          <ns0:cNvSpPr>
            <ns1:spLocks noGrp="1"/>
          </ns0:cNvSpPr>
          <ns0:nvPr/>
        </ns0:nvSpPr>
        <ns0:spPr>
          <ns1:xfrm>
            <ns1:off x="14026994" y="572974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58" name="c-observed-curve-238">
            <ns1:extLst>
              <ns1:ext uri="{FF2B5EF4-FFF2-40B4-BE49-F238E27FC236}">
                <ns2:creationId id="{FA492022-2071-4CD0-BD76-A386D50139DB}"/>
              </ns1:ext>
            </ns1:extLst>
          </ns0:cNvPr>
          <ns0:cNvSpPr>
            <ns1:spLocks noGrp="1"/>
          </ns0:cNvSpPr>
          <ns0:nvPr/>
        </ns0:nvSpPr>
        <ns0:spPr>
          <ns1:xfrm>
            <ns1:off x="14033294" y="572852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59" name="c-observed-curve-239">
            <ns1:extLst>
              <ns1:ext uri="{FF2B5EF4-FFF2-40B4-BE49-F238E27FC236}">
                <ns2:creationId id="{6079EBE8-5DF5-4698-B542-C65BFED91FC3}"/>
              </ns1:ext>
            </ns1:extLst>
          </ns0:cNvPr>
          <ns0:cNvSpPr>
            <ns1:spLocks noGrp="1"/>
          </ns0:cNvSpPr>
          <ns0:nvPr/>
        </ns0:nvSpPr>
        <ns0:spPr>
          <ns1:xfrm>
            <ns1:off x="14039595" y="572602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60" name="c-observed-curve-240">
            <ns1:extLst>
              <ns1:ext uri="{FF2B5EF4-FFF2-40B4-BE49-F238E27FC236}">
                <ns2:creationId id="{B4EF2719-C74A-4FD3-B4CE-B53B07C36FCB}"/>
              </ns1:ext>
            </ns1:extLst>
          </ns0:cNvPr>
          <ns0:cNvSpPr>
            <ns1:spLocks noGrp="1"/>
          </ns0:cNvSpPr>
          <ns0:nvPr/>
        </ns0:nvSpPr>
        <ns0:spPr>
          <ns1:xfrm>
            <ns1:off x="14045895" y="572217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61" name="c-observed-curve-241">
            <ns1:extLst>
              <ns1:ext uri="{FF2B5EF4-FFF2-40B4-BE49-F238E27FC236}">
                <ns2:creationId id="{EA2D7AAA-4E90-4DD8-90CE-D0FE8004A69F}"/>
              </ns1:ext>
            </ns1:extLst>
          </ns0:cNvPr>
          <ns0:cNvSpPr>
            <ns1:spLocks noGrp="1"/>
          </ns0:cNvSpPr>
          <ns0:nvPr/>
        </ns0:nvSpPr>
        <ns0:spPr>
          <ns1:xfrm>
            <ns1:off x="14052195" y="571698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62" name="c-observed-curve-242">
            <ns1:extLst>
              <ns1:ext uri="{FF2B5EF4-FFF2-40B4-BE49-F238E27FC236}">
                <ns2:creationId id="{4F108336-7D43-48B2-917D-CF3F7F96AAFF}"/>
              </ns1:ext>
            </ns1:extLst>
          </ns0:cNvPr>
          <ns0:cNvSpPr>
            <ns1:spLocks noGrp="1"/>
          </ns0:cNvSpPr>
          <ns0:nvPr/>
        </ns0:nvSpPr>
        <ns0:spPr>
          <ns1:xfrm>
            <ns1:off x="14058495" y="571048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63" name="c-observed-curve-243">
            <ns1:extLst>
              <ns1:ext uri="{FF2B5EF4-FFF2-40B4-BE49-F238E27FC236}">
                <ns2:creationId id="{050AC2E2-4FBF-471D-A72B-37D57C68245F}"/>
              </ns1:ext>
            </ns1:extLst>
          </ns0:cNvPr>
          <ns0:cNvSpPr>
            <ns1:spLocks noGrp="1"/>
          </ns0:cNvSpPr>
          <ns0:nvPr/>
        </ns0:nvSpPr>
        <ns0:spPr>
          <ns1:xfrm>
            <ns1:off x="14064796" y="57027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64" name="c-observed-curve-244">
            <ns1:extLst>
              <ns1:ext uri="{FF2B5EF4-FFF2-40B4-BE49-F238E27FC236}">
                <ns2:creationId id="{94AB1E19-0725-4EEF-A4F4-ACAFFDE9A2E5}"/>
              </ns1:ext>
            </ns1:extLst>
          </ns0:cNvPr>
          <ns0:cNvSpPr>
            <ns1:spLocks noGrp="1"/>
          </ns0:cNvSpPr>
          <ns0:nvPr/>
        </ns0:nvSpPr>
        <ns0:spPr>
          <ns1:xfrm>
            <ns1:off x="14071096" y="569395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65" name="c-observed-curve-245">
            <ns1:extLst>
              <ns1:ext uri="{FF2B5EF4-FFF2-40B4-BE49-F238E27FC236}">
                <ns2:creationId id="{2663A49A-A72E-4932-85C7-8CC1DDB47A45}"/>
              </ns1:ext>
            </ns1:extLst>
          </ns0:cNvPr>
          <ns0:cNvSpPr>
            <ns1:spLocks noGrp="1"/>
          </ns0:cNvSpPr>
          <ns0:nvPr/>
        </ns0:nvSpPr>
        <ns0:spPr>
          <ns1:xfrm>
            <ns1:off x="14077396" y="568421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66" name="c-observed-curve-246">
            <ns1:extLst>
              <ns1:ext uri="{FF2B5EF4-FFF2-40B4-BE49-F238E27FC236}">
                <ns2:creationId id="{952511D7-CAE9-4BE2-8865-3453E67FF546}"/>
              </ns1:ext>
            </ns1:extLst>
          </ns0:cNvPr>
          <ns0:cNvSpPr>
            <ns1:spLocks noGrp="1"/>
          </ns0:cNvSpPr>
          <ns0:nvPr/>
        </ns0:nvSpPr>
        <ns0:spPr>
          <ns1:xfrm>
            <ns1:off x="14083696" y="567374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67" name="c-observed-curve-247">
            <ns1:extLst>
              <ns1:ext uri="{FF2B5EF4-FFF2-40B4-BE49-F238E27FC236}">
                <ns2:creationId id="{D870563E-6014-475D-97D0-98672A7D38D1}"/>
              </ns1:ext>
            </ns1:extLst>
          </ns0:cNvPr>
          <ns0:cNvSpPr>
            <ns1:spLocks noGrp="1"/>
          </ns0:cNvSpPr>
          <ns0:nvPr/>
        </ns0:nvSpPr>
        <ns0:spPr>
          <ns1:xfrm>
            <ns1:off x="14089997" y="566275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68" name="c-observed-curve-248">
            <ns1:extLst>
              <ns1:ext uri="{FF2B5EF4-FFF2-40B4-BE49-F238E27FC236}">
                <ns2:creationId id="{586DB3CA-EB71-4A9E-8575-65BC6C49CC09}"/>
              </ns1:ext>
            </ns1:extLst>
          </ns0:cNvPr>
          <ns0:cNvSpPr>
            <ns1:spLocks noGrp="1"/>
          </ns0:cNvSpPr>
          <ns0:nvPr/>
        </ns0:nvSpPr>
        <ns0:spPr>
          <ns1:xfrm>
            <ns1:off x="14096297" y="565148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69" name="c-observed-curve-249">
            <ns1:extLst>
              <ns1:ext uri="{FF2B5EF4-FFF2-40B4-BE49-F238E27FC236}">
                <ns2:creationId id="{433A90F8-A28F-4BAE-B7C4-CCB66687C178}"/>
              </ns1:ext>
            </ns1:extLst>
          </ns0:cNvPr>
          <ns0:cNvSpPr>
            <ns1:spLocks noGrp="1"/>
          </ns0:cNvSpPr>
          <ns0:nvPr/>
        </ns0:nvSpPr>
        <ns0:spPr>
          <ns1:xfrm>
            <ns1:off x="14102597" y="564013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70" name="c-observed-curve-250">
            <ns1:extLst>
              <ns1:ext uri="{FF2B5EF4-FFF2-40B4-BE49-F238E27FC236}">
                <ns2:creationId id="{3B6D4A5E-0AEA-433D-8A44-0B8CD77DC338}"/>
              </ns1:ext>
            </ns1:extLst>
          </ns0:cNvPr>
          <ns0:cNvSpPr>
            <ns1:spLocks noGrp="1"/>
          </ns0:cNvSpPr>
          <ns0:nvPr/>
        </ns0:nvSpPr>
        <ns0:spPr>
          <ns1:xfrm>
            <ns1:off x="14108897" y="562892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71" name="c-observed-curve-251">
            <ns1:extLst>
              <ns1:ext uri="{FF2B5EF4-FFF2-40B4-BE49-F238E27FC236}">
                <ns2:creationId id="{0D72D20F-9971-4A82-B4A3-337585A50CE4}"/>
              </ns1:ext>
            </ns1:extLst>
          </ns0:cNvPr>
          <ns0:cNvSpPr>
            <ns1:spLocks noGrp="1"/>
          </ns0:cNvSpPr>
          <ns0:nvPr/>
        </ns0:nvSpPr>
        <ns0:spPr>
          <ns1:xfrm>
            <ns1:off x="14115198" y="561803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72" name="c-observed-curve-252">
            <ns1:extLst>
              <ns1:ext uri="{FF2B5EF4-FFF2-40B4-BE49-F238E27FC236}">
                <ns2:creationId id="{0E181732-DEF3-48FE-AEB3-BB7BC330DE41}"/>
              </ns1:ext>
            </ns1:extLst>
          </ns0:cNvPr>
          <ns0:cNvSpPr>
            <ns1:spLocks noGrp="1"/>
          </ns0:cNvSpPr>
          <ns0:nvPr/>
        </ns0:nvSpPr>
        <ns0:spPr>
          <ns1:xfrm>
            <ns1:off x="14121498" y="560761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73" name="c-observed-curve-253">
            <ns1:extLst>
              <ns1:ext uri="{FF2B5EF4-FFF2-40B4-BE49-F238E27FC236}">
                <ns2:creationId id="{12EEA44E-E6BB-4F46-B330-F57703E7D49F}"/>
              </ns1:ext>
            </ns1:extLst>
          </ns0:cNvPr>
          <ns0:cNvSpPr>
            <ns1:spLocks noGrp="1"/>
          </ns0:cNvSpPr>
          <ns0:nvPr/>
        </ns0:nvSpPr>
        <ns0:spPr>
          <ns1:xfrm>
            <ns1:off x="14127798" y="559778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74" name="c-observed-curve-254">
            <ns1:extLst>
              <ns1:ext uri="{FF2B5EF4-FFF2-40B4-BE49-F238E27FC236}">
                <ns2:creationId id="{08BA2B38-F384-4E6F-93C4-F54E050DD8A2}"/>
              </ns1:ext>
            </ns1:extLst>
          </ns0:cNvPr>
          <ns0:cNvSpPr>
            <ns1:spLocks noGrp="1"/>
          </ns0:cNvSpPr>
          <ns0:nvPr/>
        </ns0:nvSpPr>
        <ns0:spPr>
          <ns1:xfrm>
            <ns1:off x="14134098" y="558861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75" name="c-observed-curve-255">
            <ns1:extLst>
              <ns1:ext uri="{FF2B5EF4-FFF2-40B4-BE49-F238E27FC236}">
                <ns2:creationId id="{DF630D55-0486-4D2A-8784-745861C74892}"/>
              </ns1:ext>
            </ns1:extLst>
          </ns0:cNvPr>
          <ns0:cNvSpPr>
            <ns1:spLocks noGrp="1"/>
          </ns0:cNvSpPr>
          <ns0:nvPr/>
        </ns0:nvSpPr>
        <ns0:spPr>
          <ns1:xfrm>
            <ns1:off x="14140398" y="558013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76" name="c-observed-curve-256">
            <ns1:extLst>
              <ns1:ext uri="{FF2B5EF4-FFF2-40B4-BE49-F238E27FC236}">
                <ns2:creationId id="{7F048AB3-9236-48A3-8824-7E35BE4BDA95}"/>
              </ns1:ext>
            </ns1:extLst>
          </ns0:cNvPr>
          <ns0:cNvSpPr>
            <ns1:spLocks noGrp="1"/>
          </ns0:cNvSpPr>
          <ns0:nvPr/>
        </ns0:nvSpPr>
        <ns0:spPr>
          <ns1:xfrm>
            <ns1:off x="14146699" y="557235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77" name="c-observed-curve-257">
            <ns1:extLst>
              <ns1:ext uri="{FF2B5EF4-FFF2-40B4-BE49-F238E27FC236}">
                <ns2:creationId id="{553B0737-1132-4029-8A85-D37F796F88BC}"/>
              </ns1:ext>
            </ns1:extLst>
          </ns0:cNvPr>
          <ns0:cNvSpPr>
            <ns1:spLocks noGrp="1"/>
          </ns0:cNvSpPr>
          <ns0:nvPr/>
        </ns0:nvSpPr>
        <ns0:spPr>
          <ns1:xfrm>
            <ns1:off x="14152999" y="556522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78" name="c-observed-curve-258">
            <ns1:extLst>
              <ns1:ext uri="{FF2B5EF4-FFF2-40B4-BE49-F238E27FC236}">
                <ns2:creationId id="{04EE4A0E-5CCD-447B-961D-E11573DB9747}"/>
              </ns1:ext>
            </ns1:extLst>
          </ns0:cNvPr>
          <ns0:cNvSpPr>
            <ns1:spLocks noGrp="1"/>
          </ns0:cNvSpPr>
          <ns0:nvPr/>
        </ns0:nvSpPr>
        <ns0:spPr>
          <ns1:xfrm>
            <ns1:off x="14159299" y="555867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79" name="c-observed-curve-259">
            <ns1:extLst>
              <ns1:ext uri="{FF2B5EF4-FFF2-40B4-BE49-F238E27FC236}">
                <ns2:creationId id="{07F6176D-CA6D-4EFF-BE26-7ACFC8C5EC26}"/>
              </ns1:ext>
            </ns1:extLst>
          </ns0:cNvPr>
          <ns0:cNvSpPr>
            <ns1:spLocks noGrp="1"/>
          </ns0:cNvSpPr>
          <ns0:nvPr/>
        </ns0:nvSpPr>
        <ns0:spPr>
          <ns1:xfrm>
            <ns1:off x="14165599" y="555262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80" name="c-observed-curve-260">
            <ns1:extLst>
              <ns1:ext uri="{FF2B5EF4-FFF2-40B4-BE49-F238E27FC236}">
                <ns2:creationId id="{0588C4A6-61FD-4FB2-A4A7-8041F18918CB}"/>
              </ns1:ext>
            </ns1:extLst>
          </ns0:cNvPr>
          <ns0:cNvSpPr>
            <ns1:spLocks noGrp="1"/>
          </ns0:cNvSpPr>
          <ns0:nvPr/>
        </ns0:nvSpPr>
        <ns0:spPr>
          <ns1:xfrm>
            <ns1:off x="14171900" y="554695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81" name="c-observed-curve-261">
            <ns1:extLst>
              <ns1:ext uri="{FF2B5EF4-FFF2-40B4-BE49-F238E27FC236}">
                <ns2:creationId id="{3A6B2475-B2E0-487F-A792-AD648281829A}"/>
              </ns1:ext>
            </ns1:extLst>
          </ns0:cNvPr>
          <ns0:cNvSpPr>
            <ns1:spLocks noGrp="1"/>
          </ns0:cNvSpPr>
          <ns0:nvPr/>
        </ns0:nvSpPr>
        <ns0:spPr>
          <ns1:xfrm>
            <ns1:off x="14178200" y="554158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82" name="c-observed-curve-262">
            <ns1:extLst>
              <ns1:ext uri="{FF2B5EF4-FFF2-40B4-BE49-F238E27FC236}">
                <ns2:creationId id="{12EDB5DA-FCAD-4A3F-8BF2-BE2C005A8E4E}"/>
              </ns1:ext>
            </ns1:extLst>
          </ns0:cNvPr>
          <ns0:cNvSpPr>
            <ns1:spLocks noGrp="1"/>
          </ns0:cNvSpPr>
          <ns0:nvPr/>
        </ns0:nvSpPr>
        <ns0:spPr>
          <ns1:xfrm>
            <ns1:off x="14184500" y="553641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83" name="c-observed-curve-263">
            <ns1:extLst>
              <ns1:ext uri="{FF2B5EF4-FFF2-40B4-BE49-F238E27FC236}">
                <ns2:creationId id="{17496C0D-3EF0-4F32-8C23-E7B2C2C404A8}"/>
              </ns1:ext>
            </ns1:extLst>
          </ns0:cNvPr>
          <ns0:cNvSpPr>
            <ns1:spLocks noGrp="1"/>
          </ns0:cNvSpPr>
          <ns0:nvPr/>
        </ns0:nvSpPr>
        <ns0:spPr>
          <ns1:xfrm>
            <ns1:off x="14190800" y="553137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84" name="c-observed-curve-264">
            <ns1:extLst>
              <ns1:ext uri="{FF2B5EF4-FFF2-40B4-BE49-F238E27FC236}">
                <ns2:creationId id="{D64B4541-820D-463F-A29F-3357F05ED4F2}"/>
              </ns1:ext>
            </ns1:extLst>
          </ns0:cNvPr>
          <ns0:cNvSpPr>
            <ns1:spLocks noGrp="1"/>
          </ns0:cNvSpPr>
          <ns0:nvPr/>
        </ns0:nvSpPr>
        <ns0:spPr>
          <ns1:xfrm>
            <ns1:off x="14197101" y="552641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85" name="c-observed-curve-265">
            <ns1:extLst>
              <ns1:ext uri="{FF2B5EF4-FFF2-40B4-BE49-F238E27FC236}">
                <ns2:creationId id="{07822381-1122-43FE-85B8-DA22A06B1456}"/>
              </ns1:ext>
            </ns1:extLst>
          </ns0:cNvPr>
          <ns0:cNvSpPr>
            <ns1:spLocks noGrp="1"/>
          </ns0:cNvSpPr>
          <ns0:nvPr/>
        </ns0:nvSpPr>
        <ns0:spPr>
          <ns1:xfrm>
            <ns1:off x="14203401" y="552152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86" name="c-observed-curve-266">
            <ns1:extLst>
              <ns1:ext uri="{FF2B5EF4-FFF2-40B4-BE49-F238E27FC236}">
                <ns2:creationId id="{99341F7A-BA44-41CD-9B04-A27AC3B79809}"/>
              </ns1:ext>
            </ns1:extLst>
          </ns0:cNvPr>
          <ns0:cNvSpPr>
            <ns1:spLocks noGrp="1"/>
          </ns0:cNvSpPr>
          <ns0:nvPr/>
        </ns0:nvSpPr>
        <ns0:spPr>
          <ns1:xfrm>
            <ns1:off x="14209701" y="551670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87" name="c-observed-curve-267">
            <ns1:extLst>
              <ns1:ext uri="{FF2B5EF4-FFF2-40B4-BE49-F238E27FC236}">
                <ns2:creationId id="{49CE33E7-BA4D-45B2-8858-C7169490BE7D}"/>
              </ns1:ext>
            </ns1:extLst>
          </ns0:cNvPr>
          <ns0:cNvSpPr>
            <ns1:spLocks noGrp="1"/>
          </ns0:cNvSpPr>
          <ns0:nvPr/>
        </ns0:nvSpPr>
        <ns0:spPr>
          <ns1:xfrm>
            <ns1:off x="14216001" y="551201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88" name="c-observed-curve-268">
            <ns1:extLst>
              <ns1:ext uri="{FF2B5EF4-FFF2-40B4-BE49-F238E27FC236}">
                <ns2:creationId id="{3657C4CE-4E96-4D09-B05B-B3926A42C789}"/>
              </ns1:ext>
            </ns1:extLst>
          </ns0:cNvPr>
          <ns0:cNvSpPr>
            <ns1:spLocks noGrp="1"/>
          </ns0:cNvSpPr>
          <ns0:nvPr/>
        </ns0:nvSpPr>
        <ns0:spPr>
          <ns1:xfrm>
            <ns1:off x="14222302" y="550753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89" name="c-observed-curve-269">
            <ns1:extLst>
              <ns1:ext uri="{FF2B5EF4-FFF2-40B4-BE49-F238E27FC236}">
                <ns2:creationId id="{3A417290-D31B-40F2-B8D5-232C08CE7207}"/>
              </ns1:ext>
            </ns1:extLst>
          </ns0:cNvPr>
          <ns0:cNvSpPr>
            <ns1:spLocks noGrp="1"/>
          </ns0:cNvSpPr>
          <ns0:nvPr/>
        </ns0:nvSpPr>
        <ns0:spPr>
          <ns1:xfrm>
            <ns1:off x="14228602" y="550337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90" name="c-observed-curve-270">
            <ns1:extLst>
              <ns1:ext uri="{FF2B5EF4-FFF2-40B4-BE49-F238E27FC236}">
                <ns2:creationId id="{3184FE60-C733-445F-B44E-F05FCC6AD234}"/>
              </ns1:ext>
            </ns1:extLst>
          </ns0:cNvPr>
          <ns0:cNvSpPr>
            <ns1:spLocks noGrp="1"/>
          </ns0:cNvSpPr>
          <ns0:nvPr/>
        </ns0:nvSpPr>
        <ns0:spPr>
          <ns1:xfrm>
            <ns1:off x="14234902" y="549967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91" name="c-observed-curve-271">
            <ns1:extLst>
              <ns1:ext uri="{FF2B5EF4-FFF2-40B4-BE49-F238E27FC236}">
                <ns2:creationId id="{A3AEBC59-1951-485E-AB2E-79AA4AE79EBE}"/>
              </ns1:ext>
            </ns1:extLst>
          </ns0:cNvPr>
          <ns0:cNvSpPr>
            <ns1:spLocks noGrp="1"/>
          </ns0:cNvSpPr>
          <ns0:nvPr/>
        </ns0:nvSpPr>
        <ns0:spPr>
          <ns1:xfrm>
            <ns1:off x="14241202" y="549656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92" name="c-observed-curve-272">
            <ns1:extLst>
              <ns1:ext uri="{FF2B5EF4-FFF2-40B4-BE49-F238E27FC236}">
                <ns2:creationId id="{A7B3C438-2A5F-4CF1-B078-11FBDA0592B3}"/>
              </ns1:ext>
            </ns1:extLst>
          </ns0:cNvPr>
          <ns0:cNvSpPr>
            <ns1:spLocks noGrp="1"/>
          </ns0:cNvSpPr>
          <ns0:nvPr/>
        </ns0:nvSpPr>
        <ns0:spPr>
          <ns1:xfrm>
            <ns1:off x="14247502" y="549419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93" name="c-observed-curve-273">
            <ns1:extLst>
              <ns1:ext uri="{FF2B5EF4-FFF2-40B4-BE49-F238E27FC236}">
                <ns2:creationId id="{D1558106-D63E-4DA5-AC9E-47103FC431A6}"/>
              </ns1:ext>
            </ns1:extLst>
          </ns0:cNvPr>
          <ns0:cNvSpPr>
            <ns1:spLocks noGrp="1"/>
          </ns0:cNvSpPr>
          <ns0:nvPr/>
        </ns0:nvSpPr>
        <ns0:spPr>
          <ns1:xfrm>
            <ns1:off x="14253803" y="549269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94" name="c-observed-curve-274">
            <ns1:extLst>
              <ns1:ext uri="{FF2B5EF4-FFF2-40B4-BE49-F238E27FC236}">
                <ns2:creationId id="{7FB118C7-CC3B-4CEB-947D-D9AC7D100322}"/>
              </ns1:ext>
            </ns1:extLst>
          </ns0:cNvPr>
          <ns0:cNvSpPr>
            <ns1:spLocks noGrp="1"/>
          </ns0:cNvSpPr>
          <ns0:nvPr/>
        </ns0:nvSpPr>
        <ns0:spPr>
          <ns1:xfrm>
            <ns1:off x="14260103" y="549220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95" name="c-observed-curve-275">
            <ns1:extLst>
              <ns1:ext uri="{FF2B5EF4-FFF2-40B4-BE49-F238E27FC236}">
                <ns2:creationId id="{141CD35B-6AFC-465A-B3E9-92A4DB9C5D4B}"/>
              </ns1:ext>
            </ns1:extLst>
          </ns0:cNvPr>
          <ns0:cNvSpPr>
            <ns1:spLocks noGrp="1"/>
          </ns0:cNvSpPr>
          <ns0:nvPr/>
        </ns0:nvSpPr>
        <ns0:spPr>
          <ns1:xfrm>
            <ns1:off x="14266403" y="549279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96" name="c-observed-curve-276">
            <ns1:extLst>
              <ns1:ext uri="{FF2B5EF4-FFF2-40B4-BE49-F238E27FC236}">
                <ns2:creationId id="{E21A0F13-91B6-49BA-B661-98B521EC93B7}"/>
              </ns1:ext>
            </ns1:extLst>
          </ns0:cNvPr>
          <ns0:cNvSpPr>
            <ns1:spLocks noGrp="1"/>
          </ns0:cNvSpPr>
          <ns0:nvPr/>
        </ns0:nvSpPr>
        <ns0:spPr>
          <ns1:xfrm>
            <ns1:off x="14272703" y="549453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97" name="c-observed-curve-277">
            <ns1:extLst>
              <ns1:ext uri="{FF2B5EF4-FFF2-40B4-BE49-F238E27FC236}">
                <ns2:creationId id="{BBDF89C3-A7A4-438F-85E2-153D19A8B5E4}"/>
              </ns1:ext>
            </ns1:extLst>
          </ns0:cNvPr>
          <ns0:cNvSpPr>
            <ns1:spLocks noGrp="1"/>
          </ns0:cNvSpPr>
          <ns0:nvPr/>
        </ns0:nvSpPr>
        <ns0:spPr>
          <ns1:xfrm>
            <ns1:off x="14279004" y="549742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98" name="c-observed-curve-278">
            <ns1:extLst>
              <ns1:ext uri="{FF2B5EF4-FFF2-40B4-BE49-F238E27FC236}">
                <ns2:creationId id="{4BBD19BF-4A84-47F4-8C18-F8D91A0F80A6}"/>
              </ns1:ext>
            </ns1:extLst>
          </ns0:cNvPr>
          <ns0:cNvSpPr>
            <ns1:spLocks noGrp="1"/>
          </ns0:cNvSpPr>
          <ns0:nvPr/>
        </ns0:nvSpPr>
        <ns0:spPr>
          <ns1:xfrm>
            <ns1:off x="14285304" y="550145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299" name="c-observed-curve-279">
            <ns1:extLst>
              <ns1:ext uri="{FF2B5EF4-FFF2-40B4-BE49-F238E27FC236}">
                <ns2:creationId id="{0BE4301B-F821-4A53-A949-94F8A703A6BA}"/>
              </ns1:ext>
            </ns1:extLst>
          </ns0:cNvPr>
          <ns0:cNvSpPr>
            <ns1:spLocks noGrp="1"/>
          </ns0:cNvSpPr>
          <ns0:nvPr/>
        </ns0:nvSpPr>
        <ns0:spPr>
          <ns1:xfrm>
            <ns1:off x="14291604" y="550653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00" name="c-observed-curve-280">
            <ns1:extLst>
              <ns1:ext uri="{FF2B5EF4-FFF2-40B4-BE49-F238E27FC236}">
                <ns2:creationId id="{8743959B-ACCF-43F0-ABC6-11428CB811BB}"/>
              </ns1:ext>
            </ns1:extLst>
          </ns0:cNvPr>
          <ns0:cNvSpPr>
            <ns1:spLocks noGrp="1"/>
          </ns0:cNvSpPr>
          <ns0:nvPr/>
        </ns0:nvSpPr>
        <ns0:spPr>
          <ns1:xfrm>
            <ns1:off x="14297904" y="551255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01" name="c-observed-curve-281">
            <ns1:extLst>
              <ns1:ext uri="{FF2B5EF4-FFF2-40B4-BE49-F238E27FC236}">
                <ns2:creationId id="{DE41C288-475E-4F87-B27B-5E8D9926D63B}"/>
              </ns1:ext>
            </ns1:extLst>
          </ns0:cNvPr>
          <ns0:cNvSpPr>
            <ns1:spLocks noGrp="1"/>
          </ns0:cNvSpPr>
          <ns0:nvPr/>
        </ns0:nvSpPr>
        <ns0:spPr>
          <ns1:xfrm>
            <ns1:off x="14304205" y="551934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02" name="c-observed-curve-282">
            <ns1:extLst>
              <ns1:ext uri="{FF2B5EF4-FFF2-40B4-BE49-F238E27FC236}">
                <ns2:creationId id="{73207472-A011-4346-A6C1-279B8003C7B7}"/>
              </ns1:ext>
            </ns1:extLst>
          </ns0:cNvPr>
          <ns0:cNvSpPr>
            <ns1:spLocks noGrp="1"/>
          </ns0:cNvSpPr>
          <ns0:nvPr/>
        </ns0:nvSpPr>
        <ns0:spPr>
          <ns1:xfrm>
            <ns1:off x="14310505" y="552672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03" name="c-observed-curve-283">
            <ns1:extLst>
              <ns1:ext uri="{FF2B5EF4-FFF2-40B4-BE49-F238E27FC236}">
                <ns2:creationId id="{8956A8FA-B305-4A51-A718-226E6545FADB}"/>
              </ns1:ext>
            </ns1:extLst>
          </ns0:cNvPr>
          <ns0:cNvSpPr>
            <ns1:spLocks noGrp="1"/>
          </ns0:cNvSpPr>
          <ns0:nvPr/>
        </ns0:nvSpPr>
        <ns0:spPr>
          <ns1:xfrm>
            <ns1:off x="14316805" y="553445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04" name="c-observed-curve-284">
            <ns1:extLst>
              <ns1:ext uri="{FF2B5EF4-FFF2-40B4-BE49-F238E27FC236}">
                <ns2:creationId id="{0B6CEA30-F721-43E5-BE6B-AFD65DE031E6}"/>
              </ns1:ext>
            </ns1:extLst>
          </ns0:cNvPr>
          <ns0:cNvSpPr>
            <ns1:spLocks noGrp="1"/>
          </ns0:cNvSpPr>
          <ns0:nvPr/>
        </ns0:nvSpPr>
        <ns0:spPr>
          <ns1:xfrm>
            <ns1:off x="14323105" y="554233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05" name="c-observed-curve-285">
            <ns1:extLst>
              <ns1:ext uri="{FF2B5EF4-FFF2-40B4-BE49-F238E27FC236}">
                <ns2:creationId id="{ED70EE80-12AF-48B0-8BCF-F92D5C7CF592}"/>
              </ns1:ext>
            </ns1:extLst>
          </ns0:cNvPr>
          <ns0:cNvSpPr>
            <ns1:spLocks noGrp="1"/>
          </ns0:cNvSpPr>
          <ns0:nvPr/>
        </ns0:nvSpPr>
        <ns0:spPr>
          <ns1:xfrm>
            <ns1:off x="14329406" y="555010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06" name="c-observed-curve-286">
            <ns1:extLst>
              <ns1:ext uri="{FF2B5EF4-FFF2-40B4-BE49-F238E27FC236}">
                <ns2:creationId id="{4300EE4D-1B10-47B3-A0C7-490738FC803A}"/>
              </ns1:ext>
            </ns1:extLst>
          </ns0:cNvPr>
          <ns0:cNvSpPr>
            <ns1:spLocks noGrp="1"/>
          </ns0:cNvSpPr>
          <ns0:nvPr/>
        </ns0:nvSpPr>
        <ns0:spPr>
          <ns1:xfrm>
            <ns1:off x="14335706" y="555754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07" name="c-observed-curve-287">
            <ns1:extLst>
              <ns1:ext uri="{FF2B5EF4-FFF2-40B4-BE49-F238E27FC236}">
                <ns2:creationId id="{B36F7C87-FB68-4144-92B7-7BCA7D722ED7}"/>
              </ns1:ext>
            </ns1:extLst>
          </ns0:cNvPr>
          <ns0:cNvSpPr>
            <ns1:spLocks noGrp="1"/>
          </ns0:cNvSpPr>
          <ns0:nvPr/>
        </ns0:nvSpPr>
        <ns0:spPr>
          <ns1:xfrm>
            <ns1:off x="14342006" y="556446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08" name="c-observed-curve-288">
            <ns1:extLst>
              <ns1:ext uri="{FF2B5EF4-FFF2-40B4-BE49-F238E27FC236}">
                <ns2:creationId id="{81E6CF51-F140-4444-A233-B761C443DC77}"/>
              </ns1:ext>
            </ns1:extLst>
          </ns0:cNvPr>
          <ns0:cNvSpPr>
            <ns1:spLocks noGrp="1"/>
          </ns0:cNvSpPr>
          <ns0:nvPr/>
        </ns0:nvSpPr>
        <ns0:spPr>
          <ns1:xfrm>
            <ns1:off x="14348306" y="557067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09" name="c-observed-curve-289">
            <ns1:extLst>
              <ns1:ext uri="{FF2B5EF4-FFF2-40B4-BE49-F238E27FC236}">
                <ns2:creationId id="{5245066D-2368-4137-A23C-A17BA188FCAB}"/>
              </ns1:ext>
            </ns1:extLst>
          </ns0:cNvPr>
          <ns0:cNvSpPr>
            <ns1:spLocks noGrp="1"/>
          </ns0:cNvSpPr>
          <ns0:nvPr/>
        </ns0:nvSpPr>
        <ns0:spPr>
          <ns1:xfrm>
            <ns1:off x="14354606" y="557602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10" name="c-observed-curve-290">
            <ns1:extLst>
              <ns1:ext uri="{FF2B5EF4-FFF2-40B4-BE49-F238E27FC236}">
                <ns2:creationId id="{7304EDA8-D019-4832-ACCE-728F723DEDD4}"/>
              </ns1:ext>
            </ns1:extLst>
          </ns0:cNvPr>
          <ns0:cNvSpPr>
            <ns1:spLocks noGrp="1"/>
          </ns0:cNvSpPr>
          <ns0:nvPr/>
        </ns0:nvSpPr>
        <ns0:spPr>
          <ns1:xfrm>
            <ns1:off x="14360907" y="558042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11" name="c-observed-curve-291">
            <ns1:extLst>
              <ns1:ext uri="{FF2B5EF4-FFF2-40B4-BE49-F238E27FC236}">
                <ns2:creationId id="{A4C3698F-FE80-4C81-A34B-2D70903C091F}"/>
              </ns1:ext>
            </ns1:extLst>
          </ns0:cNvPr>
          <ns0:cNvSpPr>
            <ns1:spLocks noGrp="1"/>
          </ns0:cNvSpPr>
          <ns0:nvPr/>
        </ns0:nvSpPr>
        <ns0:spPr>
          <ns1:xfrm>
            <ns1:off x="14367207" y="5583821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12" name="c-observed-curve-292">
            <ns1:extLst>
              <ns1:ext uri="{FF2B5EF4-FFF2-40B4-BE49-F238E27FC236}">
                <ns2:creationId id="{42ABFE55-9530-47EF-9A3B-D1790ADC8E73}"/>
              </ns1:ext>
            </ns1:extLst>
          </ns0:cNvPr>
          <ns0:cNvSpPr>
            <ns1:spLocks noGrp="1"/>
          </ns0:cNvSpPr>
          <ns0:nvPr/>
        </ns0:nvSpPr>
        <ns0:spPr>
          <ns1:xfrm>
            <ns1:off x="14373507" y="558619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13" name="c-observed-curve-293">
            <ns1:extLst>
              <ns1:ext uri="{FF2B5EF4-FFF2-40B4-BE49-F238E27FC236}">
                <ns2:creationId id="{5D48BEA8-3BFB-4738-B1B2-4386BD8B3F07}"/>
              </ns1:ext>
            </ns1:extLst>
          </ns0:cNvPr>
          <ns0:cNvSpPr>
            <ns1:spLocks noGrp="1"/>
          </ns0:cNvSpPr>
          <ns0:nvPr/>
        </ns0:nvSpPr>
        <ns0:spPr>
          <ns1:xfrm>
            <ns1:off x="14379807" y="558758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14" name="c-observed-curve-294">
            <ns1:extLst>
              <ns1:ext uri="{FF2B5EF4-FFF2-40B4-BE49-F238E27FC236}">
                <ns2:creationId id="{BF4441FF-5FF6-4EE1-8108-EA0EBCB660E7}"/>
              </ns1:ext>
            </ns1:extLst>
          </ns0:cNvPr>
          <ns0:cNvSpPr>
            <ns1:spLocks noGrp="1"/>
          </ns0:cNvSpPr>
          <ns0:nvPr/>
        </ns0:nvSpPr>
        <ns0:spPr>
          <ns1:xfrm>
            <ns1:off x="14386108" y="558804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15" name="c-observed-curve-295">
            <ns1:extLst>
              <ns1:ext uri="{FF2B5EF4-FFF2-40B4-BE49-F238E27FC236}">
                <ns2:creationId id="{AA55B52D-8842-494E-88D7-1F234835B9FF}"/>
              </ns1:ext>
            </ns1:extLst>
          </ns0:cNvPr>
          <ns0:cNvSpPr>
            <ns1:spLocks noGrp="1"/>
          </ns0:cNvSpPr>
          <ns0:nvPr/>
        </ns0:nvSpPr>
        <ns0:spPr>
          <ns1:xfrm>
            <ns1:off x="14392408" y="558769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16" name="c-observed-curve-296">
            <ns1:extLst>
              <ns1:ext uri="{FF2B5EF4-FFF2-40B4-BE49-F238E27FC236}">
                <ns2:creationId id="{51A4AF0D-484B-4413-B7BA-71592B82CC36}"/>
              </ns1:ext>
            </ns1:extLst>
          </ns0:cNvPr>
          <ns0:cNvSpPr>
            <ns1:spLocks noGrp="1"/>
          </ns0:cNvSpPr>
          <ns0:nvPr/>
        </ns0:nvSpPr>
        <ns0:spPr>
          <ns1:xfrm>
            <ns1:off x="14398708" y="558663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17" name="c-observed-curve-297">
            <ns1:extLst>
              <ns1:ext uri="{FF2B5EF4-FFF2-40B4-BE49-F238E27FC236}">
                <ns2:creationId id="{B7B79E27-20FC-4712-B8B4-6F0BA7CAA990}"/>
              </ns1:ext>
            </ns1:extLst>
          </ns0:cNvPr>
          <ns0:cNvSpPr>
            <ns1:spLocks noGrp="1"/>
          </ns0:cNvSpPr>
          <ns0:nvPr/>
        </ns0:nvSpPr>
        <ns0:spPr>
          <ns1:xfrm>
            <ns1:off x="14405008" y="558500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18" name="c-observed-curve-298">
            <ns1:extLst>
              <ns1:ext uri="{FF2B5EF4-FFF2-40B4-BE49-F238E27FC236}">
                <ns2:creationId id="{DE7AD62E-53CA-46EE-A3E6-DBF534A52410}"/>
              </ns1:ext>
            </ns1:extLst>
          </ns0:cNvPr>
          <ns0:cNvSpPr>
            <ns1:spLocks noGrp="1"/>
          </ns0:cNvSpPr>
          <ns0:nvPr/>
        </ns0:nvSpPr>
        <ns0:spPr>
          <ns1:xfrm>
            <ns1:off x="14411309" y="5582926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19" name="c-observed-curve-299">
            <ns1:extLst>
              <ns1:ext uri="{FF2B5EF4-FFF2-40B4-BE49-F238E27FC236}">
                <ns2:creationId id="{6A5BFD1D-330A-4E23-92DD-C788ECE3C85C}"/>
              </ns1:ext>
            </ns1:extLst>
          </ns0:cNvPr>
          <ns0:cNvSpPr>
            <ns1:spLocks noGrp="1"/>
          </ns0:cNvSpPr>
          <ns0:nvPr/>
        </ns0:nvSpPr>
        <ns0:spPr>
          <ns1:xfrm>
            <ns1:off x="14417609" y="558053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20" name="c-observed-curve-300">
            <ns1:extLst>
              <ns1:ext uri="{FF2B5EF4-FFF2-40B4-BE49-F238E27FC236}">
                <ns2:creationId id="{6A3F48C4-E25B-4129-A78E-E0CBDB5C175B}"/>
              </ns1:ext>
            </ns1:extLst>
          </ns0:cNvPr>
          <ns0:cNvSpPr>
            <ns1:spLocks noGrp="1"/>
          </ns0:cNvSpPr>
          <ns0:nvPr/>
        </ns0:nvSpPr>
        <ns0:spPr>
          <ns1:xfrm>
            <ns1:off x="14423909" y="557792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21" name="c-observed-curve-301">
            <ns1:extLst>
              <ns1:ext uri="{FF2B5EF4-FFF2-40B4-BE49-F238E27FC236}">
                <ns2:creationId id="{77CF201E-B999-455B-8BF7-E3C4170EC1E3}"/>
              </ns1:ext>
            </ns1:extLst>
          </ns0:cNvPr>
          <ns0:cNvSpPr>
            <ns1:spLocks noGrp="1"/>
          </ns0:cNvSpPr>
          <ns0:nvPr/>
        </ns0:nvSpPr>
        <ns0:spPr>
          <ns1:xfrm>
            <ns1:off x="14430209" y="5575189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22" name="c-observed-curve-302">
            <ns1:extLst>
              <ns1:ext uri="{FF2B5EF4-FFF2-40B4-BE49-F238E27FC236}">
                <ns2:creationId id="{3B155487-C2EB-4B04-B4D5-825710D02178}"/>
              </ns1:ext>
            </ns1:extLst>
          </ns0:cNvPr>
          <ns0:cNvSpPr>
            <ns1:spLocks noGrp="1"/>
          </ns0:cNvSpPr>
          <ns0:nvPr/>
        </ns0:nvSpPr>
        <ns0:spPr>
          <ns1:xfrm>
            <ns1:off x="14436510" y="557236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23" name="c-observed-curve-303">
            <ns1:extLst>
              <ns1:ext uri="{FF2B5EF4-FFF2-40B4-BE49-F238E27FC236}">
                <ns2:creationId id="{947658A4-DBE9-4213-BA66-74A62723A35D}"/>
              </ns1:ext>
            </ns1:extLst>
          </ns0:cNvPr>
          <ns0:cNvSpPr>
            <ns1:spLocks noGrp="1"/>
          </ns0:cNvSpPr>
          <ns0:nvPr/>
        </ns0:nvSpPr>
        <ns0:spPr>
          <ns1:xfrm>
            <ns1:off x="14442810" y="556948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24" name="c-observed-curve-304">
            <ns1:extLst>
              <ns1:ext uri="{FF2B5EF4-FFF2-40B4-BE49-F238E27FC236}">
                <ns2:creationId id="{6E68F74F-7B98-4958-A6C1-009A60A8731B}"/>
              </ns1:ext>
            </ns1:extLst>
          </ns0:cNvPr>
          <ns0:cNvSpPr>
            <ns1:spLocks noGrp="1"/>
          </ns0:cNvSpPr>
          <ns0:nvPr/>
        </ns0:nvSpPr>
        <ns0:spPr>
          <ns1:xfrm>
            <ns1:off x="14449110" y="556651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25" name="c-observed-curve-305">
            <ns1:extLst>
              <ns1:ext uri="{FF2B5EF4-FFF2-40B4-BE49-F238E27FC236}">
                <ns2:creationId id="{1D4C0D02-B21C-4040-BB60-61497640A4DF}"/>
              </ns1:ext>
            </ns1:extLst>
          </ns0:cNvPr>
          <ns0:cNvSpPr>
            <ns1:spLocks noGrp="1"/>
          </ns0:cNvSpPr>
          <ns0:nvPr/>
        </ns0:nvSpPr>
        <ns0:spPr>
          <ns1:xfrm>
            <ns1:off x="14455410" y="556341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26" name="c-observed-curve-306">
            <ns1:extLst>
              <ns1:ext uri="{FF2B5EF4-FFF2-40B4-BE49-F238E27FC236}">
                <ns2:creationId id="{3526E9C9-143D-4EB8-B5DF-4F3C852261FE}"/>
              </ns1:ext>
            </ns1:extLst>
          </ns0:cNvPr>
          <ns0:cNvSpPr>
            <ns1:spLocks noGrp="1"/>
          </ns0:cNvSpPr>
          <ns0:nvPr/>
        </ns0:nvSpPr>
        <ns0:spPr>
          <ns1:xfrm>
            <ns1:off x="14461710" y="556010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27" name="c-observed-curve-307">
            <ns1:extLst>
              <ns1:ext uri="{FF2B5EF4-FFF2-40B4-BE49-F238E27FC236}">
                <ns2:creationId id="{3A36E6BF-BD22-4EEA-885E-19DDC72C58A9}"/>
              </ns1:ext>
            </ns1:extLst>
          </ns0:cNvPr>
          <ns0:cNvSpPr>
            <ns1:spLocks noGrp="1"/>
          </ns0:cNvSpPr>
          <ns0:nvPr/>
        </ns0:nvSpPr>
        <ns0:spPr>
          <ns1:xfrm>
            <ns1:off x="14468011" y="555649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28" name="c-observed-curve-308">
            <ns1:extLst>
              <ns1:ext uri="{FF2B5EF4-FFF2-40B4-BE49-F238E27FC236}">
                <ns2:creationId id="{24846D66-DEB2-43C0-B10E-02503E0AC0AC}"/>
              </ns1:ext>
            </ns1:extLst>
          </ns0:cNvPr>
          <ns0:cNvSpPr>
            <ns1:spLocks noGrp="1"/>
          </ns0:cNvSpPr>
          <ns0:nvPr/>
        </ns0:nvSpPr>
        <ns0:spPr>
          <ns1:xfrm>
            <ns1:off x="14474311" y="555248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29" name="c-observed-curve-309">
            <ns1:extLst>
              <ns1:ext uri="{FF2B5EF4-FFF2-40B4-BE49-F238E27FC236}">
                <ns2:creationId id="{3F3701BE-5792-41CA-9226-FA2926E14A46}"/>
              </ns1:ext>
            </ns1:extLst>
          </ns0:cNvPr>
          <ns0:cNvSpPr>
            <ns1:spLocks noGrp="1"/>
          </ns0:cNvSpPr>
          <ns0:nvPr/>
        </ns0:nvSpPr>
        <ns0:spPr>
          <ns1:xfrm>
            <ns1:off x="14480611" y="554795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30" name="c-observed-curve-310">
            <ns1:extLst>
              <ns1:ext uri="{FF2B5EF4-FFF2-40B4-BE49-F238E27FC236}">
                <ns2:creationId id="{4ABCEA13-5830-4C78-A086-E6D932E58D21}"/>
              </ns1:ext>
            </ns1:extLst>
          </ns0:cNvPr>
          <ns0:cNvSpPr>
            <ns1:spLocks noGrp="1"/>
          </ns0:cNvSpPr>
          <ns0:nvPr/>
        </ns0:nvSpPr>
        <ns0:spPr>
          <ns1:xfrm>
            <ns1:off x="14486911" y="554281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31" name="c-observed-curve-311">
            <ns1:extLst>
              <ns1:ext uri="{FF2B5EF4-FFF2-40B4-BE49-F238E27FC236}">
                <ns2:creationId id="{611052A3-1B6A-4EC1-ADDD-1FECEA9B9E3B}"/>
              </ns1:ext>
            </ns1:extLst>
          </ns0:cNvPr>
          <ns0:cNvSpPr>
            <ns1:spLocks noGrp="1"/>
          </ns0:cNvSpPr>
          <ns0:nvPr/>
        </ns0:nvSpPr>
        <ns0:spPr>
          <ns1:xfrm>
            <ns1:off x="14493212" y="553697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32" name="c-observed-curve-312">
            <ns1:extLst>
              <ns1:ext uri="{FF2B5EF4-FFF2-40B4-BE49-F238E27FC236}">
                <ns2:creationId id="{C2903D3E-9291-4E03-A305-EFFC6D808850}"/>
              </ns1:ext>
            </ns1:extLst>
          </ns0:cNvPr>
          <ns0:cNvSpPr>
            <ns1:spLocks noGrp="1"/>
          </ns0:cNvSpPr>
          <ns0:nvPr/>
        </ns0:nvSpPr>
        <ns0:spPr>
          <ns1:xfrm>
            <ns1:off x="14499512" y="5530382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33" name="c-observed-curve-313">
            <ns1:extLst>
              <ns1:ext uri="{FF2B5EF4-FFF2-40B4-BE49-F238E27FC236}">
                <ns2:creationId id="{374A9412-EA6B-4A5F-AFA8-5077266A84BC}"/>
              </ns1:ext>
            </ns1:extLst>
          </ns0:cNvPr>
          <ns0:cNvSpPr>
            <ns1:spLocks noGrp="1"/>
          </ns0:cNvSpPr>
          <ns0:nvPr/>
        </ns0:nvSpPr>
        <ns0:spPr>
          <ns1:xfrm>
            <ns1:off x="14505812" y="552301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34" name="c-observed-curve-314">
            <ns1:extLst>
              <ns1:ext uri="{FF2B5EF4-FFF2-40B4-BE49-F238E27FC236}">
                <ns2:creationId id="{D5C50E11-7F62-4C12-91B3-646000A59F75}"/>
              </ns1:ext>
            </ns1:extLst>
          </ns0:cNvPr>
          <ns0:cNvSpPr>
            <ns1:spLocks noGrp="1"/>
          </ns0:cNvSpPr>
          <ns0:nvPr/>
        </ns0:nvSpPr>
        <ns0:spPr>
          <ns1:xfrm>
            <ns1:off x="14512112" y="551489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35" name="c-observed-curve-315">
            <ns1:extLst>
              <ns1:ext uri="{FF2B5EF4-FFF2-40B4-BE49-F238E27FC236}">
                <ns2:creationId id="{32985476-3349-412A-B559-C841CE562DBA}"/>
              </ns1:ext>
            </ns1:extLst>
          </ns0:cNvPr>
          <ns0:cNvSpPr>
            <ns1:spLocks noGrp="1"/>
          </ns0:cNvSpPr>
          <ns0:nvPr/>
        </ns0:nvSpPr>
        <ns0:spPr>
          <ns1:xfrm>
            <ns1:off x="14518413" y="5506085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36" name="c-observed-curve-316">
            <ns1:extLst>
              <ns1:ext uri="{FF2B5EF4-FFF2-40B4-BE49-F238E27FC236}">
                <ns2:creationId id="{CE7E264E-4CF4-418D-87BF-0AC1CEE6449B}"/>
              </ns1:ext>
            </ns1:extLst>
          </ns0:cNvPr>
          <ns0:cNvSpPr>
            <ns1:spLocks noGrp="1"/>
          </ns0:cNvSpPr>
          <ns0:nvPr/>
        </ns0:nvSpPr>
        <ns0:spPr>
          <ns1:xfrm>
            <ns1:off x="14524713" y="5496680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37" name="c-observed-curve-317">
            <ns1:extLst>
              <ns1:ext uri="{FF2B5EF4-FFF2-40B4-BE49-F238E27FC236}">
                <ns2:creationId id="{42BD86F5-8392-44C4-B03B-744D1436C176}"/>
              </ns1:ext>
            </ns1:extLst>
          </ns0:cNvPr>
          <ns0:cNvSpPr>
            <ns1:spLocks noGrp="1"/>
          </ns0:cNvSpPr>
          <ns0:nvPr/>
        </ns0:nvSpPr>
        <ns0:spPr>
          <ns1:xfrm>
            <ns1:off x="14531013" y="5486827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38" name="c-observed-curve-318">
            <ns1:extLst>
              <ns1:ext uri="{FF2B5EF4-FFF2-40B4-BE49-F238E27FC236}">
                <ns2:creationId id="{365917D0-C167-4F5C-B7C3-5850F92F58AD}"/>
              </ns1:ext>
            </ns1:extLst>
          </ns0:cNvPr>
          <ns0:cNvSpPr>
            <ns1:spLocks noGrp="1"/>
          </ns0:cNvSpPr>
          <ns0:nvPr/>
        </ns0:nvSpPr>
        <ns0:spPr>
          <ns1:xfrm>
            <ns1:off x="14537313" y="5476704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39" name="c-observed-curve-319">
            <ns1:extLst>
              <ns1:ext uri="{FF2B5EF4-FFF2-40B4-BE49-F238E27FC236}">
                <ns2:creationId id="{93104A10-4AF8-4757-8C05-93D1DEB141B0}"/>
              </ns1:ext>
            </ns1:extLst>
          </ns0:cNvPr>
          <ns0:cNvSpPr>
            <ns1:spLocks noGrp="1"/>
          </ns0:cNvSpPr>
          <ns0:nvPr/>
        </ns0:nvSpPr>
        <ns0:spPr>
          <ns1:xfrm>
            <ns1:off x="14543614" y="5466518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40" name="c-observed-curve-320">
            <ns1:extLst>
              <ns1:ext uri="{FF2B5EF4-FFF2-40B4-BE49-F238E27FC236}">
                <ns2:creationId id="{A86FEEC8-2A19-41AB-8928-12A375E0DA4C}"/>
              </ns1:ext>
            </ns1:extLst>
          </ns0:cNvPr>
          <ns0:cNvSpPr>
            <ns1:spLocks noGrp="1"/>
          </ns0:cNvSpPr>
          <ns0:nvPr/>
        </ns0:nvSpPr>
        <ns0:spPr>
          <ns1:xfrm>
            <ns1:off x="14549914" y="5456493"/>
            <ns1:ext cx="27623" cy="27623"/>
          </ns1:xfrm>
          <ns1:prstGeom prst="ellipse">
            <ns1:avLst/>
          </ns1:prstGeom>
          <ns1:solidFill>
            <ns1:srgbClr val="0E2061"/>
          </ns1:solidFill>
          <ns1:ln w="1905">
            <ns1:solidFill>
              <ns1:srgbClr val="0E2061"/>
            </ns1:solidFill>
            <ns1:prstDash val="solid"/>
          </ns1:ln>
        </ns0:spPr>
      </ns0:sp>
      <ns0:sp>
        <ns0:nvSpPr>
          <ns0:cNvPr id="1341" name="feedback-caption">
            <ns1:extLst>
              <ns1:ext uri="{FF2B5EF4-FFF2-40B4-BE49-F238E27FC236}">
                <ns2:creationId id="{F974185F-DC0A-4076-A131-C09D0DB06C48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6638925"/>
            <ns1:ext cx="1714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1500" b="1" i="0">
                <ns1:solidFill>
                  <ns1:srgbClr val="57218C"/>
                </ns1:solidFill>
              </ns1:defRPr>
            </ns1:pPr>
            <ns1:r>
              <ns1:rPr sz="1500" b="1" i="0">
                <ns1:solidFill>
                  <ns1:srgbClr val="57218C"/>
                </ns1:solidFill>
              </ns1:rPr>
              <ns1:t>optimize θ</ns1:t>
            </ns1:r>
          </ns1:p>
        </ns0:txBody>
      </ns0:sp>
      <ns0:sp>
        <ns0:nvSpPr>
          <ns0:cNvPr id="1342" name="eq-z">
            <ns1:extLst>
              <ns1:ext uri="{FF2B5EF4-FFF2-40B4-BE49-F238E27FC236}">
                <ns2:creationId id="{61BE8AB6-63C7-4C60-BD81-1A744471190A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1247775"/>
            <ns1:ext cx="85725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600">
                <ns1:solidFill>
                  <ns1:srgbClr val="0E2061"/>
                </ns1:solidFill>
              </ns1:defRPr>
            </ns1:pPr>
            <ns1:r>
              <ns1:rPr sz="3600">
                <ns1:solidFill>
                  <ns1:srgbClr val="0E2061"/>
                </ns1:solidFill>
              </ns1:rPr>
              <ns1:t>z</ns1:t>
            </ns1:r>
          </ns1:p>
        </ns0:txBody>
      </ns0:sp>
      <ns0:sp>
        <ns0:nvSpPr>
          <ns0:cNvPr id="1343" name="eq-generator">
            <ns1:extLst>
              <ns1:ext uri="{FF2B5EF4-FFF2-40B4-BE49-F238E27FC236}">
                <ns2:creationId id="{D95EF001-BA4B-4B8A-9E37-06495B475637}"/>
              </ns1:ext>
            </ns1:extLst>
          </ns0:cNvPr>
          <ns0:cNvSpPr>
            <ns1:spLocks noGrp="1"/>
          </ns0:cNvSpPr>
          <ns0:nvPr/>
        </ns0:nvSpPr>
        <ns0:spPr>
          <ns1:xfrm>
            <ns1:off x="4381500" y="1628775"/>
            <ns1:ext cx="1428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450">
                <ns1:solidFill>
                  <ns1:srgbClr val="0E2061"/>
                </ns1:solidFill>
              </ns1:defRPr>
            </ns1:pPr>
            <ns1:r>
              <ns1:rPr sz="3450">
                <ns1:solidFill>
                  <ns1:srgbClr val="0E2061"/>
                </ns1:solidFill>
              </ns1:rPr>
              <ns1:t>Gθ</ns1:t>
            </ns1:r>
          </ns1:p>
        </ns0:txBody>
      </ns0:sp>
      <ns0:sp>
        <ns0:nvSpPr>
          <ns0:cNvPr id="1344" name="eq-xhat">
            <ns1:extLst>
              <ns1:ext uri="{FF2B5EF4-FFF2-40B4-BE49-F238E27FC236}">
                <ns2:creationId id="{013B02AB-20D0-4FCC-8BE3-520F7B55D647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1257300"/>
            <ns1:ext cx="952500" cy="533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600">
                <ns1:solidFill>
                  <ns1:srgbClr val="0E2061"/>
                </ns1:solidFill>
              </ns1:defRPr>
            </ns1:pPr>
            <ns1:r>
              <ns1:rPr sz="3600">
                <ns1:solidFill>
                  <ns1:srgbClr val="0E2061"/>
                </ns1:solidFill>
              </ns1:rPr>
              <ns1:t>x̂</ns1:t>
            </ns1:r>
          </ns1:p>
        </ns0:txBody>
      </ns0:sp>
      <ns0:sp>
        <ns0:nvSpPr>
          <ns0:cNvPr id="1345" name="eq-operator">
            <ns1:extLst>
              <ns1:ext uri="{FF2B5EF4-FFF2-40B4-BE49-F238E27FC236}">
                <ns2:creationId id="{3ADE8D82-32B0-4F4F-AC09-B00473468A57}"/>
              </ns1:ext>
            </ns1:extLst>
          </ns0:cNvPr>
          <ns0:cNvSpPr>
            <ns1:spLocks noGrp="1"/>
          </ns0:cNvSpPr>
          <ns0:nvPr/>
        </ns0:nvSpPr>
        <ns0:spPr>
          <ns1:xfrm>
            <ns1:off x="10515600" y="2581275"/>
            <ns1:ext cx="76200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750">
                <ns1:solidFill>
                  <ns1:srgbClr val="0E2061"/>
                </ns1:solidFill>
              </ns1:defRPr>
            </ns1:pPr>
            <ns1:r>
              <ns1:rPr sz="3750">
                <ns1:solidFill>
                  <ns1:srgbClr val="0E2061"/>
                </ns1:solidFill>
              </ns1:rPr>
              <ns1:t>A</ns1:t>
            </ns1:r>
          </ns1:p>
        </ns0:txBody>
      </ns0:sp>
      <ns0:sp>
        <ns0:nvSpPr>
          <ns0:cNvPr id="1346" name="eq-yhat">
            <ns1:extLst>
              <ns1:ext uri="{FF2B5EF4-FFF2-40B4-BE49-F238E27FC236}">
                <ns2:creationId id="{A9DF97A7-7D2F-44D0-911C-96B12ADC9E12}"/>
              </ns1:ext>
            </ns1:extLst>
          </ns0:cNvPr>
          <ns0:cNvSpPr>
            <ns1:spLocks noGrp="1"/>
          </ns0:cNvSpPr>
          <ns0:nvPr/>
        </ns0:nvSpPr>
        <ns0:spPr>
          <ns1:xfrm>
            <ns1:off x="13125450" y="914400"/>
            <ns1:ext cx="85725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450">
                <ns1:solidFill>
                  <ns1:srgbClr val="0E2061"/>
                </ns1:solidFill>
              </ns1:defRPr>
            </ns1:pPr>
            <ns1:r>
              <ns1:rPr sz="3450">
                <ns1:solidFill>
                  <ns1:srgbClr val="0E2061"/>
                </ns1:solidFill>
              </ns1:rPr>
              <ns1:t>ŷ</ns1:t>
            </ns1:r>
          </ns1:p>
        </ns0:txBody>
      </ns0:sp>
      <ns0:sp>
        <ns0:nvSpPr>
          <ns0:cNvPr id="1347" name="eq-y">
            <ns1:extLst>
              <ns1:ext uri="{FF2B5EF4-FFF2-40B4-BE49-F238E27FC236}">
                <ns2:creationId id="{CDFA028B-E13C-49AD-8698-F5774C21AF79}"/>
              </ns1:ext>
            </ns1:extLst>
          </ns0:cNvPr>
          <ns0:cNvSpPr>
            <ns1:spLocks noGrp="1"/>
          </ns0:cNvSpPr>
          <ns0:nvPr/>
        </ns0:nvSpPr>
        <ns0:spPr>
          <ns1:xfrm>
            <ns1:off x="13220700" y="5867400"/>
            <ns1:ext cx="6667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3450">
                <ns1:solidFill>
                  <ns1:srgbClr val="0E2061"/>
                </ns1:solidFill>
              </ns1:defRPr>
            </ns1:pPr>
            <ns1:r>
              <ns1:rPr sz="3450">
                <ns1:solidFill>
                  <ns1:srgbClr val="0E2061"/>
                </ns1:solidFill>
              </ns1:rPr>
              <ns1:t>y</ns1:t>
            </ns1:r>
          </ns1:p>
        </ns0:txBody>
      </ns0:sp>
      <ns0:sp>
        <ns0:nvSpPr>
          <ns0:cNvPr id="1348" name="eq-loss">
            <ns1:extLst>
              <ns1:ext uri="{FF2B5EF4-FFF2-40B4-BE49-F238E27FC236}">
                <ns2:creationId id="{C5175348-EA3B-4350-8EEC-1A130CF4C273}"/>
              </ns1:ext>
            </ns1:extLst>
          </ns0:cNvPr>
          <ns0:cNvSpPr>
            <ns1:spLocks noGrp="1"/>
          </ns0:cNvSpPr>
          <ns0:nvPr/>
        </ns0:nvSpPr>
        <ns0:spPr>
          <ns1:xfrm>
            <ns1:off x="13020675" y="3457575"/>
            <ns1:ext cx="10668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2550">
                <ns1:solidFill>
                  <ns1:srgbClr val="0E2061"/>
                </ns1:solidFill>
              </ns1:defRPr>
            </ns1:pPr>
            <ns1:r>
              <ns1:rPr sz="2550">
                <ns1:solidFill>
                  <ns1:srgbClr val="0E2061"/>
                </ns1:solidFill>
              </ns1:rPr>
              <ns1:t>‖·‖²₂</ns1:t>
            </ns1:r>
          </ns1:p>
        </ns0:txBody>
      </ns0:sp>
      <ns0:sp>
        <ns0:nvSpPr>
          <ns0:cNvPr id="1349" name="eq-objective">
            <ns1:extLst>
              <ns1:ext uri="{FF2B5EF4-FFF2-40B4-BE49-F238E27FC236}">
                <ns2:creationId id="{FF2B6756-082A-4786-9195-966888AAD7BD}"/>
              </ns1:ext>
            </ns1:extLst>
          </ns0:cNvPr>
          <ns0:cNvSpPr>
            <ns1:spLocks noGrp="1"/>
          </ns0:cNvSpPr>
          <ns0:nvPr/>
        </ns0:nvSpPr>
        <ns0:spPr>
          <ns1:xfrm>
            <ns1:off x="2857500" y="7277100"/>
            <ns1:ext cx="723900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2625">
                <ns1:solidFill>
                  <ns1:srgbClr val="0E2061"/>
                </ns1:solidFill>
              </ns1:defRPr>
            </ns1:pPr>
            <ns1:r>
              <ns1:rPr sz="2625">
                <ns1:solidFill>
                  <ns1:srgbClr val="0E2061"/>
                </ns1:solidFill>
              </ns1:rPr>
              <ns1:t>θ* = arg minθ ‖A Gθ(z) − y‖²₂</ns1:t>
            </ns1:r>
          </ns1:p>
        </ns0:txBody>
      </ns0:sp>
      <ns0:sp>
        <ns0:nvSpPr>
          <ns0:cNvPr id="1350" name="eq-reconstruction">
            <ns1:extLst>
              <ns1:ext uri="{FF2B5EF4-FFF2-40B4-BE49-F238E27FC236}">
                <ns2:creationId id="{6EA9E56F-D907-4313-AF20-C52EC6382812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7277100"/>
            <ns1:ext cx="342900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>
              <ns1:defRPr sz="2625">
                <ns1:solidFill>
                  <ns1:srgbClr val="0E2061"/>
                </ns1:solidFill>
              </ns1:defRPr>
            </ns1:pPr>
            <ns1:r>
              <ns1:rPr sz="2625">
                <ns1:solidFill>
                  <ns1:srgbClr val="0E2061"/>
                </ns1:solidFill>
              </ns1:rPr>
              <ns1:t>x̂ = Gθ*(z)</ns1:t>
            </ns1:r>
          </ns1:p>
        </ns0:txBody>
      </ns0:sp>
      <ns0:sp>
        <ns0:nvSpPr>
          <ns0:cNvPr id="1351" name="flow-z-generator-visible-path">
            <ns1:extLst>
              <ns1:ext uri="{FF2B5EF4-FFF2-40B4-BE49-F238E27FC236}">
                <ns2:creationId id="{45EEEFFB-542C-414B-9B70-6C8B81D1A6E0}"/>
              </ns1:ext>
            </ns1:extLst>
          </ns0:cNvPr>
          <ns0:cNvSpPr>
            <ns1:spLocks noGrp="1"/>
          </ns0:cNvSpPr>
          <ns0:nvPr/>
        </ns0:nvSpPr>
        <ns0:spPr>
          <ns1:xfrm>
            <ns1:off x="2428875" y="3000375"/>
            <ns1:ext cx="904875" cy="9525"/>
          </ns1:xfrm>
          <ns1:custGeom>
            <ns1:pathLst>
              <ns1:path w="904875" h="9525">
                <ns1:moveTo>
                  <ns1:pt x="0" y="0"/>
                </ns1:moveTo>
                <ns1:lnTo>
                  <ns1:pt x="904875" y="0"/>
                </ns1:lnTo>
              </ns1:path>
            </ns1:pathLst>
          </ns1:custGeom>
          <ns1:noFill/>
          <ns1:ln w="30480">
            <ns1:solidFill>
              <ns1:srgbClr val="0E2061"/>
            </ns1:solidFill>
            <ns1:prstDash val="solid"/>
          </ns1:ln>
        </ns0:spPr>
      </ns0:sp>
      <ns0:sp>
        <ns0:nvSpPr>
          <ns0:cNvPr id="1352" name="flow-z-generator-visible-arrowhead">
            <ns1:extLst>
              <ns1:ext uri="{FF2B5EF4-FFF2-40B4-BE49-F238E27FC236}">
                <ns2:creationId id="{5A40D158-C8CD-449D-9799-2F544071C4EB}"/>
              </ns1:ext>
            </ns1:extLst>
          </ns0:cNvPr>
          <ns0:cNvSpPr>
            <ns1:spLocks noGrp="1"/>
          </ns0:cNvSpPr>
          <ns0:nvPr/>
        </ns0:nvSpPr>
        <ns0:spPr>
          <ns1:xfrm>
            <ns1:off x="3236306" y="2940632"/>
            <ns1:ext cx="97444" cy="119486"/>
          </ns1:xfrm>
          <ns1:custGeom>
            <ns1:pathLst>
              <ns1:path w="97444" h="119486">
                <ns1:moveTo>
                  <ns1:pt x="97444" y="59743"/>
                </ns1:moveTo>
                <ns1:lnTo>
                  <ns1:pt x="0" y="11948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0E2061"/>
          </ns1:solidFill>
          <ns1:ln w="4763">
            <ns1:solidFill>
              <ns1:srgbClr val="0E2061"/>
            </ns1:solidFill>
            <ns1:prstDash val="solid"/>
          </ns1:ln>
        </ns0:spPr>
      </ns0:sp>
      <ns0:cxnSp>
        <ns0:nvCxnSpPr>
          <ns0:cNvPr id="2724" name="flow-z-generator"/>
          <ns0:cNvCxnSpPr>
            <ns1:stCxn id="2" idx="3"/>
            <ns1:endCxn id="3" idx="1"/>
          </ns0:cNvCxnSpPr>
          <ns0:nvPr/>
        </ns0:nvCxnSpPr>
        <ns0:spPr>
          <ns1:xfrm>
            <ns1:off x="2428875" y="3000375"/>
            <ns1:ext cx="904875" cy="90488"/>
          </ns1:xfrm>
          <ns1:prstGeom prst="straightConnector1">
            <ns1:avLst/>
          </ns1:prstGeom>
          <ns1:ln w="953">
            <ns1:solidFill>
              <ns1:srgbClr val="FBFBFC"/>
            </ns1:solidFill>
            <ns1:prstDash val="solid"/>
          </ns1:ln>
        </ns0:spPr>
      </ns0:cxnSp>
      <ns0:sp>
        <ns0:nvSpPr>
          <ns0:cNvPr id="1354" name="flow-generator-reconstruction-visible-path">
            <ns1:extLst>
              <ns1:ext uri="{FF2B5EF4-FFF2-40B4-BE49-F238E27FC236}">
                <ns2:creationId id="{92F4D2A3-88E7-4FFC-87CB-D2244337795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0" y="3000375"/>
            <ns1:ext cx="714375" cy="9525"/>
          </ns1:xfrm>
          <ns1:custGeom>
            <ns1:pathLst>
              <ns1:path w="714375" h="9525">
                <ns1:moveTo>
                  <ns1:pt x="0" y="0"/>
                </ns1:moveTo>
                <ns1:lnTo>
                  <ns1:pt x="714375" y="0"/>
                </ns1:lnTo>
              </ns1:path>
            </ns1:pathLst>
          </ns1:custGeom>
          <ns1:noFill/>
          <ns1:ln w="30480">
            <ns1:solidFill>
              <ns1:srgbClr val="0E2061"/>
            </ns1:solidFill>
            <ns1:prstDash val="solid"/>
          </ns1:ln>
        </ns0:spPr>
      </ns0:sp>
      <ns0:sp>
        <ns0:nvSpPr>
          <ns0:cNvPr id="1355" name="flow-generator-reconstruction-visible-arrowhead">
            <ns1:extLst>
              <ns1:ext uri="{FF2B5EF4-FFF2-40B4-BE49-F238E27FC236}">
                <ns2:creationId id="{A0FD7112-E7CC-478B-9E44-EADE4E949CC5}"/>
              </ns1:ext>
            </ns1:extLst>
          </ns0:cNvPr>
          <ns0:cNvSpPr>
            <ns1:spLocks noGrp="1"/>
          </ns0:cNvSpPr>
          <ns0:nvPr/>
        </ns0:nvSpPr>
        <ns0:spPr>
          <ns1:xfrm>
            <ns1:off x="7474931" y="2940632"/>
            <ns1:ext cx="97444" cy="119486"/>
          </ns1:xfrm>
          <ns1:custGeom>
            <ns1:pathLst>
              <ns1:path w="97444" h="119486">
                <ns1:moveTo>
                  <ns1:pt x="97444" y="59743"/>
                </ns1:moveTo>
                <ns1:lnTo>
                  <ns1:pt x="0" y="11948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0E2061"/>
          </ns1:solidFill>
          <ns1:ln w="4763">
            <ns1:solidFill>
              <ns1:srgbClr val="0E2061"/>
            </ns1:solidFill>
            <ns1:prstDash val="solid"/>
          </ns1:ln>
        </ns0:spPr>
      </ns0:sp>
      <ns0:cxnSp>
        <ns0:nvCxnSpPr>
          <ns0:cNvPr id="2727" name="flow-generator-reconstruction"/>
          <ns0:cNvCxnSpPr>
            <ns1:stCxn id="3" idx="3"/>
            <ns1:endCxn id="4" idx="1"/>
          </ns0:cNvCxnSpPr>
          <ns0:nvPr/>
        </ns0:nvCxnSpPr>
        <ns0:spPr>
          <ns1:xfrm flipV="1">
            <ns1:off x="6858000" y="3071813"/>
            <ns1:ext cx="714375" cy="19050"/>
          </ns1:xfrm>
          <ns1:prstGeom prst="straightConnector1">
            <ns1:avLst/>
          </ns1:prstGeom>
          <ns1:ln w="953">
            <ns1:solidFill>
              <ns1:srgbClr val="FBFBFC"/>
            </ns1:solidFill>
            <ns1:prstDash val="solid"/>
          </ns1:ln>
        </ns0:spPr>
      </ns0:cxnSp>
      <ns0:sp>
        <ns0:nvSpPr>
          <ns0:cNvPr id="1357" name="flow-reconstruction-operator-visible-path">
            <ns1:extLst>
              <ns1:ext uri="{FF2B5EF4-FFF2-40B4-BE49-F238E27FC236}">
                <ns2:creationId id="{45E4A934-6C05-4B66-A1C8-F1D313A51AC8}"/>
              </ns1:ext>
            </ns1:extLst>
          </ns0:cNvPr>
          <ns0:cNvSpPr>
            <ns1:spLocks noGrp="1"/>
          </ns0:cNvSpPr>
          <ns0:nvPr/>
        </ns0:nvSpPr>
        <ns0:spPr>
          <ns1:xfrm>
            <ns1:off x="9648825" y="3000375"/>
            <ns1:ext cx="714375" cy="9525"/>
          </ns1:xfrm>
          <ns1:custGeom>
            <ns1:pathLst>
              <ns1:path w="714375" h="9525">
                <ns1:moveTo>
                  <ns1:pt x="0" y="0"/>
                </ns1:moveTo>
                <ns1:lnTo>
                  <ns1:pt x="714375" y="0"/>
                </ns1:lnTo>
              </ns1:path>
            </ns1:pathLst>
          </ns1:custGeom>
          <ns1:noFill/>
          <ns1:ln w="30480">
            <ns1:solidFill>
              <ns1:srgbClr val="0E2061"/>
            </ns1:solidFill>
            <ns1:prstDash val="solid"/>
          </ns1:ln>
        </ns0:spPr>
      </ns0:sp>
      <ns0:sp>
        <ns0:nvSpPr>
          <ns0:cNvPr id="1358" name="flow-reconstruction-operator-visible-arrowhead">
            <ns1:extLst>
              <ns1:ext uri="{FF2B5EF4-FFF2-40B4-BE49-F238E27FC236}">
                <ns2:creationId id="{3ED4F9FE-CA0E-45B6-8D9A-DCEF43B29711}"/>
              </ns1:ext>
            </ns1:extLst>
          </ns0:cNvPr>
          <ns0:cNvSpPr>
            <ns1:spLocks noGrp="1"/>
          </ns0:cNvSpPr>
          <ns0:nvPr/>
        </ns0:nvSpPr>
        <ns0:spPr>
          <ns1:xfrm>
            <ns1:off x="10265756" y="2940632"/>
            <ns1:ext cx="97444" cy="119486"/>
          </ns1:xfrm>
          <ns1:custGeom>
            <ns1:pathLst>
              <ns1:path w="97444" h="119486">
                <ns1:moveTo>
                  <ns1:pt x="97444" y="59743"/>
                </ns1:moveTo>
                <ns1:lnTo>
                  <ns1:pt x="0" y="11948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0E2061"/>
          </ns1:solidFill>
          <ns1:ln w="4763">
            <ns1:solidFill>
              <ns1:srgbClr val="0E2061"/>
            </ns1:solidFill>
            <ns1:prstDash val="solid"/>
          </ns1:ln>
        </ns0:spPr>
      </ns0:sp>
      <ns0:cxnSp>
        <ns0:nvCxnSpPr>
          <ns0:cNvPr id="2730" name="flow-reconstruction-operator"/>
          <ns0:cNvCxnSpPr>
            <ns1:stCxn id="4" idx="3"/>
            <ns1:endCxn id="5" idx="1"/>
          </ns0:cNvCxnSpPr>
          <ns0:nvPr/>
        </ns0:nvCxnSpPr>
        <ns0:spPr>
          <ns1:xfrm flipV="1">
            <ns1:off x="9648825" y="3000375"/>
            <ns1:ext cx="714375" cy="71438"/>
          </ns1:xfrm>
          <ns1:prstGeom prst="straightConnector1">
            <ns1:avLst/>
          </ns1:prstGeom>
          <ns1:ln w="953">
            <ns1:solidFill>
              <ns1:srgbClr val="FBFBFC"/>
            </ns1:solidFill>
            <ns1:prstDash val="solid"/>
          </ns1:ln>
        </ns0:spPr>
      </ns0:cxnSp>
      <ns0:sp>
        <ns0:nvSpPr>
          <ns0:cNvPr id="1360" name="flow-operator-predicted-visible-path">
            <ns1:extLst>
              <ns1:ext uri="{FF2B5EF4-FFF2-40B4-BE49-F238E27FC236}">
                <ns2:creationId id="{81972414-B17A-4125-853E-67C3544FE25F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0" y="2257425"/>
            <ns1:ext cx="1009650" cy="742950"/>
          </ns1:xfrm>
          <ns1:custGeom>
            <ns1:pathLst>
              <ns1:path w="1009650" h="742950">
                <ns1:moveTo>
                  <ns1:pt x="0" y="742950"/>
                </ns1:moveTo>
                <ns1:lnTo>
                  <ns1:pt x="733425" y="742950"/>
                </ns1:lnTo>
                <ns1:lnTo>
                  <ns1:pt x="733425" y="0"/>
                </ns1:lnTo>
                <ns1:lnTo>
                  <ns1:pt x="1009650" y="0"/>
                </ns1:lnTo>
              </ns1:path>
            </ns1:pathLst>
          </ns1:custGeom>
          <ns1:noFill/>
          <ns1:ln w="30480">
            <ns1:solidFill>
              <ns1:srgbClr val="0E2061"/>
            </ns1:solidFill>
            <ns1:prstDash val="solid"/>
          </ns1:ln>
        </ns0:spPr>
      </ns0:sp>
      <ns0:sp>
        <ns0:nvSpPr>
          <ns0:cNvPr id="1361" name="flow-operator-predicted-visible-arrowhead">
            <ns1:extLst>
              <ns1:ext uri="{FF2B5EF4-FFF2-40B4-BE49-F238E27FC236}">
                <ns2:creationId id="{7FD66674-14DB-4605-845E-6D6C7B46CA21}"/>
              </ns1:ext>
            </ns1:extLst>
          </ns0:cNvPr>
          <ns0:cNvSpPr>
            <ns1:spLocks noGrp="1"/>
          </ns0:cNvSpPr>
          <ns0:nvPr/>
        </ns0:nvSpPr>
        <ns0:spPr>
          <ns1:xfrm>
            <ns1:off x="12342206" y="2197682"/>
            <ns1:ext cx="97444" cy="119486"/>
          </ns1:xfrm>
          <ns1:custGeom>
            <ns1:pathLst>
              <ns1:path w="97444" h="119486">
                <ns1:moveTo>
                  <ns1:pt x="97444" y="59743"/>
                </ns1:moveTo>
                <ns1:lnTo>
                  <ns1:pt x="0" y="11948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0E2061"/>
          </ns1:solidFill>
          <ns1:ln w="4763">
            <ns1:solidFill>
              <ns1:srgbClr val="0E2061"/>
            </ns1:solidFill>
            <ns1:prstDash val="solid"/>
          </ns1:ln>
        </ns0:spPr>
      </ns0:sp>
      <ns0:cxnSp>
        <ns0:nvCxnSpPr>
          <ns0:cNvPr id="2733" name="flow-operator-predicted"/>
          <ns0:cNvCxnSpPr>
            <ns1:stCxn id="5" idx="3"/>
            <ns1:endCxn id="6" idx="1"/>
          </ns0:cNvCxnSpPr>
          <ns0:nvPr/>
        </ns0:nvCxnSpPr>
        <ns0:spPr>
          <ns1:xfrm flipV="1">
            <ns1:off x="11430000" y="2257425"/>
            <ns1:ext cx="1009650" cy="742950"/>
          </ns1:xfrm>
          <ns1:prstGeom prst="bentConnector3">
            <ns1:avLst>
              <ns1:gd name="adj1" fmla="val 50000"/>
            </ns1:avLst>
          </ns1:prstGeom>
          <ns1:ln w="953">
            <ns1:solidFill>
              <ns1:srgbClr val="FBFBFC"/>
            </ns1:solidFill>
            <ns1:prstDash val="solid"/>
          </ns1:ln>
        </ns0:spPr>
      </ns0:cxnSp>
      <ns0:sp>
        <ns0:nvSpPr>
          <ns0:cNvPr id="1363" name="flow-predicted-loss-visible-path">
            <ns1:extLst>
              <ns1:ext uri="{FF2B5EF4-FFF2-40B4-BE49-F238E27FC236}">
                <ns2:creationId id="{4CF31F38-E762-4BFE-A0A7-3A99C008D2F0}"/>
              </ns1:ext>
            </ns1:extLst>
          </ns0:cNvPr>
          <ns0:cNvSpPr>
            <ns1:spLocks noGrp="1"/>
          </ns0:cNvSpPr>
          <ns0:nvPr/>
        </ns0:nvSpPr>
        <ns0:spPr>
          <ns1:xfrm>
            <ns1:off x="13554075" y="2857500"/>
            <ns1:ext cx="9525" cy="390525"/>
          </ns1:xfrm>
          <ns1:custGeom>
            <ns1:pathLst>
              <ns1:path w="9525" h="390525">
                <ns1:moveTo>
                  <ns1:pt x="0" y="0"/>
                </ns1:moveTo>
                <ns1:lnTo>
                  <ns1:pt x="0" y="390525"/>
                </ns1:lnTo>
              </ns1:path>
            </ns1:pathLst>
          </ns1:custGeom>
          <ns1:noFill/>
          <ns1:ln w="30480">
            <ns1:solidFill>
              <ns1:srgbClr val="0E2061"/>
            </ns1:solidFill>
            <ns1:prstDash val="solid"/>
          </ns1:ln>
        </ns0:spPr>
      </ns0:sp>
      <ns0:sp>
        <ns0:nvSpPr>
          <ns0:cNvPr id="1364" name="flow-predicted-loss-visible-arrowhead">
            <ns1:extLst>
              <ns1:ext uri="{FF2B5EF4-FFF2-40B4-BE49-F238E27FC236}">
                <ns2:creationId id="{8E217AC3-4DB0-4204-B8CF-14450BF0A12A}"/>
              </ns1:ext>
            </ns1:extLst>
          </ns0:cNvPr>
          <ns0:cNvSpPr>
            <ns1:spLocks noGrp="1"/>
          </ns0:cNvSpPr>
          <ns0:nvPr/>
        </ns0:nvSpPr>
        <ns0:spPr>
          <ns1:xfrm>
            <ns1:off x="13494332" y="3150581"/>
            <ns1:ext cx="119486" cy="97444"/>
          </ns1:xfrm>
          <ns1:custGeom>
            <ns1:pathLst>
              <ns1:path w="119486" h="97444">
                <ns1:moveTo>
                  <ns1:pt x="59743" y="97444"/>
                </ns1:moveTo>
                <ns1:lnTo>
                  <ns1:pt x="0" y="0"/>
                </ns1:lnTo>
                <ns1:lnTo>
                  <ns1:pt x="119486" y="0"/>
                </ns1:lnTo>
                <ns1:close/>
              </ns1:path>
            </ns1:pathLst>
          </ns1:custGeom>
          <ns1:solidFill>
            <ns1:srgbClr val="0E2061"/>
          </ns1:solidFill>
          <ns1:ln w="4763">
            <ns1:solidFill>
              <ns1:srgbClr val="0E2061"/>
            </ns1:solidFill>
            <ns1:prstDash val="solid"/>
          </ns1:ln>
        </ns0:spPr>
      </ns0:sp>
      <ns0:cxnSp>
        <ns0:nvCxnSpPr>
          <ns0:cNvPr id="2736" name="flow-predicted-loss"/>
          <ns0:cNvCxnSpPr>
            <ns1:stCxn id="6" idx="2"/>
            <ns1:endCxn id="8" idx="0"/>
          </ns0:cNvCxnSpPr>
          <ns0:nvPr/>
        </ns0:nvCxnSpPr>
        <ns0:spPr>
          <ns1:xfrm flipH="1">
            <ns1:off x="13554075" y="2857500"/>
            <ns1:ext cx="4763" cy="390525"/>
          </ns1:xfrm>
          <ns1:prstGeom prst="straightConnector1">
            <ns1:avLst/>
          </ns1:prstGeom>
          <ns1:ln w="953">
            <ns1:solidFill>
              <ns1:srgbClr val="FBFBFC"/>
            </ns1:solidFill>
            <ns1:prstDash val="solid"/>
          </ns1:ln>
        </ns0:spPr>
      </ns0:cxnSp>
      <ns0:sp>
        <ns0:nvSpPr>
          <ns0:cNvPr id="1366" name="flow-observed-loss-visible-path">
            <ns1:extLst>
              <ns1:ext uri="{FF2B5EF4-FFF2-40B4-BE49-F238E27FC236}">
                <ns2:creationId id="{21176874-BF99-4890-BC22-1ABCA09BF020}"/>
              </ns1:ext>
            </ns1:extLst>
          </ns0:cNvPr>
          <ns0:cNvSpPr>
            <ns1:spLocks noGrp="1"/>
          </ns0:cNvSpPr>
          <ns0:nvPr/>
        </ns0:nvSpPr>
        <ns0:spPr>
          <ns1:xfrm>
            <ns1:off x="13554075" y="4314825"/>
            <ns1:ext cx="9525" cy="400050"/>
          </ns1:xfrm>
          <ns1:custGeom>
            <ns1:pathLst>
              <ns1:path w="9525" h="400050">
                <ns1:moveTo>
                  <ns1:pt x="0" y="400050"/>
                </ns1:moveTo>
                <ns1:lnTo>
                  <ns1:pt x="0" y="0"/>
                </ns1:lnTo>
              </ns1:path>
            </ns1:pathLst>
          </ns1:custGeom>
          <ns1:noFill/>
          <ns1:ln w="30480">
            <ns1:solidFill>
              <ns1:srgbClr val="0E2061"/>
            </ns1:solidFill>
            <ns1:prstDash val="solid"/>
          </ns1:ln>
        </ns0:spPr>
      </ns0:sp>
      <ns0:sp>
        <ns0:nvSpPr>
          <ns0:cNvPr id="1367" name="flow-observed-loss-visible-arrowhead">
            <ns1:extLst>
              <ns1:ext uri="{FF2B5EF4-FFF2-40B4-BE49-F238E27FC236}">
                <ns2:creationId id="{DC5B7378-2C57-4574-A7F9-92DB6C13684E}"/>
              </ns1:ext>
            </ns1:extLst>
          </ns0:cNvPr>
          <ns0:cNvSpPr>
            <ns1:spLocks noGrp="1"/>
          </ns0:cNvSpPr>
          <ns0:nvPr/>
        </ns0:nvSpPr>
        <ns0:spPr>
          <ns1:xfrm>
            <ns1:off x="13494332" y="4314825"/>
            <ns1:ext cx="119486" cy="97444"/>
          </ns1:xfrm>
          <ns1:custGeom>
            <ns1:pathLst>
              <ns1:path w="119486" h="97444">
                <ns1:moveTo>
                  <ns1:pt x="59743" y="0"/>
                </ns1:moveTo>
                <ns1:lnTo>
                  <ns1:pt x="119486" y="97444"/>
                </ns1:lnTo>
                <ns1:lnTo>
                  <ns1:pt x="0" y="97444"/>
                </ns1:lnTo>
                <ns1:close/>
              </ns1:path>
            </ns1:pathLst>
          </ns1:custGeom>
          <ns1:solidFill>
            <ns1:srgbClr val="0E2061"/>
          </ns1:solidFill>
          <ns1:ln w="4763">
            <ns1:solidFill>
              <ns1:srgbClr val="0E2061"/>
            </ns1:solidFill>
            <ns1:prstDash val="solid"/>
          </ns1:ln>
        </ns0:spPr>
      </ns0:sp>
      <ns0:cxnSp>
        <ns0:nvCxnSpPr>
          <ns0:cNvPr id="2739" name="flow-observed-loss"/>
          <ns0:cNvCxnSpPr>
            <ns1:stCxn id="7" idx="0"/>
            <ns1:endCxn id="8" idx="4"/>
          </ns0:cNvCxnSpPr>
          <ns0:nvPr/>
        </ns0:nvCxnSpPr>
        <ns0:spPr>
          <ns1:xfrm flipH="1" flipV="1">
            <ns1:off x="13554075" y="4314825"/>
            <ns1:ext cx="4763" cy="400050"/>
          </ns1:xfrm>
          <ns1:prstGeom prst="straightConnector1">
            <ns1:avLst/>
          </ns1:prstGeom>
          <ns1:ln w="953">
            <ns1:solidFill>
              <ns1:srgbClr val="FBFBFC"/>
            </ns1:solidFill>
            <ns1:prstDash val="solid"/>
          </ns1:ln>
        </ns0:spPr>
      </ns0:cxnSp>
      <ns0:sp>
        <ns0:nvSpPr>
          <ns0:cNvPr id="1369" name="feedback-optimize-generator-visible-path">
            <ns1:extLst>
              <ns1:ext uri="{FF2B5EF4-FFF2-40B4-BE49-F238E27FC236}">
                <ns2:creationId id="{E37D53C9-7E9E-4020-91DF-219C8E50DEC3}"/>
              </ns1:ext>
            </ns1:extLst>
          </ns0:cNvPr>
          <ns0:cNvSpPr>
            <ns1:spLocks noGrp="1"/>
          </ns0:cNvSpPr>
          <ns0:nvPr/>
        </ns0:nvSpPr>
        <ns0:spPr>
          <ns1:xfrm>
            <ns1:off x="5095875" y="4162425"/>
            <ns1:ext cx="8077200" cy="2543175"/>
          </ns1:xfrm>
          <ns1:custGeom>
            <ns1:pathLst>
              <ns1:path w="8077200" h="2543175">
                <ns1:moveTo>
                  <ns1:pt x="8077200" y="0"/>
                </ns1:moveTo>
                <ns1:lnTo>
                  <ns1:pt x="6762750" y="0"/>
                </ns1:lnTo>
                <ns1:lnTo>
                  <ns1:pt x="6762750" y="2543175"/>
                </ns1:lnTo>
                <ns1:lnTo>
                  <ns1:pt x="0" y="2543175"/>
                </ns1:lnTo>
                <ns1:lnTo>
                  <ns1:pt x="0" y="276225"/>
                </ns1:lnTo>
              </ns1:path>
            </ns1:pathLst>
          </ns1:custGeom>
          <ns1:noFill/>
          <ns1:ln w="30480">
            <ns1:solidFill>
              <ns1:srgbClr val="57218C"/>
            </ns1:solidFill>
            <ns1:prstDash val="dash"/>
          </ns1:ln>
        </ns0:spPr>
      </ns0:sp>
      <ns0:sp>
        <ns0:nvSpPr>
          <ns0:cNvPr id="1370" name="feedback-optimize-generator-visible-arrowhead">
            <ns1:extLst>
              <ns1:ext uri="{FF2B5EF4-FFF2-40B4-BE49-F238E27FC236}">
                <ns2:creationId id="{5031F53A-B2B8-42CF-9487-937830B284A5}"/>
              </ns1:ext>
            </ns1:extLst>
          </ns0:cNvPr>
          <ns0:cNvSpPr>
            <ns1:spLocks noGrp="1"/>
          </ns0:cNvSpPr>
          <ns0:nvPr/>
        </ns0:nvSpPr>
        <ns0:spPr>
          <ns1:xfrm>
            <ns1:off x="5036132" y="4438650"/>
            <ns1:ext cx="119486" cy="97444"/>
          </ns1:xfrm>
          <ns1:custGeom>
            <ns1:pathLst>
              <ns1:path w="119486" h="97444">
                <ns1:moveTo>
                  <ns1:pt x="59743" y="0"/>
                </ns1:moveTo>
                <ns1:lnTo>
                  <ns1:pt x="119486" y="97444"/>
                </ns1:lnTo>
                <ns1:lnTo>
                  <ns1:pt x="0" y="97444"/>
                </ns1:lnTo>
                <ns1:close/>
              </ns1:path>
            </ns1:pathLst>
          </ns1:custGeom>
          <ns1:solidFill>
            <ns1:srgbClr val="57218C"/>
          </ns1:solidFill>
          <ns1:ln w="4763">
            <ns1:solidFill>
              <ns1:srgbClr val="57218C"/>
            </ns1:solidFill>
            <ns1:prstDash val="solid"/>
          </ns1:ln>
        </ns0:spPr>
      </ns0:sp>
      <ns0:cxnSp>
        <ns0:nvCxnSpPr>
          <ns0:cNvPr id="2742" name="feedback-optimize-generator"/>
          <ns0:cNvCxnSpPr>
            <ns1:stCxn id="8" idx="2"/>
            <ns1:endCxn id="3" idx="2"/>
          </ns0:cNvCxnSpPr>
          <ns0:nvPr/>
        </ns0:nvCxnSpPr>
        <ns0:spPr>
          <ns1:xfrm flipH="1">
            <ns1:off x="5095875" y="3781425"/>
            <ns1:ext cx="7924800" cy="657225"/>
          </ns1:xfrm>
          <ns1:prstGeom prst="bentConnector2">
            <ns1:avLst/>
          </ns1:prstGeom>
          <ns1:ln w="953">
            <ns1:solidFill>
              <ns1:srgbClr val="FBFBFC"/>
            </ns1:solidFill>
            <ns1:prstDash val="solid"/>
          </ns1:ln>
        </ns0:spPr>
      </ns0:cxnSp>
    </ns0:spTree>
    <ns0:extLst>
      <ns0:ext uri="{BB962C8B-B14F-4D97-AF65-F5344CB8AC3E}">
        <ns3:creationId val="114543230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2026-08-27T12:05:26.4590000Z</dcterms:created>
  <dcterms:modified xsi:type="dcterms:W3CDTF">2026-08-27T12:05:26.4590000Z</dcterms:modified>
</coreProperties>
</file>